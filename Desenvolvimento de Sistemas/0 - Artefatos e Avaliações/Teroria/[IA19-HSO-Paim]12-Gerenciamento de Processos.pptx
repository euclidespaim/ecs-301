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  <p:sldMasterId id="2147483661" r:id="rId2"/>
    <p:sldMasterId id="2147483648" r:id="rId3"/>
  </p:sldMasterIdLst>
  <p:sldIdLst>
    <p:sldId id="28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3" r:id="rId28"/>
    <p:sldId id="282" r:id="rId29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FAE662-A47C-48A5-9A0E-35B8A0ECA4BF}" v="62" dt="2020-09-16T17:47:24.118"/>
    <p1510:client id="{E6482DEF-0119-4D1F-B788-ED050111862E}" v="140" dt="2020-09-16T20:12:14.7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microsoft.com/office/2016/11/relationships/changesInfo" Target="changesInfos/changesInfo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clides Paim" userId="0d84fb374bcffaab" providerId="Windows Live" clId="Web-{E6482DEF-0119-4D1F-B788-ED050111862E}"/>
    <pc:docChg chg="addSld delSld modSld addMainMaster modMainMaster">
      <pc:chgData name="Euclides Paim" userId="0d84fb374bcffaab" providerId="Windows Live" clId="Web-{E6482DEF-0119-4D1F-B788-ED050111862E}" dt="2020-09-16T20:12:14.736" v="129"/>
      <pc:docMkLst>
        <pc:docMk/>
      </pc:docMkLst>
      <pc:sldChg chg="del">
        <pc:chgData name="Euclides Paim" userId="0d84fb374bcffaab" providerId="Windows Live" clId="Web-{E6482DEF-0119-4D1F-B788-ED050111862E}" dt="2020-09-16T19:09:24.576" v="1"/>
        <pc:sldMkLst>
          <pc:docMk/>
          <pc:sldMk cId="0" sldId="256"/>
        </pc:sldMkLst>
      </pc:sldChg>
      <pc:sldChg chg="addSp delSp modSp">
        <pc:chgData name="Euclides Paim" userId="0d84fb374bcffaab" providerId="Windows Live" clId="Web-{E6482DEF-0119-4D1F-B788-ED050111862E}" dt="2020-09-16T19:45:54.851" v="53"/>
        <pc:sldMkLst>
          <pc:docMk/>
          <pc:sldMk cId="0" sldId="257"/>
        </pc:sldMkLst>
        <pc:spChg chg="add del mod">
          <ac:chgData name="Euclides Paim" userId="0d84fb374bcffaab" providerId="Windows Live" clId="Web-{E6482DEF-0119-4D1F-B788-ED050111862E}" dt="2020-09-16T19:09:59.234" v="6"/>
          <ac:spMkLst>
            <pc:docMk/>
            <pc:sldMk cId="0" sldId="257"/>
            <ac:spMk id="90" creationId="{00000000-0000-0000-0000-000000000000}"/>
          </ac:spMkLst>
        </pc:spChg>
        <pc:picChg chg="add del">
          <ac:chgData name="Euclides Paim" userId="0d84fb374bcffaab" providerId="Windows Live" clId="Web-{E6482DEF-0119-4D1F-B788-ED050111862E}" dt="2020-09-16T19:45:27.100" v="45"/>
          <ac:picMkLst>
            <pc:docMk/>
            <pc:sldMk cId="0" sldId="257"/>
            <ac:picMk id="2" creationId="{371E52B5-22C0-4A3C-8FD9-CC3CBC723F60}"/>
          </ac:picMkLst>
        </pc:picChg>
        <pc:picChg chg="add del mod">
          <ac:chgData name="Euclides Paim" userId="0d84fb374bcffaab" providerId="Windows Live" clId="Web-{E6482DEF-0119-4D1F-B788-ED050111862E}" dt="2020-09-16T19:45:54.851" v="53"/>
          <ac:picMkLst>
            <pc:docMk/>
            <pc:sldMk cId="0" sldId="257"/>
            <ac:picMk id="3" creationId="{4B20C59A-3FBB-4649-8884-FC48BBB3157E}"/>
          </ac:picMkLst>
        </pc:picChg>
        <pc:picChg chg="add mod">
          <ac:chgData name="Euclides Paim" userId="0d84fb374bcffaab" providerId="Windows Live" clId="Web-{E6482DEF-0119-4D1F-B788-ED050111862E}" dt="2020-09-16T19:45:33.412" v="47" actId="1076"/>
          <ac:picMkLst>
            <pc:docMk/>
            <pc:sldMk cId="0" sldId="257"/>
            <ac:picMk id="4" creationId="{A9ED6D4C-5C9E-4074-B98A-91088440821E}"/>
          </ac:picMkLst>
        </pc:picChg>
        <pc:picChg chg="add del mod">
          <ac:chgData name="Euclides Paim" userId="0d84fb374bcffaab" providerId="Windows Live" clId="Web-{E6482DEF-0119-4D1F-B788-ED050111862E}" dt="2020-09-16T19:45:51.960" v="52"/>
          <ac:picMkLst>
            <pc:docMk/>
            <pc:sldMk cId="0" sldId="257"/>
            <ac:picMk id="5" creationId="{89695A42-DEC2-49D2-AE45-B41B2F10D660}"/>
          </ac:picMkLst>
        </pc:picChg>
        <pc:picChg chg="del">
          <ac:chgData name="Euclides Paim" userId="0d84fb374bcffaab" providerId="Windows Live" clId="Web-{E6482DEF-0119-4D1F-B788-ED050111862E}" dt="2020-09-16T19:10:12.016" v="7"/>
          <ac:picMkLst>
            <pc:docMk/>
            <pc:sldMk cId="0" sldId="257"/>
            <ac:picMk id="89" creationId="{00000000-0000-0000-0000-000000000000}"/>
          </ac:picMkLst>
        </pc:picChg>
      </pc:sldChg>
      <pc:sldChg chg="addSp delSp modSp">
        <pc:chgData name="Euclides Paim" userId="0d84fb374bcffaab" providerId="Windows Live" clId="Web-{E6482DEF-0119-4D1F-B788-ED050111862E}" dt="2020-09-16T19:45:49.398" v="51" actId="1076"/>
        <pc:sldMkLst>
          <pc:docMk/>
          <pc:sldMk cId="0" sldId="258"/>
        </pc:sldMkLst>
        <pc:picChg chg="add del">
          <ac:chgData name="Euclides Paim" userId="0d84fb374bcffaab" providerId="Windows Live" clId="Web-{E6482DEF-0119-4D1F-B788-ED050111862E}" dt="2020-09-16T19:45:41.288" v="49"/>
          <ac:picMkLst>
            <pc:docMk/>
            <pc:sldMk cId="0" sldId="258"/>
            <ac:picMk id="2" creationId="{8E1FA2BB-16F0-4197-8178-2AD6EAC4D590}"/>
          </ac:picMkLst>
        </pc:picChg>
        <pc:picChg chg="add mod">
          <ac:chgData name="Euclides Paim" userId="0d84fb374bcffaab" providerId="Windows Live" clId="Web-{E6482DEF-0119-4D1F-B788-ED050111862E}" dt="2020-09-16T19:45:49.398" v="51" actId="1076"/>
          <ac:picMkLst>
            <pc:docMk/>
            <pc:sldMk cId="0" sldId="258"/>
            <ac:picMk id="3" creationId="{B43B4212-8187-4339-A74B-EEDFC6C69486}"/>
          </ac:picMkLst>
        </pc:picChg>
        <pc:picChg chg="del">
          <ac:chgData name="Euclides Paim" userId="0d84fb374bcffaab" providerId="Windows Live" clId="Web-{E6482DEF-0119-4D1F-B788-ED050111862E}" dt="2020-09-16T19:10:29.283" v="11"/>
          <ac:picMkLst>
            <pc:docMk/>
            <pc:sldMk cId="0" sldId="258"/>
            <ac:picMk id="94" creationId="{00000000-0000-0000-0000-000000000000}"/>
          </ac:picMkLst>
        </pc:picChg>
      </pc:sldChg>
      <pc:sldChg chg="addSp delSp modSp">
        <pc:chgData name="Euclides Paim" userId="0d84fb374bcffaab" providerId="Windows Live" clId="Web-{E6482DEF-0119-4D1F-B788-ED050111862E}" dt="2020-09-16T19:46:14.352" v="57" actId="1076"/>
        <pc:sldMkLst>
          <pc:docMk/>
          <pc:sldMk cId="0" sldId="259"/>
        </pc:sldMkLst>
        <pc:picChg chg="add del">
          <ac:chgData name="Euclides Paim" userId="0d84fb374bcffaab" providerId="Windows Live" clId="Web-{E6482DEF-0119-4D1F-B788-ED050111862E}" dt="2020-09-16T19:45:59.429" v="54"/>
          <ac:picMkLst>
            <pc:docMk/>
            <pc:sldMk cId="0" sldId="259"/>
            <ac:picMk id="2" creationId="{C68CE69A-0760-4855-8DC6-07CD48FEF5DD}"/>
          </ac:picMkLst>
        </pc:picChg>
        <pc:picChg chg="add mod">
          <ac:chgData name="Euclides Paim" userId="0d84fb374bcffaab" providerId="Windows Live" clId="Web-{E6482DEF-0119-4D1F-B788-ED050111862E}" dt="2020-09-16T19:46:14.352" v="57" actId="1076"/>
          <ac:picMkLst>
            <pc:docMk/>
            <pc:sldMk cId="0" sldId="259"/>
            <ac:picMk id="3" creationId="{A8B2C1C9-ED63-45CF-A704-4380077045D5}"/>
          </ac:picMkLst>
        </pc:picChg>
        <pc:picChg chg="del">
          <ac:chgData name="Euclides Paim" userId="0d84fb374bcffaab" providerId="Windows Live" clId="Web-{E6482DEF-0119-4D1F-B788-ED050111862E}" dt="2020-09-16T19:10:24.580" v="9"/>
          <ac:picMkLst>
            <pc:docMk/>
            <pc:sldMk cId="0" sldId="259"/>
            <ac:picMk id="99" creationId="{00000000-0000-0000-0000-000000000000}"/>
          </ac:picMkLst>
        </pc:picChg>
      </pc:sldChg>
      <pc:sldChg chg="addSp delSp modSp">
        <pc:chgData name="Euclides Paim" userId="0d84fb374bcffaab" providerId="Windows Live" clId="Web-{E6482DEF-0119-4D1F-B788-ED050111862E}" dt="2020-09-16T19:46:59.963" v="67" actId="1076"/>
        <pc:sldMkLst>
          <pc:docMk/>
          <pc:sldMk cId="0" sldId="260"/>
        </pc:sldMkLst>
        <pc:picChg chg="add del">
          <ac:chgData name="Euclides Paim" userId="0d84fb374bcffaab" providerId="Windows Live" clId="Web-{E6482DEF-0119-4D1F-B788-ED050111862E}" dt="2020-09-16T19:46:56.682" v="66"/>
          <ac:picMkLst>
            <pc:docMk/>
            <pc:sldMk cId="0" sldId="260"/>
            <ac:picMk id="2" creationId="{CCB1F6E9-BDC0-4242-9E6A-32F03731A33D}"/>
          </ac:picMkLst>
        </pc:picChg>
        <pc:picChg chg="add mod">
          <ac:chgData name="Euclides Paim" userId="0d84fb374bcffaab" providerId="Windows Live" clId="Web-{E6482DEF-0119-4D1F-B788-ED050111862E}" dt="2020-09-16T19:46:59.963" v="67" actId="1076"/>
          <ac:picMkLst>
            <pc:docMk/>
            <pc:sldMk cId="0" sldId="260"/>
            <ac:picMk id="3" creationId="{A7E7602E-F10A-4BFA-8042-992817D3B92D}"/>
          </ac:picMkLst>
        </pc:picChg>
        <pc:picChg chg="del">
          <ac:chgData name="Euclides Paim" userId="0d84fb374bcffaab" providerId="Windows Live" clId="Web-{E6482DEF-0119-4D1F-B788-ED050111862E}" dt="2020-09-16T19:10:36.206" v="13"/>
          <ac:picMkLst>
            <pc:docMk/>
            <pc:sldMk cId="0" sldId="260"/>
            <ac:picMk id="105" creationId="{00000000-0000-0000-0000-000000000000}"/>
          </ac:picMkLst>
        </pc:picChg>
      </pc:sldChg>
      <pc:sldChg chg="addSp delSp modSp">
        <pc:chgData name="Euclides Paim" userId="0d84fb374bcffaab" providerId="Windows Live" clId="Web-{E6482DEF-0119-4D1F-B788-ED050111862E}" dt="2020-09-16T19:46:49.119" v="64" actId="1076"/>
        <pc:sldMkLst>
          <pc:docMk/>
          <pc:sldMk cId="0" sldId="261"/>
        </pc:sldMkLst>
        <pc:picChg chg="add del">
          <ac:chgData name="Euclides Paim" userId="0d84fb374bcffaab" providerId="Windows Live" clId="Web-{E6482DEF-0119-4D1F-B788-ED050111862E}" dt="2020-09-16T19:46:33.306" v="61"/>
          <ac:picMkLst>
            <pc:docMk/>
            <pc:sldMk cId="0" sldId="261"/>
            <ac:picMk id="2" creationId="{02DDFCAA-BE31-4710-A7D4-4788D2F297B2}"/>
          </ac:picMkLst>
        </pc:picChg>
        <pc:picChg chg="add mod">
          <ac:chgData name="Euclides Paim" userId="0d84fb374bcffaab" providerId="Windows Live" clId="Web-{E6482DEF-0119-4D1F-B788-ED050111862E}" dt="2020-09-16T19:46:49.119" v="64" actId="1076"/>
          <ac:picMkLst>
            <pc:docMk/>
            <pc:sldMk cId="0" sldId="261"/>
            <ac:picMk id="3" creationId="{35CC0016-27AB-4A95-821B-8D08D950A2F4}"/>
          </ac:picMkLst>
        </pc:picChg>
        <pc:picChg chg="del">
          <ac:chgData name="Euclides Paim" userId="0d84fb374bcffaab" providerId="Windows Live" clId="Web-{E6482DEF-0119-4D1F-B788-ED050111862E}" dt="2020-09-16T19:10:41.300" v="15"/>
          <ac:picMkLst>
            <pc:docMk/>
            <pc:sldMk cId="0" sldId="261"/>
            <ac:picMk id="138" creationId="{00000000-0000-0000-0000-000000000000}"/>
          </ac:picMkLst>
        </pc:picChg>
      </pc:sldChg>
      <pc:sldChg chg="addSp delSp modSp">
        <pc:chgData name="Euclides Paim" userId="0d84fb374bcffaab" providerId="Windows Live" clId="Web-{E6482DEF-0119-4D1F-B788-ED050111862E}" dt="2020-09-16T19:47:16.402" v="72" actId="1076"/>
        <pc:sldMkLst>
          <pc:docMk/>
          <pc:sldMk cId="0" sldId="262"/>
        </pc:sldMkLst>
        <pc:picChg chg="add del">
          <ac:chgData name="Euclides Paim" userId="0d84fb374bcffaab" providerId="Windows Live" clId="Web-{E6482DEF-0119-4D1F-B788-ED050111862E}" dt="2020-09-16T19:47:08.401" v="68"/>
          <ac:picMkLst>
            <pc:docMk/>
            <pc:sldMk cId="0" sldId="262"/>
            <ac:picMk id="2" creationId="{CF78764D-2EE3-4DA8-B8BA-0CB6D41A2706}"/>
          </ac:picMkLst>
        </pc:picChg>
        <pc:picChg chg="add mod">
          <ac:chgData name="Euclides Paim" userId="0d84fb374bcffaab" providerId="Windows Live" clId="Web-{E6482DEF-0119-4D1F-B788-ED050111862E}" dt="2020-09-16T19:47:16.402" v="72" actId="1076"/>
          <ac:picMkLst>
            <pc:docMk/>
            <pc:sldMk cId="0" sldId="262"/>
            <ac:picMk id="3" creationId="{3FEAB070-FD02-4B60-BD3E-15F0FC654692}"/>
          </ac:picMkLst>
        </pc:picChg>
        <pc:picChg chg="del">
          <ac:chgData name="Euclides Paim" userId="0d84fb374bcffaab" providerId="Windows Live" clId="Web-{E6482DEF-0119-4D1F-B788-ED050111862E}" dt="2020-09-16T19:47:12.229" v="71"/>
          <ac:picMkLst>
            <pc:docMk/>
            <pc:sldMk cId="0" sldId="262"/>
            <ac:picMk id="184" creationId="{00000000-0000-0000-0000-000000000000}"/>
          </ac:picMkLst>
        </pc:picChg>
      </pc:sldChg>
      <pc:sldChg chg="addSp delSp">
        <pc:chgData name="Euclides Paim" userId="0d84fb374bcffaab" providerId="Windows Live" clId="Web-{E6482DEF-0119-4D1F-B788-ED050111862E}" dt="2020-09-16T19:47:26.324" v="75"/>
        <pc:sldMkLst>
          <pc:docMk/>
          <pc:sldMk cId="0" sldId="263"/>
        </pc:sldMkLst>
        <pc:picChg chg="add del">
          <ac:chgData name="Euclides Paim" userId="0d84fb374bcffaab" providerId="Windows Live" clId="Web-{E6482DEF-0119-4D1F-B788-ED050111862E}" dt="2020-09-16T19:47:21.558" v="73"/>
          <ac:picMkLst>
            <pc:docMk/>
            <pc:sldMk cId="0" sldId="263"/>
            <ac:picMk id="2" creationId="{87ADBE7D-ED12-4797-A7F4-27BE76F1510A}"/>
          </ac:picMkLst>
        </pc:picChg>
        <pc:picChg chg="add">
          <ac:chgData name="Euclides Paim" userId="0d84fb374bcffaab" providerId="Windows Live" clId="Web-{E6482DEF-0119-4D1F-B788-ED050111862E}" dt="2020-09-16T19:47:26.324" v="75"/>
          <ac:picMkLst>
            <pc:docMk/>
            <pc:sldMk cId="0" sldId="263"/>
            <ac:picMk id="3" creationId="{F79B93AD-85A0-4EE4-871A-5D7CE5BD6968}"/>
          </ac:picMkLst>
        </pc:picChg>
        <pc:picChg chg="del">
          <ac:chgData name="Euclides Paim" userId="0d84fb374bcffaab" providerId="Windows Live" clId="Web-{E6482DEF-0119-4D1F-B788-ED050111862E}" dt="2020-09-16T19:47:25.511" v="74"/>
          <ac:picMkLst>
            <pc:docMk/>
            <pc:sldMk cId="0" sldId="263"/>
            <ac:picMk id="188" creationId="{00000000-0000-0000-0000-000000000000}"/>
          </ac:picMkLst>
        </pc:picChg>
      </pc:sldChg>
      <pc:sldChg chg="addSp delSp">
        <pc:chgData name="Euclides Paim" userId="0d84fb374bcffaab" providerId="Windows Live" clId="Web-{E6482DEF-0119-4D1F-B788-ED050111862E}" dt="2020-09-16T19:47:34.043" v="78"/>
        <pc:sldMkLst>
          <pc:docMk/>
          <pc:sldMk cId="0" sldId="264"/>
        </pc:sldMkLst>
        <pc:picChg chg="add del">
          <ac:chgData name="Euclides Paim" userId="0d84fb374bcffaab" providerId="Windows Live" clId="Web-{E6482DEF-0119-4D1F-B788-ED050111862E}" dt="2020-09-16T19:47:31.090" v="76"/>
          <ac:picMkLst>
            <pc:docMk/>
            <pc:sldMk cId="0" sldId="264"/>
            <ac:picMk id="2" creationId="{4941D2C8-FE52-44FF-9E59-E52F8FEAE05F}"/>
          </ac:picMkLst>
        </pc:picChg>
        <pc:picChg chg="add">
          <ac:chgData name="Euclides Paim" userId="0d84fb374bcffaab" providerId="Windows Live" clId="Web-{E6482DEF-0119-4D1F-B788-ED050111862E}" dt="2020-09-16T19:47:34.043" v="78"/>
          <ac:picMkLst>
            <pc:docMk/>
            <pc:sldMk cId="0" sldId="264"/>
            <ac:picMk id="3" creationId="{3B5E7EB2-32A1-42DD-BBBD-88BA48FC2AA3}"/>
          </ac:picMkLst>
        </pc:picChg>
        <pc:picChg chg="del">
          <ac:chgData name="Euclides Paim" userId="0d84fb374bcffaab" providerId="Windows Live" clId="Web-{E6482DEF-0119-4D1F-B788-ED050111862E}" dt="2020-09-16T19:47:33.074" v="77"/>
          <ac:picMkLst>
            <pc:docMk/>
            <pc:sldMk cId="0" sldId="264"/>
            <ac:picMk id="193" creationId="{00000000-0000-0000-0000-000000000000}"/>
          </ac:picMkLst>
        </pc:picChg>
      </pc:sldChg>
      <pc:sldChg chg="addSp delSp">
        <pc:chgData name="Euclides Paim" userId="0d84fb374bcffaab" providerId="Windows Live" clId="Web-{E6482DEF-0119-4D1F-B788-ED050111862E}" dt="2020-09-16T19:47:42.059" v="81"/>
        <pc:sldMkLst>
          <pc:docMk/>
          <pc:sldMk cId="0" sldId="265"/>
        </pc:sldMkLst>
        <pc:picChg chg="add del">
          <ac:chgData name="Euclides Paim" userId="0d84fb374bcffaab" providerId="Windows Live" clId="Web-{E6482DEF-0119-4D1F-B788-ED050111862E}" dt="2020-09-16T19:47:38.684" v="79"/>
          <ac:picMkLst>
            <pc:docMk/>
            <pc:sldMk cId="0" sldId="265"/>
            <ac:picMk id="2" creationId="{58597F58-5F03-4229-B2E9-D60CE74E6659}"/>
          </ac:picMkLst>
        </pc:picChg>
        <pc:picChg chg="add">
          <ac:chgData name="Euclides Paim" userId="0d84fb374bcffaab" providerId="Windows Live" clId="Web-{E6482DEF-0119-4D1F-B788-ED050111862E}" dt="2020-09-16T19:47:42.059" v="81"/>
          <ac:picMkLst>
            <pc:docMk/>
            <pc:sldMk cId="0" sldId="265"/>
            <ac:picMk id="3" creationId="{70FD1573-24B0-41E9-BE80-D894DADFA5CD}"/>
          </ac:picMkLst>
        </pc:picChg>
        <pc:picChg chg="del">
          <ac:chgData name="Euclides Paim" userId="0d84fb374bcffaab" providerId="Windows Live" clId="Web-{E6482DEF-0119-4D1F-B788-ED050111862E}" dt="2020-09-16T19:47:41.059" v="80"/>
          <ac:picMkLst>
            <pc:docMk/>
            <pc:sldMk cId="0" sldId="265"/>
            <ac:picMk id="197" creationId="{00000000-0000-0000-0000-000000000000}"/>
          </ac:picMkLst>
        </pc:picChg>
      </pc:sldChg>
      <pc:sldChg chg="addSp delSp">
        <pc:chgData name="Euclides Paim" userId="0d84fb374bcffaab" providerId="Windows Live" clId="Web-{E6482DEF-0119-4D1F-B788-ED050111862E}" dt="2020-09-16T19:47:48.184" v="84"/>
        <pc:sldMkLst>
          <pc:docMk/>
          <pc:sldMk cId="0" sldId="266"/>
        </pc:sldMkLst>
        <pc:picChg chg="add del">
          <ac:chgData name="Euclides Paim" userId="0d84fb374bcffaab" providerId="Windows Live" clId="Web-{E6482DEF-0119-4D1F-B788-ED050111862E}" dt="2020-09-16T19:47:45.356" v="82"/>
          <ac:picMkLst>
            <pc:docMk/>
            <pc:sldMk cId="0" sldId="266"/>
            <ac:picMk id="2" creationId="{E1E2E76F-C1E3-440A-AD75-20734408E814}"/>
          </ac:picMkLst>
        </pc:picChg>
        <pc:picChg chg="add">
          <ac:chgData name="Euclides Paim" userId="0d84fb374bcffaab" providerId="Windows Live" clId="Web-{E6482DEF-0119-4D1F-B788-ED050111862E}" dt="2020-09-16T19:47:48.184" v="84"/>
          <ac:picMkLst>
            <pc:docMk/>
            <pc:sldMk cId="0" sldId="266"/>
            <ac:picMk id="3" creationId="{BC534A82-DFF2-4371-BEA5-58DB339A8AAE}"/>
          </ac:picMkLst>
        </pc:picChg>
        <pc:picChg chg="del">
          <ac:chgData name="Euclides Paim" userId="0d84fb374bcffaab" providerId="Windows Live" clId="Web-{E6482DEF-0119-4D1F-B788-ED050111862E}" dt="2020-09-16T19:47:47.169" v="83"/>
          <ac:picMkLst>
            <pc:docMk/>
            <pc:sldMk cId="0" sldId="266"/>
            <ac:picMk id="201" creationId="{00000000-0000-0000-0000-000000000000}"/>
          </ac:picMkLst>
        </pc:picChg>
      </pc:sldChg>
      <pc:sldChg chg="addSp delSp">
        <pc:chgData name="Euclides Paim" userId="0d84fb374bcffaab" providerId="Windows Live" clId="Web-{E6482DEF-0119-4D1F-B788-ED050111862E}" dt="2020-09-16T19:47:54.247" v="87"/>
        <pc:sldMkLst>
          <pc:docMk/>
          <pc:sldMk cId="0" sldId="267"/>
        </pc:sldMkLst>
        <pc:picChg chg="add del">
          <ac:chgData name="Euclides Paim" userId="0d84fb374bcffaab" providerId="Windows Live" clId="Web-{E6482DEF-0119-4D1F-B788-ED050111862E}" dt="2020-09-16T19:47:51.700" v="85"/>
          <ac:picMkLst>
            <pc:docMk/>
            <pc:sldMk cId="0" sldId="267"/>
            <ac:picMk id="2" creationId="{BD75A2B3-D475-459A-AB61-47D24D4ECD40}"/>
          </ac:picMkLst>
        </pc:picChg>
        <pc:picChg chg="add">
          <ac:chgData name="Euclides Paim" userId="0d84fb374bcffaab" providerId="Windows Live" clId="Web-{E6482DEF-0119-4D1F-B788-ED050111862E}" dt="2020-09-16T19:47:54.247" v="87"/>
          <ac:picMkLst>
            <pc:docMk/>
            <pc:sldMk cId="0" sldId="267"/>
            <ac:picMk id="3" creationId="{5836A029-A901-4828-A710-00D5F4823373}"/>
          </ac:picMkLst>
        </pc:picChg>
        <pc:picChg chg="del">
          <ac:chgData name="Euclides Paim" userId="0d84fb374bcffaab" providerId="Windows Live" clId="Web-{E6482DEF-0119-4D1F-B788-ED050111862E}" dt="2020-09-16T19:47:53.685" v="86"/>
          <ac:picMkLst>
            <pc:docMk/>
            <pc:sldMk cId="0" sldId="267"/>
            <ac:picMk id="205" creationId="{00000000-0000-0000-0000-000000000000}"/>
          </ac:picMkLst>
        </pc:picChg>
      </pc:sldChg>
      <pc:sldChg chg="addSp delSp modSp">
        <pc:chgData name="Euclides Paim" userId="0d84fb374bcffaab" providerId="Windows Live" clId="Web-{E6482DEF-0119-4D1F-B788-ED050111862E}" dt="2020-09-16T20:12:14.736" v="129"/>
        <pc:sldMkLst>
          <pc:docMk/>
          <pc:sldMk cId="0" sldId="268"/>
        </pc:sldMkLst>
        <pc:picChg chg="add del">
          <ac:chgData name="Euclides Paim" userId="0d84fb374bcffaab" providerId="Windows Live" clId="Web-{E6482DEF-0119-4D1F-B788-ED050111862E}" dt="2020-09-16T19:47:58.669" v="88"/>
          <ac:picMkLst>
            <pc:docMk/>
            <pc:sldMk cId="0" sldId="268"/>
            <ac:picMk id="2" creationId="{7B2663CF-A168-40E0-ADB3-3DE2DE3F1205}"/>
          </ac:picMkLst>
        </pc:picChg>
        <pc:picChg chg="add ord">
          <ac:chgData name="Euclides Paim" userId="0d84fb374bcffaab" providerId="Windows Live" clId="Web-{E6482DEF-0119-4D1F-B788-ED050111862E}" dt="2020-09-16T20:12:14.736" v="129"/>
          <ac:picMkLst>
            <pc:docMk/>
            <pc:sldMk cId="0" sldId="268"/>
            <ac:picMk id="3" creationId="{B87F559A-E7C5-426E-AD5D-3D2A1038A680}"/>
          </ac:picMkLst>
        </pc:picChg>
        <pc:picChg chg="del">
          <ac:chgData name="Euclides Paim" userId="0d84fb374bcffaab" providerId="Windows Live" clId="Web-{E6482DEF-0119-4D1F-B788-ED050111862E}" dt="2020-09-16T19:47:59.529" v="89"/>
          <ac:picMkLst>
            <pc:docMk/>
            <pc:sldMk cId="0" sldId="268"/>
            <ac:picMk id="209" creationId="{00000000-0000-0000-0000-000000000000}"/>
          </ac:picMkLst>
        </pc:picChg>
      </pc:sldChg>
      <pc:sldChg chg="addSp delSp">
        <pc:chgData name="Euclides Paim" userId="0d84fb374bcffaab" providerId="Windows Live" clId="Web-{E6482DEF-0119-4D1F-B788-ED050111862E}" dt="2020-09-16T19:48:09.138" v="93"/>
        <pc:sldMkLst>
          <pc:docMk/>
          <pc:sldMk cId="0" sldId="269"/>
        </pc:sldMkLst>
        <pc:picChg chg="add del">
          <ac:chgData name="Euclides Paim" userId="0d84fb374bcffaab" providerId="Windows Live" clId="Web-{E6482DEF-0119-4D1F-B788-ED050111862E}" dt="2020-09-16T19:48:07.232" v="91"/>
          <ac:picMkLst>
            <pc:docMk/>
            <pc:sldMk cId="0" sldId="269"/>
            <ac:picMk id="2" creationId="{1B95A93A-1C4C-4DDD-9712-BD3BA77E6F64}"/>
          </ac:picMkLst>
        </pc:picChg>
        <pc:picChg chg="add">
          <ac:chgData name="Euclides Paim" userId="0d84fb374bcffaab" providerId="Windows Live" clId="Web-{E6482DEF-0119-4D1F-B788-ED050111862E}" dt="2020-09-16T19:48:09.138" v="93"/>
          <ac:picMkLst>
            <pc:docMk/>
            <pc:sldMk cId="0" sldId="269"/>
            <ac:picMk id="3" creationId="{4B909D1F-93A5-403D-B383-B730B663DF43}"/>
          </ac:picMkLst>
        </pc:picChg>
        <pc:picChg chg="del">
          <ac:chgData name="Euclides Paim" userId="0d84fb374bcffaab" providerId="Windows Live" clId="Web-{E6482DEF-0119-4D1F-B788-ED050111862E}" dt="2020-09-16T19:48:08.045" v="92"/>
          <ac:picMkLst>
            <pc:docMk/>
            <pc:sldMk cId="0" sldId="269"/>
            <ac:picMk id="214" creationId="{00000000-0000-0000-0000-000000000000}"/>
          </ac:picMkLst>
        </pc:picChg>
      </pc:sldChg>
      <pc:sldChg chg="addSp delSp">
        <pc:chgData name="Euclides Paim" userId="0d84fb374bcffaab" providerId="Windows Live" clId="Web-{E6482DEF-0119-4D1F-B788-ED050111862E}" dt="2020-09-16T19:48:14.342" v="96"/>
        <pc:sldMkLst>
          <pc:docMk/>
          <pc:sldMk cId="0" sldId="270"/>
        </pc:sldMkLst>
        <pc:picChg chg="add del">
          <ac:chgData name="Euclides Paim" userId="0d84fb374bcffaab" providerId="Windows Live" clId="Web-{E6482DEF-0119-4D1F-B788-ED050111862E}" dt="2020-09-16T19:48:12.451" v="94"/>
          <ac:picMkLst>
            <pc:docMk/>
            <pc:sldMk cId="0" sldId="270"/>
            <ac:picMk id="2" creationId="{89DED152-64CE-45B3-8996-958AB1D62450}"/>
          </ac:picMkLst>
        </pc:picChg>
        <pc:picChg chg="add">
          <ac:chgData name="Euclides Paim" userId="0d84fb374bcffaab" providerId="Windows Live" clId="Web-{E6482DEF-0119-4D1F-B788-ED050111862E}" dt="2020-09-16T19:48:14.342" v="96"/>
          <ac:picMkLst>
            <pc:docMk/>
            <pc:sldMk cId="0" sldId="270"/>
            <ac:picMk id="3" creationId="{A027DBCA-C74E-4135-88DA-7B227EA37477}"/>
          </ac:picMkLst>
        </pc:picChg>
        <pc:picChg chg="del">
          <ac:chgData name="Euclides Paim" userId="0d84fb374bcffaab" providerId="Windows Live" clId="Web-{E6482DEF-0119-4D1F-B788-ED050111862E}" dt="2020-09-16T19:48:13.232" v="95"/>
          <ac:picMkLst>
            <pc:docMk/>
            <pc:sldMk cId="0" sldId="270"/>
            <ac:picMk id="218" creationId="{00000000-0000-0000-0000-000000000000}"/>
          </ac:picMkLst>
        </pc:picChg>
      </pc:sldChg>
      <pc:sldChg chg="addSp delSp">
        <pc:chgData name="Euclides Paim" userId="0d84fb374bcffaab" providerId="Windows Live" clId="Web-{E6482DEF-0119-4D1F-B788-ED050111862E}" dt="2020-09-16T19:48:19.311" v="99"/>
        <pc:sldMkLst>
          <pc:docMk/>
          <pc:sldMk cId="0" sldId="271"/>
        </pc:sldMkLst>
        <pc:picChg chg="add del">
          <ac:chgData name="Euclides Paim" userId="0d84fb374bcffaab" providerId="Windows Live" clId="Web-{E6482DEF-0119-4D1F-B788-ED050111862E}" dt="2020-09-16T19:48:17.248" v="97"/>
          <ac:picMkLst>
            <pc:docMk/>
            <pc:sldMk cId="0" sldId="271"/>
            <ac:picMk id="2" creationId="{9A53C454-1194-44E0-AAA3-EB9F76A146E0}"/>
          </ac:picMkLst>
        </pc:picChg>
        <pc:picChg chg="add">
          <ac:chgData name="Euclides Paim" userId="0d84fb374bcffaab" providerId="Windows Live" clId="Web-{E6482DEF-0119-4D1F-B788-ED050111862E}" dt="2020-09-16T19:48:19.311" v="99"/>
          <ac:picMkLst>
            <pc:docMk/>
            <pc:sldMk cId="0" sldId="271"/>
            <ac:picMk id="3" creationId="{647FAE53-B89F-47EF-A8C6-CC4394F5041E}"/>
          </ac:picMkLst>
        </pc:picChg>
        <pc:picChg chg="del">
          <ac:chgData name="Euclides Paim" userId="0d84fb374bcffaab" providerId="Windows Live" clId="Web-{E6482DEF-0119-4D1F-B788-ED050111862E}" dt="2020-09-16T19:48:17.904" v="98"/>
          <ac:picMkLst>
            <pc:docMk/>
            <pc:sldMk cId="0" sldId="271"/>
            <ac:picMk id="223" creationId="{00000000-0000-0000-0000-000000000000}"/>
          </ac:picMkLst>
        </pc:picChg>
      </pc:sldChg>
      <pc:sldChg chg="addSp delSp">
        <pc:chgData name="Euclides Paim" userId="0d84fb374bcffaab" providerId="Windows Live" clId="Web-{E6482DEF-0119-4D1F-B788-ED050111862E}" dt="2020-09-16T19:48:24.577" v="102"/>
        <pc:sldMkLst>
          <pc:docMk/>
          <pc:sldMk cId="0" sldId="272"/>
        </pc:sldMkLst>
        <pc:picChg chg="add del">
          <ac:chgData name="Euclides Paim" userId="0d84fb374bcffaab" providerId="Windows Live" clId="Web-{E6482DEF-0119-4D1F-B788-ED050111862E}" dt="2020-09-16T19:48:22.733" v="100"/>
          <ac:picMkLst>
            <pc:docMk/>
            <pc:sldMk cId="0" sldId="272"/>
            <ac:picMk id="2" creationId="{E651DFE5-F13E-4BEE-BC21-09B31B2FC166}"/>
          </ac:picMkLst>
        </pc:picChg>
        <pc:picChg chg="add">
          <ac:chgData name="Euclides Paim" userId="0d84fb374bcffaab" providerId="Windows Live" clId="Web-{E6482DEF-0119-4D1F-B788-ED050111862E}" dt="2020-09-16T19:48:24.577" v="102"/>
          <ac:picMkLst>
            <pc:docMk/>
            <pc:sldMk cId="0" sldId="272"/>
            <ac:picMk id="3" creationId="{01B10C9A-FF13-42E3-89D0-22C64245F65C}"/>
          </ac:picMkLst>
        </pc:picChg>
        <pc:picChg chg="del">
          <ac:chgData name="Euclides Paim" userId="0d84fb374bcffaab" providerId="Windows Live" clId="Web-{E6482DEF-0119-4D1F-B788-ED050111862E}" dt="2020-09-16T19:48:23.420" v="101"/>
          <ac:picMkLst>
            <pc:docMk/>
            <pc:sldMk cId="0" sldId="272"/>
            <ac:picMk id="229" creationId="{00000000-0000-0000-0000-000000000000}"/>
          </ac:picMkLst>
        </pc:picChg>
      </pc:sldChg>
      <pc:sldChg chg="addSp delSp">
        <pc:chgData name="Euclides Paim" userId="0d84fb374bcffaab" providerId="Windows Live" clId="Web-{E6482DEF-0119-4D1F-B788-ED050111862E}" dt="2020-09-16T19:48:29.686" v="105"/>
        <pc:sldMkLst>
          <pc:docMk/>
          <pc:sldMk cId="0" sldId="273"/>
        </pc:sldMkLst>
        <pc:picChg chg="add del">
          <ac:chgData name="Euclides Paim" userId="0d84fb374bcffaab" providerId="Windows Live" clId="Web-{E6482DEF-0119-4D1F-B788-ED050111862E}" dt="2020-09-16T19:48:27.358" v="103"/>
          <ac:picMkLst>
            <pc:docMk/>
            <pc:sldMk cId="0" sldId="273"/>
            <ac:picMk id="2" creationId="{7BD11EE8-0B93-4392-A4EF-F4DC034AD09B}"/>
          </ac:picMkLst>
        </pc:picChg>
        <pc:picChg chg="add">
          <ac:chgData name="Euclides Paim" userId="0d84fb374bcffaab" providerId="Windows Live" clId="Web-{E6482DEF-0119-4D1F-B788-ED050111862E}" dt="2020-09-16T19:48:29.686" v="105"/>
          <ac:picMkLst>
            <pc:docMk/>
            <pc:sldMk cId="0" sldId="273"/>
            <ac:picMk id="3" creationId="{19B783DA-CD8F-4B35-BE3C-3E2B21B1DA61}"/>
          </ac:picMkLst>
        </pc:picChg>
        <pc:picChg chg="del">
          <ac:chgData name="Euclides Paim" userId="0d84fb374bcffaab" providerId="Windows Live" clId="Web-{E6482DEF-0119-4D1F-B788-ED050111862E}" dt="2020-09-16T19:48:28.030" v="104"/>
          <ac:picMkLst>
            <pc:docMk/>
            <pc:sldMk cId="0" sldId="273"/>
            <ac:picMk id="238" creationId="{00000000-0000-0000-0000-000000000000}"/>
          </ac:picMkLst>
        </pc:picChg>
      </pc:sldChg>
      <pc:sldChg chg="addSp delSp">
        <pc:chgData name="Euclides Paim" userId="0d84fb374bcffaab" providerId="Windows Live" clId="Web-{E6482DEF-0119-4D1F-B788-ED050111862E}" dt="2020-09-16T19:48:35.015" v="108"/>
        <pc:sldMkLst>
          <pc:docMk/>
          <pc:sldMk cId="0" sldId="274"/>
        </pc:sldMkLst>
        <pc:picChg chg="add del">
          <ac:chgData name="Euclides Paim" userId="0d84fb374bcffaab" providerId="Windows Live" clId="Web-{E6482DEF-0119-4D1F-B788-ED050111862E}" dt="2020-09-16T19:48:33.327" v="106"/>
          <ac:picMkLst>
            <pc:docMk/>
            <pc:sldMk cId="0" sldId="274"/>
            <ac:picMk id="2" creationId="{ACA95C1E-4D18-4CFD-B331-D2A611997DF5}"/>
          </ac:picMkLst>
        </pc:picChg>
        <pc:picChg chg="add">
          <ac:chgData name="Euclides Paim" userId="0d84fb374bcffaab" providerId="Windows Live" clId="Web-{E6482DEF-0119-4D1F-B788-ED050111862E}" dt="2020-09-16T19:48:35.015" v="108"/>
          <ac:picMkLst>
            <pc:docMk/>
            <pc:sldMk cId="0" sldId="274"/>
            <ac:picMk id="3" creationId="{321A9CFD-0259-46D4-A1B8-A974C70BD214}"/>
          </ac:picMkLst>
        </pc:picChg>
        <pc:picChg chg="del">
          <ac:chgData name="Euclides Paim" userId="0d84fb374bcffaab" providerId="Windows Live" clId="Web-{E6482DEF-0119-4D1F-B788-ED050111862E}" dt="2020-09-16T19:48:33.936" v="107"/>
          <ac:picMkLst>
            <pc:docMk/>
            <pc:sldMk cId="0" sldId="274"/>
            <ac:picMk id="242" creationId="{00000000-0000-0000-0000-000000000000}"/>
          </ac:picMkLst>
        </pc:picChg>
      </pc:sldChg>
      <pc:sldChg chg="addSp delSp">
        <pc:chgData name="Euclides Paim" userId="0d84fb374bcffaab" providerId="Windows Live" clId="Web-{E6482DEF-0119-4D1F-B788-ED050111862E}" dt="2020-09-16T19:48:40.546" v="111"/>
        <pc:sldMkLst>
          <pc:docMk/>
          <pc:sldMk cId="0" sldId="275"/>
        </pc:sldMkLst>
        <pc:picChg chg="add del">
          <ac:chgData name="Euclides Paim" userId="0d84fb374bcffaab" providerId="Windows Live" clId="Web-{E6482DEF-0119-4D1F-B788-ED050111862E}" dt="2020-09-16T19:48:37.859" v="109"/>
          <ac:picMkLst>
            <pc:docMk/>
            <pc:sldMk cId="0" sldId="275"/>
            <ac:picMk id="2" creationId="{1DE00EBD-0321-4082-B51A-D2AF3EF17BC7}"/>
          </ac:picMkLst>
        </pc:picChg>
        <pc:picChg chg="add">
          <ac:chgData name="Euclides Paim" userId="0d84fb374bcffaab" providerId="Windows Live" clId="Web-{E6482DEF-0119-4D1F-B788-ED050111862E}" dt="2020-09-16T19:48:40.546" v="111"/>
          <ac:picMkLst>
            <pc:docMk/>
            <pc:sldMk cId="0" sldId="275"/>
            <ac:picMk id="3" creationId="{C35DABF0-8353-4910-B6E9-8587E2F134EA}"/>
          </ac:picMkLst>
        </pc:picChg>
        <pc:picChg chg="del">
          <ac:chgData name="Euclides Paim" userId="0d84fb374bcffaab" providerId="Windows Live" clId="Web-{E6482DEF-0119-4D1F-B788-ED050111862E}" dt="2020-09-16T19:48:38.827" v="110"/>
          <ac:picMkLst>
            <pc:docMk/>
            <pc:sldMk cId="0" sldId="275"/>
            <ac:picMk id="246" creationId="{00000000-0000-0000-0000-000000000000}"/>
          </ac:picMkLst>
        </pc:picChg>
      </pc:sldChg>
      <pc:sldChg chg="addSp delSp">
        <pc:chgData name="Euclides Paim" userId="0d84fb374bcffaab" providerId="Windows Live" clId="Web-{E6482DEF-0119-4D1F-B788-ED050111862E}" dt="2020-09-16T19:48:45.281" v="114"/>
        <pc:sldMkLst>
          <pc:docMk/>
          <pc:sldMk cId="0" sldId="276"/>
        </pc:sldMkLst>
        <pc:picChg chg="add del">
          <ac:chgData name="Euclides Paim" userId="0d84fb374bcffaab" providerId="Windows Live" clId="Web-{E6482DEF-0119-4D1F-B788-ED050111862E}" dt="2020-09-16T19:48:43.265" v="112"/>
          <ac:picMkLst>
            <pc:docMk/>
            <pc:sldMk cId="0" sldId="276"/>
            <ac:picMk id="2" creationId="{B008021E-841F-492D-B323-051B91DC8297}"/>
          </ac:picMkLst>
        </pc:picChg>
        <pc:picChg chg="add">
          <ac:chgData name="Euclides Paim" userId="0d84fb374bcffaab" providerId="Windows Live" clId="Web-{E6482DEF-0119-4D1F-B788-ED050111862E}" dt="2020-09-16T19:48:45.281" v="114"/>
          <ac:picMkLst>
            <pc:docMk/>
            <pc:sldMk cId="0" sldId="276"/>
            <ac:picMk id="3" creationId="{B977503C-D010-4023-A1B6-70F954C715B8}"/>
          </ac:picMkLst>
        </pc:picChg>
        <pc:picChg chg="del">
          <ac:chgData name="Euclides Paim" userId="0d84fb374bcffaab" providerId="Windows Live" clId="Web-{E6482DEF-0119-4D1F-B788-ED050111862E}" dt="2020-09-16T19:48:44.062" v="113"/>
          <ac:picMkLst>
            <pc:docMk/>
            <pc:sldMk cId="0" sldId="276"/>
            <ac:picMk id="250" creationId="{00000000-0000-0000-0000-000000000000}"/>
          </ac:picMkLst>
        </pc:picChg>
      </pc:sldChg>
      <pc:sldChg chg="addSp delSp modSp">
        <pc:chgData name="Euclides Paim" userId="0d84fb374bcffaab" providerId="Windows Live" clId="Web-{E6482DEF-0119-4D1F-B788-ED050111862E}" dt="2020-09-16T19:48:59.172" v="118"/>
        <pc:sldMkLst>
          <pc:docMk/>
          <pc:sldMk cId="0" sldId="277"/>
        </pc:sldMkLst>
        <pc:picChg chg="add del ord">
          <ac:chgData name="Euclides Paim" userId="0d84fb374bcffaab" providerId="Windows Live" clId="Web-{E6482DEF-0119-4D1F-B788-ED050111862E}" dt="2020-09-16T19:48:48.843" v="115"/>
          <ac:picMkLst>
            <pc:docMk/>
            <pc:sldMk cId="0" sldId="277"/>
            <ac:picMk id="2" creationId="{06A9A268-672D-4617-83C5-6C9207016670}"/>
          </ac:picMkLst>
        </pc:picChg>
        <pc:picChg chg="add ord">
          <ac:chgData name="Euclides Paim" userId="0d84fb374bcffaab" providerId="Windows Live" clId="Web-{E6482DEF-0119-4D1F-B788-ED050111862E}" dt="2020-09-16T19:48:59.172" v="118"/>
          <ac:picMkLst>
            <pc:docMk/>
            <pc:sldMk cId="0" sldId="277"/>
            <ac:picMk id="3" creationId="{A1262908-B510-4F4A-9A89-1B3FD739C150}"/>
          </ac:picMkLst>
        </pc:picChg>
        <pc:picChg chg="del">
          <ac:chgData name="Euclides Paim" userId="0d84fb374bcffaab" providerId="Windows Live" clId="Web-{E6482DEF-0119-4D1F-B788-ED050111862E}" dt="2020-09-16T19:48:49.609" v="116"/>
          <ac:picMkLst>
            <pc:docMk/>
            <pc:sldMk cId="0" sldId="277"/>
            <ac:picMk id="439" creationId="{00000000-0000-0000-0000-000000000000}"/>
          </ac:picMkLst>
        </pc:picChg>
      </pc:sldChg>
      <pc:sldChg chg="addSp delSp">
        <pc:chgData name="Euclides Paim" userId="0d84fb374bcffaab" providerId="Windows Live" clId="Web-{E6482DEF-0119-4D1F-B788-ED050111862E}" dt="2020-09-16T19:49:06.016" v="121"/>
        <pc:sldMkLst>
          <pc:docMk/>
          <pc:sldMk cId="0" sldId="278"/>
        </pc:sldMkLst>
        <pc:picChg chg="add del">
          <ac:chgData name="Euclides Paim" userId="0d84fb374bcffaab" providerId="Windows Live" clId="Web-{E6482DEF-0119-4D1F-B788-ED050111862E}" dt="2020-09-16T19:49:04.125" v="119"/>
          <ac:picMkLst>
            <pc:docMk/>
            <pc:sldMk cId="0" sldId="278"/>
            <ac:picMk id="2" creationId="{0616D050-2B3C-4E76-919E-207012F0647E}"/>
          </ac:picMkLst>
        </pc:picChg>
        <pc:picChg chg="add">
          <ac:chgData name="Euclides Paim" userId="0d84fb374bcffaab" providerId="Windows Live" clId="Web-{E6482DEF-0119-4D1F-B788-ED050111862E}" dt="2020-09-16T19:49:06.016" v="121"/>
          <ac:picMkLst>
            <pc:docMk/>
            <pc:sldMk cId="0" sldId="278"/>
            <ac:picMk id="3" creationId="{2B3E3A1A-1920-4363-8E08-16A84552F9B4}"/>
          </ac:picMkLst>
        </pc:picChg>
        <pc:picChg chg="del">
          <ac:chgData name="Euclides Paim" userId="0d84fb374bcffaab" providerId="Windows Live" clId="Web-{E6482DEF-0119-4D1F-B788-ED050111862E}" dt="2020-09-16T19:49:04.922" v="120"/>
          <ac:picMkLst>
            <pc:docMk/>
            <pc:sldMk cId="0" sldId="278"/>
            <ac:picMk id="443" creationId="{00000000-0000-0000-0000-000000000000}"/>
          </ac:picMkLst>
        </pc:picChg>
      </pc:sldChg>
      <pc:sldChg chg="addSp delSp">
        <pc:chgData name="Euclides Paim" userId="0d84fb374bcffaab" providerId="Windows Live" clId="Web-{E6482DEF-0119-4D1F-B788-ED050111862E}" dt="2020-09-16T19:49:10.626" v="124"/>
        <pc:sldMkLst>
          <pc:docMk/>
          <pc:sldMk cId="0" sldId="279"/>
        </pc:sldMkLst>
        <pc:picChg chg="add del">
          <ac:chgData name="Euclides Paim" userId="0d84fb374bcffaab" providerId="Windows Live" clId="Web-{E6482DEF-0119-4D1F-B788-ED050111862E}" dt="2020-09-16T19:49:08.719" v="122"/>
          <ac:picMkLst>
            <pc:docMk/>
            <pc:sldMk cId="0" sldId="279"/>
            <ac:picMk id="2" creationId="{DDDB6EBD-7AE2-442F-BC1E-E1FBA2E7A0C9}"/>
          </ac:picMkLst>
        </pc:picChg>
        <pc:picChg chg="add">
          <ac:chgData name="Euclides Paim" userId="0d84fb374bcffaab" providerId="Windows Live" clId="Web-{E6482DEF-0119-4D1F-B788-ED050111862E}" dt="2020-09-16T19:49:10.626" v="124"/>
          <ac:picMkLst>
            <pc:docMk/>
            <pc:sldMk cId="0" sldId="279"/>
            <ac:picMk id="3" creationId="{BDFFAD86-22C3-40EB-9FCA-068748174392}"/>
          </ac:picMkLst>
        </pc:picChg>
        <pc:picChg chg="del">
          <ac:chgData name="Euclides Paim" userId="0d84fb374bcffaab" providerId="Windows Live" clId="Web-{E6482DEF-0119-4D1F-B788-ED050111862E}" dt="2020-09-16T19:49:09.485" v="123"/>
          <ac:picMkLst>
            <pc:docMk/>
            <pc:sldMk cId="0" sldId="279"/>
            <ac:picMk id="449" creationId="{00000000-0000-0000-0000-000000000000}"/>
          </ac:picMkLst>
        </pc:picChg>
      </pc:sldChg>
      <pc:sldChg chg="del">
        <pc:chgData name="Euclides Paim" userId="0d84fb374bcffaab" providerId="Windows Live" clId="Web-{E6482DEF-0119-4D1F-B788-ED050111862E}" dt="2020-09-16T19:11:06.036" v="19"/>
        <pc:sldMkLst>
          <pc:docMk/>
          <pc:sldMk cId="0" sldId="280"/>
        </pc:sldMkLst>
      </pc:sldChg>
      <pc:sldChg chg="addSp delSp modSp add">
        <pc:chgData name="Euclides Paim" userId="0d84fb374bcffaab" providerId="Windows Live" clId="Web-{E6482DEF-0119-4D1F-B788-ED050111862E}" dt="2020-09-16T19:45:15.880" v="43" actId="1076"/>
        <pc:sldMkLst>
          <pc:docMk/>
          <pc:sldMk cId="2978913590" sldId="281"/>
        </pc:sldMkLst>
        <pc:spChg chg="mod">
          <ac:chgData name="Euclides Paim" userId="0d84fb374bcffaab" providerId="Windows Live" clId="Web-{E6482DEF-0119-4D1F-B788-ED050111862E}" dt="2020-09-16T19:44:10.377" v="39"/>
          <ac:spMkLst>
            <pc:docMk/>
            <pc:sldMk cId="2978913590" sldId="281"/>
            <ac:spMk id="2" creationId="{A3BCB967-DB78-40C0-A72A-F09C5D44A7F7}"/>
          </ac:spMkLst>
        </pc:spChg>
        <pc:spChg chg="mod">
          <ac:chgData name="Euclides Paim" userId="0d84fb374bcffaab" providerId="Windows Live" clId="Web-{E6482DEF-0119-4D1F-B788-ED050111862E}" dt="2020-09-16T19:44:14.971" v="40"/>
          <ac:spMkLst>
            <pc:docMk/>
            <pc:sldMk cId="2978913590" sldId="281"/>
            <ac:spMk id="7" creationId="{F1E9E8CF-FE9E-4B81-B325-A5C58B74BD75}"/>
          </ac:spMkLst>
        </pc:spChg>
        <pc:picChg chg="del">
          <ac:chgData name="Euclides Paim" userId="0d84fb374bcffaab" providerId="Windows Live" clId="Web-{E6482DEF-0119-4D1F-B788-ED050111862E}" dt="2020-09-16T19:45:10.943" v="41"/>
          <ac:picMkLst>
            <pc:docMk/>
            <pc:sldMk cId="2978913590" sldId="281"/>
            <ac:picMk id="4" creationId="{E085A284-484B-456B-B4E2-7488A6570D21}"/>
          </ac:picMkLst>
        </pc:picChg>
        <pc:picChg chg="add mod">
          <ac:chgData name="Euclides Paim" userId="0d84fb374bcffaab" providerId="Windows Live" clId="Web-{E6482DEF-0119-4D1F-B788-ED050111862E}" dt="2020-09-16T19:45:15.880" v="43" actId="1076"/>
          <ac:picMkLst>
            <pc:docMk/>
            <pc:sldMk cId="2978913590" sldId="281"/>
            <ac:picMk id="5" creationId="{772C15A6-71B8-4399-B521-028FB141A677}"/>
          </ac:picMkLst>
        </pc:picChg>
      </pc:sldChg>
      <pc:sldChg chg="addSp delSp add">
        <pc:chgData name="Euclides Paim" userId="0d84fb374bcffaab" providerId="Windows Live" clId="Web-{E6482DEF-0119-4D1F-B788-ED050111862E}" dt="2020-09-16T19:49:22.048" v="128"/>
        <pc:sldMkLst>
          <pc:docMk/>
          <pc:sldMk cId="1683463846" sldId="282"/>
        </pc:sldMkLst>
        <pc:picChg chg="del">
          <ac:chgData name="Euclides Paim" userId="0d84fb374bcffaab" providerId="Windows Live" clId="Web-{E6482DEF-0119-4D1F-B788-ED050111862E}" dt="2020-09-16T19:49:20.939" v="127"/>
          <ac:picMkLst>
            <pc:docMk/>
            <pc:sldMk cId="1683463846" sldId="282"/>
            <ac:picMk id="4" creationId="{E085A284-484B-456B-B4E2-7488A6570D21}"/>
          </ac:picMkLst>
        </pc:picChg>
        <pc:picChg chg="add">
          <ac:chgData name="Euclides Paim" userId="0d84fb374bcffaab" providerId="Windows Live" clId="Web-{E6482DEF-0119-4D1F-B788-ED050111862E}" dt="2020-09-16T19:49:22.048" v="128"/>
          <ac:picMkLst>
            <pc:docMk/>
            <pc:sldMk cId="1683463846" sldId="282"/>
            <ac:picMk id="5" creationId="{DA013D8B-39E4-4767-BD24-64E78B5229E9}"/>
          </ac:picMkLst>
        </pc:picChg>
      </pc:sldChg>
      <pc:sldChg chg="addSp delSp add">
        <pc:chgData name="Euclides Paim" userId="0d84fb374bcffaab" providerId="Windows Live" clId="Web-{E6482DEF-0119-4D1F-B788-ED050111862E}" dt="2020-09-16T19:49:16.767" v="126"/>
        <pc:sldMkLst>
          <pc:docMk/>
          <pc:sldMk cId="259393321" sldId="283"/>
        </pc:sldMkLst>
        <pc:picChg chg="del">
          <ac:chgData name="Euclides Paim" userId="0d84fb374bcffaab" providerId="Windows Live" clId="Web-{E6482DEF-0119-4D1F-B788-ED050111862E}" dt="2020-09-16T19:49:15.345" v="125"/>
          <ac:picMkLst>
            <pc:docMk/>
            <pc:sldMk cId="259393321" sldId="283"/>
            <ac:picMk id="4" creationId="{E085A284-484B-456B-B4E2-7488A6570D21}"/>
          </ac:picMkLst>
        </pc:picChg>
        <pc:picChg chg="add">
          <ac:chgData name="Euclides Paim" userId="0d84fb374bcffaab" providerId="Windows Live" clId="Web-{E6482DEF-0119-4D1F-B788-ED050111862E}" dt="2020-09-16T19:49:16.767" v="126"/>
          <ac:picMkLst>
            <pc:docMk/>
            <pc:sldMk cId="259393321" sldId="283"/>
            <ac:picMk id="5" creationId="{7CE9F526-3FEC-48C5-BFC7-DF2E9C1572E3}"/>
          </ac:picMkLst>
        </pc:picChg>
      </pc:sldChg>
      <pc:sldMasterChg chg="add addSldLayout">
        <pc:chgData name="Euclides Paim" userId="0d84fb374bcffaab" providerId="Windows Live" clId="Web-{E6482DEF-0119-4D1F-B788-ED050111862E}" dt="2020-09-16T19:09:20.357" v="0"/>
        <pc:sldMasterMkLst>
          <pc:docMk/>
          <pc:sldMasterMk cId="2675746937" sldId="2147483648"/>
        </pc:sldMasterMkLst>
        <pc:sldLayoutChg chg="add">
          <pc:chgData name="Euclides Paim" userId="0d84fb374bcffaab" providerId="Windows Live" clId="Web-{E6482DEF-0119-4D1F-B788-ED050111862E}" dt="2020-09-16T19:09:20.357" v="0"/>
          <pc:sldLayoutMkLst>
            <pc:docMk/>
            <pc:sldMasterMk cId="2675746937" sldId="2147483648"/>
            <pc:sldLayoutMk cId="877683876" sldId="2147483649"/>
          </pc:sldLayoutMkLst>
        </pc:sldLayoutChg>
        <pc:sldLayoutChg chg="add">
          <pc:chgData name="Euclides Paim" userId="0d84fb374bcffaab" providerId="Windows Live" clId="Web-{E6482DEF-0119-4D1F-B788-ED050111862E}" dt="2020-09-16T19:09:20.357" v="0"/>
          <pc:sldLayoutMkLst>
            <pc:docMk/>
            <pc:sldMasterMk cId="2675746937" sldId="2147483648"/>
            <pc:sldLayoutMk cId="314005268" sldId="2147483650"/>
          </pc:sldLayoutMkLst>
        </pc:sldLayoutChg>
        <pc:sldLayoutChg chg="add">
          <pc:chgData name="Euclides Paim" userId="0d84fb374bcffaab" providerId="Windows Live" clId="Web-{E6482DEF-0119-4D1F-B788-ED050111862E}" dt="2020-09-16T19:09:20.357" v="0"/>
          <pc:sldLayoutMkLst>
            <pc:docMk/>
            <pc:sldMasterMk cId="2675746937" sldId="2147483648"/>
            <pc:sldLayoutMk cId="3781375764" sldId="2147483651"/>
          </pc:sldLayoutMkLst>
        </pc:sldLayoutChg>
        <pc:sldLayoutChg chg="add">
          <pc:chgData name="Euclides Paim" userId="0d84fb374bcffaab" providerId="Windows Live" clId="Web-{E6482DEF-0119-4D1F-B788-ED050111862E}" dt="2020-09-16T19:09:20.357" v="0"/>
          <pc:sldLayoutMkLst>
            <pc:docMk/>
            <pc:sldMasterMk cId="2675746937" sldId="2147483648"/>
            <pc:sldLayoutMk cId="2124613824" sldId="2147483652"/>
          </pc:sldLayoutMkLst>
        </pc:sldLayoutChg>
        <pc:sldLayoutChg chg="add">
          <pc:chgData name="Euclides Paim" userId="0d84fb374bcffaab" providerId="Windows Live" clId="Web-{E6482DEF-0119-4D1F-B788-ED050111862E}" dt="2020-09-16T19:09:20.357" v="0"/>
          <pc:sldLayoutMkLst>
            <pc:docMk/>
            <pc:sldMasterMk cId="2675746937" sldId="2147483648"/>
            <pc:sldLayoutMk cId="3694421058" sldId="2147483653"/>
          </pc:sldLayoutMkLst>
        </pc:sldLayoutChg>
        <pc:sldLayoutChg chg="add">
          <pc:chgData name="Euclides Paim" userId="0d84fb374bcffaab" providerId="Windows Live" clId="Web-{E6482DEF-0119-4D1F-B788-ED050111862E}" dt="2020-09-16T19:09:20.357" v="0"/>
          <pc:sldLayoutMkLst>
            <pc:docMk/>
            <pc:sldMasterMk cId="2675746937" sldId="2147483648"/>
            <pc:sldLayoutMk cId="3108533492" sldId="2147483654"/>
          </pc:sldLayoutMkLst>
        </pc:sldLayoutChg>
        <pc:sldLayoutChg chg="add">
          <pc:chgData name="Euclides Paim" userId="0d84fb374bcffaab" providerId="Windows Live" clId="Web-{E6482DEF-0119-4D1F-B788-ED050111862E}" dt="2020-09-16T19:09:20.357" v="0"/>
          <pc:sldLayoutMkLst>
            <pc:docMk/>
            <pc:sldMasterMk cId="2675746937" sldId="2147483648"/>
            <pc:sldLayoutMk cId="578281579" sldId="2147483655"/>
          </pc:sldLayoutMkLst>
        </pc:sldLayoutChg>
        <pc:sldLayoutChg chg="add">
          <pc:chgData name="Euclides Paim" userId="0d84fb374bcffaab" providerId="Windows Live" clId="Web-{E6482DEF-0119-4D1F-B788-ED050111862E}" dt="2020-09-16T19:09:20.357" v="0"/>
          <pc:sldLayoutMkLst>
            <pc:docMk/>
            <pc:sldMasterMk cId="2675746937" sldId="2147483648"/>
            <pc:sldLayoutMk cId="2217836567" sldId="2147483656"/>
          </pc:sldLayoutMkLst>
        </pc:sldLayoutChg>
        <pc:sldLayoutChg chg="add">
          <pc:chgData name="Euclides Paim" userId="0d84fb374bcffaab" providerId="Windows Live" clId="Web-{E6482DEF-0119-4D1F-B788-ED050111862E}" dt="2020-09-16T19:09:20.357" v="0"/>
          <pc:sldLayoutMkLst>
            <pc:docMk/>
            <pc:sldMasterMk cId="2675746937" sldId="2147483648"/>
            <pc:sldLayoutMk cId="2245566346" sldId="2147483657"/>
          </pc:sldLayoutMkLst>
        </pc:sldLayoutChg>
        <pc:sldLayoutChg chg="add">
          <pc:chgData name="Euclides Paim" userId="0d84fb374bcffaab" providerId="Windows Live" clId="Web-{E6482DEF-0119-4D1F-B788-ED050111862E}" dt="2020-09-16T19:09:20.357" v="0"/>
          <pc:sldLayoutMkLst>
            <pc:docMk/>
            <pc:sldMasterMk cId="2675746937" sldId="2147483648"/>
            <pc:sldLayoutMk cId="746588027" sldId="2147483658"/>
          </pc:sldLayoutMkLst>
        </pc:sldLayoutChg>
        <pc:sldLayoutChg chg="add">
          <pc:chgData name="Euclides Paim" userId="0d84fb374bcffaab" providerId="Windows Live" clId="Web-{E6482DEF-0119-4D1F-B788-ED050111862E}" dt="2020-09-16T19:09:20.357" v="0"/>
          <pc:sldLayoutMkLst>
            <pc:docMk/>
            <pc:sldMasterMk cId="2675746937" sldId="2147483648"/>
            <pc:sldLayoutMk cId="1306397509" sldId="2147483659"/>
          </pc:sldLayoutMkLst>
        </pc:sldLayoutChg>
      </pc:sldMasterChg>
      <pc:sldMasterChg chg="replId modSldLayout">
        <pc:chgData name="Euclides Paim" userId="0d84fb374bcffaab" providerId="Windows Live" clId="Web-{E6482DEF-0119-4D1F-B788-ED050111862E}" dt="2020-09-16T19:09:20.357" v="0"/>
        <pc:sldMasterMkLst>
          <pc:docMk/>
          <pc:sldMasterMk cId="0" sldId="2147483674"/>
        </pc:sldMasterMkLst>
        <pc:sldLayoutChg chg="replId">
          <pc:chgData name="Euclides Paim" userId="0d84fb374bcffaab" providerId="Windows Live" clId="Web-{E6482DEF-0119-4D1F-B788-ED050111862E}" dt="2020-09-16T19:09:20.357" v="0"/>
          <pc:sldLayoutMkLst>
            <pc:docMk/>
            <pc:sldMasterMk cId="0" sldId="2147483674"/>
            <pc:sldLayoutMk cId="0" sldId="2147483675"/>
          </pc:sldLayoutMkLst>
        </pc:sldLayoutChg>
        <pc:sldLayoutChg chg="replId">
          <pc:chgData name="Euclides Paim" userId="0d84fb374bcffaab" providerId="Windows Live" clId="Web-{E6482DEF-0119-4D1F-B788-ED050111862E}" dt="2020-09-16T19:09:20.357" v="0"/>
          <pc:sldLayoutMkLst>
            <pc:docMk/>
            <pc:sldMasterMk cId="0" sldId="2147483674"/>
            <pc:sldLayoutMk cId="0" sldId="2147483676"/>
          </pc:sldLayoutMkLst>
        </pc:sldLayoutChg>
        <pc:sldLayoutChg chg="replId">
          <pc:chgData name="Euclides Paim" userId="0d84fb374bcffaab" providerId="Windows Live" clId="Web-{E6482DEF-0119-4D1F-B788-ED050111862E}" dt="2020-09-16T19:09:20.357" v="0"/>
          <pc:sldLayoutMkLst>
            <pc:docMk/>
            <pc:sldMasterMk cId="0" sldId="2147483674"/>
            <pc:sldLayoutMk cId="0" sldId="2147483677"/>
          </pc:sldLayoutMkLst>
        </pc:sldLayoutChg>
        <pc:sldLayoutChg chg="replId">
          <pc:chgData name="Euclides Paim" userId="0d84fb374bcffaab" providerId="Windows Live" clId="Web-{E6482DEF-0119-4D1F-B788-ED050111862E}" dt="2020-09-16T19:09:20.357" v="0"/>
          <pc:sldLayoutMkLst>
            <pc:docMk/>
            <pc:sldMasterMk cId="0" sldId="2147483674"/>
            <pc:sldLayoutMk cId="0" sldId="2147483678"/>
          </pc:sldLayoutMkLst>
        </pc:sldLayoutChg>
        <pc:sldLayoutChg chg="replId">
          <pc:chgData name="Euclides Paim" userId="0d84fb374bcffaab" providerId="Windows Live" clId="Web-{E6482DEF-0119-4D1F-B788-ED050111862E}" dt="2020-09-16T19:09:20.357" v="0"/>
          <pc:sldLayoutMkLst>
            <pc:docMk/>
            <pc:sldMasterMk cId="0" sldId="2147483674"/>
            <pc:sldLayoutMk cId="0" sldId="2147483679"/>
          </pc:sldLayoutMkLst>
        </pc:sldLayoutChg>
        <pc:sldLayoutChg chg="replId">
          <pc:chgData name="Euclides Paim" userId="0d84fb374bcffaab" providerId="Windows Live" clId="Web-{E6482DEF-0119-4D1F-B788-ED050111862E}" dt="2020-09-16T19:09:20.357" v="0"/>
          <pc:sldLayoutMkLst>
            <pc:docMk/>
            <pc:sldMasterMk cId="0" sldId="2147483674"/>
            <pc:sldLayoutMk cId="0" sldId="2147483680"/>
          </pc:sldLayoutMkLst>
        </pc:sldLayoutChg>
        <pc:sldLayoutChg chg="replId">
          <pc:chgData name="Euclides Paim" userId="0d84fb374bcffaab" providerId="Windows Live" clId="Web-{E6482DEF-0119-4D1F-B788-ED050111862E}" dt="2020-09-16T19:09:20.357" v="0"/>
          <pc:sldLayoutMkLst>
            <pc:docMk/>
            <pc:sldMasterMk cId="0" sldId="2147483674"/>
            <pc:sldLayoutMk cId="0" sldId="2147483681"/>
          </pc:sldLayoutMkLst>
        </pc:sldLayoutChg>
        <pc:sldLayoutChg chg="replId">
          <pc:chgData name="Euclides Paim" userId="0d84fb374bcffaab" providerId="Windows Live" clId="Web-{E6482DEF-0119-4D1F-B788-ED050111862E}" dt="2020-09-16T19:09:20.357" v="0"/>
          <pc:sldLayoutMkLst>
            <pc:docMk/>
            <pc:sldMasterMk cId="0" sldId="2147483674"/>
            <pc:sldLayoutMk cId="0" sldId="2147483682"/>
          </pc:sldLayoutMkLst>
        </pc:sldLayoutChg>
        <pc:sldLayoutChg chg="replId">
          <pc:chgData name="Euclides Paim" userId="0d84fb374bcffaab" providerId="Windows Live" clId="Web-{E6482DEF-0119-4D1F-B788-ED050111862E}" dt="2020-09-16T19:09:20.357" v="0"/>
          <pc:sldLayoutMkLst>
            <pc:docMk/>
            <pc:sldMasterMk cId="0" sldId="2147483674"/>
            <pc:sldLayoutMk cId="0" sldId="2147483683"/>
          </pc:sldLayoutMkLst>
        </pc:sldLayoutChg>
        <pc:sldLayoutChg chg="replId">
          <pc:chgData name="Euclides Paim" userId="0d84fb374bcffaab" providerId="Windows Live" clId="Web-{E6482DEF-0119-4D1F-B788-ED050111862E}" dt="2020-09-16T19:09:20.357" v="0"/>
          <pc:sldLayoutMkLst>
            <pc:docMk/>
            <pc:sldMasterMk cId="0" sldId="2147483674"/>
            <pc:sldLayoutMk cId="0" sldId="2147483684"/>
          </pc:sldLayoutMkLst>
        </pc:sldLayoutChg>
        <pc:sldLayoutChg chg="replId">
          <pc:chgData name="Euclides Paim" userId="0d84fb374bcffaab" providerId="Windows Live" clId="Web-{E6482DEF-0119-4D1F-B788-ED050111862E}" dt="2020-09-16T19:09:20.357" v="0"/>
          <pc:sldLayoutMkLst>
            <pc:docMk/>
            <pc:sldMasterMk cId="0" sldId="2147483674"/>
            <pc:sldLayoutMk cId="0" sldId="2147483685"/>
          </pc:sldLayoutMkLst>
        </pc:sldLayoutChg>
      </pc:sldMasterChg>
    </pc:docChg>
  </pc:docChgLst>
  <pc:docChgLst>
    <pc:chgData name="Euclides Paim" userId="0d84fb374bcffaab" providerId="Windows Live" clId="Web-{59FAE662-A47C-48A5-9A0E-35B8A0ECA4BF}"/>
    <pc:docChg chg="modSld">
      <pc:chgData name="Euclides Paim" userId="0d84fb374bcffaab" providerId="Windows Live" clId="Web-{59FAE662-A47C-48A5-9A0E-35B8A0ECA4BF}" dt="2020-09-16T17:47:24.118" v="61" actId="20577"/>
      <pc:docMkLst>
        <pc:docMk/>
      </pc:docMkLst>
      <pc:sldChg chg="modSp">
        <pc:chgData name="Euclides Paim" userId="0d84fb374bcffaab" providerId="Windows Live" clId="Web-{59FAE662-A47C-48A5-9A0E-35B8A0ECA4BF}" dt="2020-09-16T14:45:16.027" v="1"/>
        <pc:sldMkLst>
          <pc:docMk/>
          <pc:sldMk cId="0" sldId="256"/>
        </pc:sldMkLst>
        <pc:spChg chg="mod">
          <ac:chgData name="Euclides Paim" userId="0d84fb374bcffaab" providerId="Windows Live" clId="Web-{59FAE662-A47C-48A5-9A0E-35B8A0ECA4BF}" dt="2020-09-16T14:45:08.855" v="0"/>
          <ac:spMkLst>
            <pc:docMk/>
            <pc:sldMk cId="0" sldId="256"/>
            <ac:spMk id="82" creationId="{00000000-0000-0000-0000-000000000000}"/>
          </ac:spMkLst>
        </pc:spChg>
        <pc:spChg chg="mod">
          <ac:chgData name="Euclides Paim" userId="0d84fb374bcffaab" providerId="Windows Live" clId="Web-{59FAE662-A47C-48A5-9A0E-35B8A0ECA4BF}" dt="2020-09-16T14:45:16.027" v="1"/>
          <ac:spMkLst>
            <pc:docMk/>
            <pc:sldMk cId="0" sldId="256"/>
            <ac:spMk id="86" creationId="{00000000-0000-0000-0000-000000000000}"/>
          </ac:spMkLst>
        </pc:spChg>
      </pc:sldChg>
      <pc:sldChg chg="modSp">
        <pc:chgData name="Euclides Paim" userId="0d84fb374bcffaab" providerId="Windows Live" clId="Web-{59FAE662-A47C-48A5-9A0E-35B8A0ECA4BF}" dt="2020-09-16T14:45:28.356" v="3"/>
        <pc:sldMkLst>
          <pc:docMk/>
          <pc:sldMk cId="0" sldId="257"/>
        </pc:sldMkLst>
        <pc:spChg chg="mod">
          <ac:chgData name="Euclides Paim" userId="0d84fb374bcffaab" providerId="Windows Live" clId="Web-{59FAE662-A47C-48A5-9A0E-35B8A0ECA4BF}" dt="2020-09-16T14:45:28.356" v="3"/>
          <ac:spMkLst>
            <pc:docMk/>
            <pc:sldMk cId="0" sldId="257"/>
            <ac:spMk id="87" creationId="{00000000-0000-0000-0000-000000000000}"/>
          </ac:spMkLst>
        </pc:spChg>
        <pc:spChg chg="mod">
          <ac:chgData name="Euclides Paim" userId="0d84fb374bcffaab" providerId="Windows Live" clId="Web-{59FAE662-A47C-48A5-9A0E-35B8A0ECA4BF}" dt="2020-09-16T14:45:24.449" v="2"/>
          <ac:spMkLst>
            <pc:docMk/>
            <pc:sldMk cId="0" sldId="257"/>
            <ac:spMk id="91" creationId="{00000000-0000-0000-0000-000000000000}"/>
          </ac:spMkLst>
        </pc:spChg>
      </pc:sldChg>
      <pc:sldChg chg="modSp">
        <pc:chgData name="Euclides Paim" userId="0d84fb374bcffaab" providerId="Windows Live" clId="Web-{59FAE662-A47C-48A5-9A0E-35B8A0ECA4BF}" dt="2020-09-16T14:45:44.465" v="4"/>
        <pc:sldMkLst>
          <pc:docMk/>
          <pc:sldMk cId="0" sldId="259"/>
        </pc:sldMkLst>
        <pc:spChg chg="mod">
          <ac:chgData name="Euclides Paim" userId="0d84fb374bcffaab" providerId="Windows Live" clId="Web-{59FAE662-A47C-48A5-9A0E-35B8A0ECA4BF}" dt="2020-09-16T14:45:44.465" v="4"/>
          <ac:spMkLst>
            <pc:docMk/>
            <pc:sldMk cId="0" sldId="259"/>
            <ac:spMk id="101" creationId="{00000000-0000-0000-0000-000000000000}"/>
          </ac:spMkLst>
        </pc:spChg>
      </pc:sldChg>
      <pc:sldChg chg="modSp">
        <pc:chgData name="Euclides Paim" userId="0d84fb374bcffaab" providerId="Windows Live" clId="Web-{59FAE662-A47C-48A5-9A0E-35B8A0ECA4BF}" dt="2020-09-16T14:45:48.497" v="5"/>
        <pc:sldMkLst>
          <pc:docMk/>
          <pc:sldMk cId="0" sldId="260"/>
        </pc:sldMkLst>
        <pc:spChg chg="mod">
          <ac:chgData name="Euclides Paim" userId="0d84fb374bcffaab" providerId="Windows Live" clId="Web-{59FAE662-A47C-48A5-9A0E-35B8A0ECA4BF}" dt="2020-09-16T14:45:48.497" v="5"/>
          <ac:spMkLst>
            <pc:docMk/>
            <pc:sldMk cId="0" sldId="260"/>
            <ac:spMk id="107" creationId="{00000000-0000-0000-0000-000000000000}"/>
          </ac:spMkLst>
        </pc:spChg>
      </pc:sldChg>
      <pc:sldChg chg="modSp">
        <pc:chgData name="Euclides Paim" userId="0d84fb374bcffaab" providerId="Windows Live" clId="Web-{59FAE662-A47C-48A5-9A0E-35B8A0ECA4BF}" dt="2020-09-16T17:36:11.333" v="27" actId="1076"/>
        <pc:sldMkLst>
          <pc:docMk/>
          <pc:sldMk cId="0" sldId="261"/>
        </pc:sldMkLst>
        <pc:spChg chg="mod">
          <ac:chgData name="Euclides Paim" userId="0d84fb374bcffaab" providerId="Windows Live" clId="Web-{59FAE662-A47C-48A5-9A0E-35B8A0ECA4BF}" dt="2020-09-16T14:45:53.200" v="6"/>
          <ac:spMkLst>
            <pc:docMk/>
            <pc:sldMk cId="0" sldId="261"/>
            <ac:spMk id="140" creationId="{00000000-0000-0000-0000-000000000000}"/>
          </ac:spMkLst>
        </pc:spChg>
        <pc:spChg chg="mod">
          <ac:chgData name="Euclides Paim" userId="0d84fb374bcffaab" providerId="Windows Live" clId="Web-{59FAE662-A47C-48A5-9A0E-35B8A0ECA4BF}" dt="2020-09-16T17:35:26.957" v="26" actId="1076"/>
          <ac:spMkLst>
            <pc:docMk/>
            <pc:sldMk cId="0" sldId="261"/>
            <ac:spMk id="179" creationId="{00000000-0000-0000-0000-000000000000}"/>
          </ac:spMkLst>
        </pc:spChg>
        <pc:spChg chg="mod">
          <ac:chgData name="Euclides Paim" userId="0d84fb374bcffaab" providerId="Windows Live" clId="Web-{59FAE662-A47C-48A5-9A0E-35B8A0ECA4BF}" dt="2020-09-16T17:36:11.333" v="27" actId="1076"/>
          <ac:spMkLst>
            <pc:docMk/>
            <pc:sldMk cId="0" sldId="261"/>
            <ac:spMk id="181" creationId="{00000000-0000-0000-0000-000000000000}"/>
          </ac:spMkLst>
        </pc:spChg>
      </pc:sldChg>
      <pc:sldChg chg="modSp">
        <pc:chgData name="Euclides Paim" userId="0d84fb374bcffaab" providerId="Windows Live" clId="Web-{59FAE662-A47C-48A5-9A0E-35B8A0ECA4BF}" dt="2020-09-16T14:45:56.403" v="7"/>
        <pc:sldMkLst>
          <pc:docMk/>
          <pc:sldMk cId="0" sldId="262"/>
        </pc:sldMkLst>
        <pc:spChg chg="mod">
          <ac:chgData name="Euclides Paim" userId="0d84fb374bcffaab" providerId="Windows Live" clId="Web-{59FAE662-A47C-48A5-9A0E-35B8A0ECA4BF}" dt="2020-09-16T14:45:56.403" v="7"/>
          <ac:spMkLst>
            <pc:docMk/>
            <pc:sldMk cId="0" sldId="262"/>
            <ac:spMk id="186" creationId="{00000000-0000-0000-0000-000000000000}"/>
          </ac:spMkLst>
        </pc:spChg>
      </pc:sldChg>
      <pc:sldChg chg="modSp">
        <pc:chgData name="Euclides Paim" userId="0d84fb374bcffaab" providerId="Windows Live" clId="Web-{59FAE662-A47C-48A5-9A0E-35B8A0ECA4BF}" dt="2020-09-16T14:46:00.716" v="8"/>
        <pc:sldMkLst>
          <pc:docMk/>
          <pc:sldMk cId="0" sldId="263"/>
        </pc:sldMkLst>
        <pc:spChg chg="mod">
          <ac:chgData name="Euclides Paim" userId="0d84fb374bcffaab" providerId="Windows Live" clId="Web-{59FAE662-A47C-48A5-9A0E-35B8A0ECA4BF}" dt="2020-09-16T14:46:00.716" v="8"/>
          <ac:spMkLst>
            <pc:docMk/>
            <pc:sldMk cId="0" sldId="263"/>
            <ac:spMk id="190" creationId="{00000000-0000-0000-0000-000000000000}"/>
          </ac:spMkLst>
        </pc:spChg>
      </pc:sldChg>
      <pc:sldChg chg="modSp">
        <pc:chgData name="Euclides Paim" userId="0d84fb374bcffaab" providerId="Windows Live" clId="Web-{59FAE662-A47C-48A5-9A0E-35B8A0ECA4BF}" dt="2020-09-16T17:40:01.293" v="30" actId="20577"/>
        <pc:sldMkLst>
          <pc:docMk/>
          <pc:sldMk cId="0" sldId="264"/>
        </pc:sldMkLst>
        <pc:spChg chg="mod">
          <ac:chgData name="Euclides Paim" userId="0d84fb374bcffaab" providerId="Windows Live" clId="Web-{59FAE662-A47C-48A5-9A0E-35B8A0ECA4BF}" dt="2020-09-16T14:46:04.356" v="9"/>
          <ac:spMkLst>
            <pc:docMk/>
            <pc:sldMk cId="0" sldId="264"/>
            <ac:spMk id="195" creationId="{00000000-0000-0000-0000-000000000000}"/>
          </ac:spMkLst>
        </pc:spChg>
        <pc:spChg chg="mod">
          <ac:chgData name="Euclides Paim" userId="0d84fb374bcffaab" providerId="Windows Live" clId="Web-{59FAE662-A47C-48A5-9A0E-35B8A0ECA4BF}" dt="2020-09-16T17:40:01.293" v="30" actId="20577"/>
          <ac:spMkLst>
            <pc:docMk/>
            <pc:sldMk cId="0" sldId="264"/>
            <ac:spMk id="196" creationId="{00000000-0000-0000-0000-000000000000}"/>
          </ac:spMkLst>
        </pc:spChg>
      </pc:sldChg>
      <pc:sldChg chg="modSp">
        <pc:chgData name="Euclides Paim" userId="0d84fb374bcffaab" providerId="Windows Live" clId="Web-{59FAE662-A47C-48A5-9A0E-35B8A0ECA4BF}" dt="2020-09-16T14:46:07.825" v="10"/>
        <pc:sldMkLst>
          <pc:docMk/>
          <pc:sldMk cId="0" sldId="265"/>
        </pc:sldMkLst>
        <pc:spChg chg="mod">
          <ac:chgData name="Euclides Paim" userId="0d84fb374bcffaab" providerId="Windows Live" clId="Web-{59FAE662-A47C-48A5-9A0E-35B8A0ECA4BF}" dt="2020-09-16T14:46:07.825" v="10"/>
          <ac:spMkLst>
            <pc:docMk/>
            <pc:sldMk cId="0" sldId="265"/>
            <ac:spMk id="199" creationId="{00000000-0000-0000-0000-000000000000}"/>
          </ac:spMkLst>
        </pc:spChg>
      </pc:sldChg>
      <pc:sldChg chg="modSp">
        <pc:chgData name="Euclides Paim" userId="0d84fb374bcffaab" providerId="Windows Live" clId="Web-{59FAE662-A47C-48A5-9A0E-35B8A0ECA4BF}" dt="2020-09-16T14:46:10.716" v="11"/>
        <pc:sldMkLst>
          <pc:docMk/>
          <pc:sldMk cId="0" sldId="266"/>
        </pc:sldMkLst>
        <pc:spChg chg="mod">
          <ac:chgData name="Euclides Paim" userId="0d84fb374bcffaab" providerId="Windows Live" clId="Web-{59FAE662-A47C-48A5-9A0E-35B8A0ECA4BF}" dt="2020-09-16T14:46:10.716" v="11"/>
          <ac:spMkLst>
            <pc:docMk/>
            <pc:sldMk cId="0" sldId="266"/>
            <ac:spMk id="203" creationId="{00000000-0000-0000-0000-000000000000}"/>
          </ac:spMkLst>
        </pc:spChg>
      </pc:sldChg>
      <pc:sldChg chg="modSp">
        <pc:chgData name="Euclides Paim" userId="0d84fb374bcffaab" providerId="Windows Live" clId="Web-{59FAE662-A47C-48A5-9A0E-35B8A0ECA4BF}" dt="2020-09-16T14:46:14.357" v="12"/>
        <pc:sldMkLst>
          <pc:docMk/>
          <pc:sldMk cId="0" sldId="267"/>
        </pc:sldMkLst>
        <pc:spChg chg="mod">
          <ac:chgData name="Euclides Paim" userId="0d84fb374bcffaab" providerId="Windows Live" clId="Web-{59FAE662-A47C-48A5-9A0E-35B8A0ECA4BF}" dt="2020-09-16T14:46:14.357" v="12"/>
          <ac:spMkLst>
            <pc:docMk/>
            <pc:sldMk cId="0" sldId="267"/>
            <ac:spMk id="207" creationId="{00000000-0000-0000-0000-000000000000}"/>
          </ac:spMkLst>
        </pc:spChg>
      </pc:sldChg>
      <pc:sldChg chg="modSp">
        <pc:chgData name="Euclides Paim" userId="0d84fb374bcffaab" providerId="Windows Live" clId="Web-{59FAE662-A47C-48A5-9A0E-35B8A0ECA4BF}" dt="2020-09-16T17:41:00.217" v="34" actId="20577"/>
        <pc:sldMkLst>
          <pc:docMk/>
          <pc:sldMk cId="0" sldId="268"/>
        </pc:sldMkLst>
        <pc:spChg chg="mod">
          <ac:chgData name="Euclides Paim" userId="0d84fb374bcffaab" providerId="Windows Live" clId="Web-{59FAE662-A47C-48A5-9A0E-35B8A0ECA4BF}" dt="2020-09-16T14:46:17.482" v="13"/>
          <ac:spMkLst>
            <pc:docMk/>
            <pc:sldMk cId="0" sldId="268"/>
            <ac:spMk id="211" creationId="{00000000-0000-0000-0000-000000000000}"/>
          </ac:spMkLst>
        </pc:spChg>
        <pc:spChg chg="mod">
          <ac:chgData name="Euclides Paim" userId="0d84fb374bcffaab" providerId="Windows Live" clId="Web-{59FAE662-A47C-48A5-9A0E-35B8A0ECA4BF}" dt="2020-09-16T17:41:00.217" v="34" actId="20577"/>
          <ac:spMkLst>
            <pc:docMk/>
            <pc:sldMk cId="0" sldId="268"/>
            <ac:spMk id="212" creationId="{00000000-0000-0000-0000-000000000000}"/>
          </ac:spMkLst>
        </pc:spChg>
      </pc:sldChg>
      <pc:sldChg chg="modSp">
        <pc:chgData name="Euclides Paim" userId="0d84fb374bcffaab" providerId="Windows Live" clId="Web-{59FAE662-A47C-48A5-9A0E-35B8A0ECA4BF}" dt="2020-09-16T17:42:20.156" v="43" actId="20577"/>
        <pc:sldMkLst>
          <pc:docMk/>
          <pc:sldMk cId="0" sldId="269"/>
        </pc:sldMkLst>
        <pc:spChg chg="mod">
          <ac:chgData name="Euclides Paim" userId="0d84fb374bcffaab" providerId="Windows Live" clId="Web-{59FAE662-A47C-48A5-9A0E-35B8A0ECA4BF}" dt="2020-09-16T14:46:21.497" v="14"/>
          <ac:spMkLst>
            <pc:docMk/>
            <pc:sldMk cId="0" sldId="269"/>
            <ac:spMk id="216" creationId="{00000000-0000-0000-0000-000000000000}"/>
          </ac:spMkLst>
        </pc:spChg>
        <pc:spChg chg="mod">
          <ac:chgData name="Euclides Paim" userId="0d84fb374bcffaab" providerId="Windows Live" clId="Web-{59FAE662-A47C-48A5-9A0E-35B8A0ECA4BF}" dt="2020-09-16T17:42:20.156" v="43" actId="20577"/>
          <ac:spMkLst>
            <pc:docMk/>
            <pc:sldMk cId="0" sldId="269"/>
            <ac:spMk id="217" creationId="{00000000-0000-0000-0000-000000000000}"/>
          </ac:spMkLst>
        </pc:spChg>
      </pc:sldChg>
      <pc:sldChg chg="modSp">
        <pc:chgData name="Euclides Paim" userId="0d84fb374bcffaab" providerId="Windows Live" clId="Web-{59FAE662-A47C-48A5-9A0E-35B8A0ECA4BF}" dt="2020-09-16T14:46:24.966" v="15"/>
        <pc:sldMkLst>
          <pc:docMk/>
          <pc:sldMk cId="0" sldId="270"/>
        </pc:sldMkLst>
        <pc:spChg chg="mod">
          <ac:chgData name="Euclides Paim" userId="0d84fb374bcffaab" providerId="Windows Live" clId="Web-{59FAE662-A47C-48A5-9A0E-35B8A0ECA4BF}" dt="2020-09-16T14:46:24.966" v="15"/>
          <ac:spMkLst>
            <pc:docMk/>
            <pc:sldMk cId="0" sldId="270"/>
            <ac:spMk id="220" creationId="{00000000-0000-0000-0000-000000000000}"/>
          </ac:spMkLst>
        </pc:spChg>
      </pc:sldChg>
      <pc:sldChg chg="modSp">
        <pc:chgData name="Euclides Paim" userId="0d84fb374bcffaab" providerId="Windows Live" clId="Web-{59FAE662-A47C-48A5-9A0E-35B8A0ECA4BF}" dt="2020-09-16T14:46:30.154" v="16"/>
        <pc:sldMkLst>
          <pc:docMk/>
          <pc:sldMk cId="0" sldId="271"/>
        </pc:sldMkLst>
        <pc:spChg chg="mod">
          <ac:chgData name="Euclides Paim" userId="0d84fb374bcffaab" providerId="Windows Live" clId="Web-{59FAE662-A47C-48A5-9A0E-35B8A0ECA4BF}" dt="2020-09-16T14:46:30.154" v="16"/>
          <ac:spMkLst>
            <pc:docMk/>
            <pc:sldMk cId="0" sldId="271"/>
            <ac:spMk id="225" creationId="{00000000-0000-0000-0000-000000000000}"/>
          </ac:spMkLst>
        </pc:spChg>
      </pc:sldChg>
      <pc:sldChg chg="modSp">
        <pc:chgData name="Euclides Paim" userId="0d84fb374bcffaab" providerId="Windows Live" clId="Web-{59FAE662-A47C-48A5-9A0E-35B8A0ECA4BF}" dt="2020-09-16T14:46:41.701" v="17"/>
        <pc:sldMkLst>
          <pc:docMk/>
          <pc:sldMk cId="0" sldId="272"/>
        </pc:sldMkLst>
        <pc:spChg chg="mod">
          <ac:chgData name="Euclides Paim" userId="0d84fb374bcffaab" providerId="Windows Live" clId="Web-{59FAE662-A47C-48A5-9A0E-35B8A0ECA4BF}" dt="2020-09-16T14:46:41.701" v="17"/>
          <ac:spMkLst>
            <pc:docMk/>
            <pc:sldMk cId="0" sldId="272"/>
            <ac:spMk id="230" creationId="{00000000-0000-0000-0000-000000000000}"/>
          </ac:spMkLst>
        </pc:spChg>
      </pc:sldChg>
      <pc:sldChg chg="delSp modSp">
        <pc:chgData name="Euclides Paim" userId="0d84fb374bcffaab" providerId="Windows Live" clId="Web-{59FAE662-A47C-48A5-9A0E-35B8A0ECA4BF}" dt="2020-09-16T17:44:07.706" v="52"/>
        <pc:sldMkLst>
          <pc:docMk/>
          <pc:sldMk cId="0" sldId="273"/>
        </pc:sldMkLst>
        <pc:spChg chg="del mod ord">
          <ac:chgData name="Euclides Paim" userId="0d84fb374bcffaab" providerId="Windows Live" clId="Web-{59FAE662-A47C-48A5-9A0E-35B8A0ECA4BF}" dt="2020-09-16T17:44:02.300" v="51"/>
          <ac:spMkLst>
            <pc:docMk/>
            <pc:sldMk cId="0" sldId="273"/>
            <ac:spMk id="235" creationId="{00000000-0000-0000-0000-000000000000}"/>
          </ac:spMkLst>
        </pc:spChg>
        <pc:spChg chg="del">
          <ac:chgData name="Euclides Paim" userId="0d84fb374bcffaab" providerId="Windows Live" clId="Web-{59FAE662-A47C-48A5-9A0E-35B8A0ECA4BF}" dt="2020-09-16T17:44:07.706" v="52"/>
          <ac:spMkLst>
            <pc:docMk/>
            <pc:sldMk cId="0" sldId="273"/>
            <ac:spMk id="237" creationId="{00000000-0000-0000-0000-000000000000}"/>
          </ac:spMkLst>
        </pc:spChg>
        <pc:spChg chg="mod">
          <ac:chgData name="Euclides Paim" userId="0d84fb374bcffaab" providerId="Windows Live" clId="Web-{59FAE662-A47C-48A5-9A0E-35B8A0ECA4BF}" dt="2020-09-16T14:46:45.092" v="18"/>
          <ac:spMkLst>
            <pc:docMk/>
            <pc:sldMk cId="0" sldId="273"/>
            <ac:spMk id="239" creationId="{00000000-0000-0000-0000-000000000000}"/>
          </ac:spMkLst>
        </pc:spChg>
      </pc:sldChg>
      <pc:sldChg chg="modSp">
        <pc:chgData name="Euclides Paim" userId="0d84fb374bcffaab" providerId="Windows Live" clId="Web-{59FAE662-A47C-48A5-9A0E-35B8A0ECA4BF}" dt="2020-09-16T14:46:51.279" v="19"/>
        <pc:sldMkLst>
          <pc:docMk/>
          <pc:sldMk cId="0" sldId="274"/>
        </pc:sldMkLst>
        <pc:spChg chg="mod">
          <ac:chgData name="Euclides Paim" userId="0d84fb374bcffaab" providerId="Windows Live" clId="Web-{59FAE662-A47C-48A5-9A0E-35B8A0ECA4BF}" dt="2020-09-16T14:46:51.279" v="19"/>
          <ac:spMkLst>
            <pc:docMk/>
            <pc:sldMk cId="0" sldId="274"/>
            <ac:spMk id="244" creationId="{00000000-0000-0000-0000-000000000000}"/>
          </ac:spMkLst>
        </pc:spChg>
      </pc:sldChg>
      <pc:sldChg chg="modSp">
        <pc:chgData name="Euclides Paim" userId="0d84fb374bcffaab" providerId="Windows Live" clId="Web-{59FAE662-A47C-48A5-9A0E-35B8A0ECA4BF}" dt="2020-09-16T14:46:54.357" v="20"/>
        <pc:sldMkLst>
          <pc:docMk/>
          <pc:sldMk cId="0" sldId="275"/>
        </pc:sldMkLst>
        <pc:spChg chg="mod">
          <ac:chgData name="Euclides Paim" userId="0d84fb374bcffaab" providerId="Windows Live" clId="Web-{59FAE662-A47C-48A5-9A0E-35B8A0ECA4BF}" dt="2020-09-16T14:46:54.357" v="20"/>
          <ac:spMkLst>
            <pc:docMk/>
            <pc:sldMk cId="0" sldId="275"/>
            <ac:spMk id="248" creationId="{00000000-0000-0000-0000-000000000000}"/>
          </ac:spMkLst>
        </pc:spChg>
      </pc:sldChg>
      <pc:sldChg chg="modSp">
        <pc:chgData name="Euclides Paim" userId="0d84fb374bcffaab" providerId="Windows Live" clId="Web-{59FAE662-A47C-48A5-9A0E-35B8A0ECA4BF}" dt="2020-09-16T14:46:57.951" v="21"/>
        <pc:sldMkLst>
          <pc:docMk/>
          <pc:sldMk cId="0" sldId="276"/>
        </pc:sldMkLst>
        <pc:spChg chg="mod">
          <ac:chgData name="Euclides Paim" userId="0d84fb374bcffaab" providerId="Windows Live" clId="Web-{59FAE662-A47C-48A5-9A0E-35B8A0ECA4BF}" dt="2020-09-16T14:46:57.951" v="21"/>
          <ac:spMkLst>
            <pc:docMk/>
            <pc:sldMk cId="0" sldId="276"/>
            <ac:spMk id="252" creationId="{00000000-0000-0000-0000-000000000000}"/>
          </ac:spMkLst>
        </pc:spChg>
      </pc:sldChg>
      <pc:sldChg chg="modSp">
        <pc:chgData name="Euclides Paim" userId="0d84fb374bcffaab" providerId="Windows Live" clId="Web-{59FAE662-A47C-48A5-9A0E-35B8A0ECA4BF}" dt="2020-09-16T17:47:21.353" v="59" actId="20577"/>
        <pc:sldMkLst>
          <pc:docMk/>
          <pc:sldMk cId="0" sldId="277"/>
        </pc:sldMkLst>
        <pc:spChg chg="mod">
          <ac:chgData name="Euclides Paim" userId="0d84fb374bcffaab" providerId="Windows Live" clId="Web-{59FAE662-A47C-48A5-9A0E-35B8A0ECA4BF}" dt="2020-09-16T17:47:04.196" v="57" actId="1076"/>
          <ac:spMkLst>
            <pc:docMk/>
            <pc:sldMk cId="0" sldId="277"/>
            <ac:spMk id="427" creationId="{00000000-0000-0000-0000-000000000000}"/>
          </ac:spMkLst>
        </pc:spChg>
        <pc:spChg chg="mod">
          <ac:chgData name="Euclides Paim" userId="0d84fb374bcffaab" providerId="Windows Live" clId="Web-{59FAE662-A47C-48A5-9A0E-35B8A0ECA4BF}" dt="2020-09-16T14:47:02.358" v="22"/>
          <ac:spMkLst>
            <pc:docMk/>
            <pc:sldMk cId="0" sldId="277"/>
            <ac:spMk id="441" creationId="{00000000-0000-0000-0000-000000000000}"/>
          </ac:spMkLst>
        </pc:spChg>
        <pc:spChg chg="mod">
          <ac:chgData name="Euclides Paim" userId="0d84fb374bcffaab" providerId="Windows Live" clId="Web-{59FAE662-A47C-48A5-9A0E-35B8A0ECA4BF}" dt="2020-09-16T17:47:21.353" v="59" actId="20577"/>
          <ac:spMkLst>
            <pc:docMk/>
            <pc:sldMk cId="0" sldId="277"/>
            <ac:spMk id="442" creationId="{00000000-0000-0000-0000-000000000000}"/>
          </ac:spMkLst>
        </pc:spChg>
      </pc:sldChg>
      <pc:sldChg chg="modSp">
        <pc:chgData name="Euclides Paim" userId="0d84fb374bcffaab" providerId="Windows Live" clId="Web-{59FAE662-A47C-48A5-9A0E-35B8A0ECA4BF}" dt="2020-09-16T14:47:15.748" v="23"/>
        <pc:sldMkLst>
          <pc:docMk/>
          <pc:sldMk cId="0" sldId="278"/>
        </pc:sldMkLst>
        <pc:spChg chg="mod">
          <ac:chgData name="Euclides Paim" userId="0d84fb374bcffaab" providerId="Windows Live" clId="Web-{59FAE662-A47C-48A5-9A0E-35B8A0ECA4BF}" dt="2020-09-16T14:47:15.748" v="23"/>
          <ac:spMkLst>
            <pc:docMk/>
            <pc:sldMk cId="0" sldId="278"/>
            <ac:spMk id="445" creationId="{00000000-0000-0000-0000-000000000000}"/>
          </ac:spMkLst>
        </pc:spChg>
      </pc:sldChg>
      <pc:sldChg chg="modSp">
        <pc:chgData name="Euclides Paim" userId="0d84fb374bcffaab" providerId="Windows Live" clId="Web-{59FAE662-A47C-48A5-9A0E-35B8A0ECA4BF}" dt="2020-09-16T14:47:18.717" v="24"/>
        <pc:sldMkLst>
          <pc:docMk/>
          <pc:sldMk cId="0" sldId="279"/>
        </pc:sldMkLst>
        <pc:spChg chg="mod">
          <ac:chgData name="Euclides Paim" userId="0d84fb374bcffaab" providerId="Windows Live" clId="Web-{59FAE662-A47C-48A5-9A0E-35B8A0ECA4BF}" dt="2020-09-16T14:47:18.717" v="24"/>
          <ac:spMkLst>
            <pc:docMk/>
            <pc:sldMk cId="0" sldId="279"/>
            <ac:spMk id="451" creationId="{00000000-0000-0000-0000-000000000000}"/>
          </ac:spMkLst>
        </pc:spChg>
      </pc:sldChg>
      <pc:sldChg chg="modSp">
        <pc:chgData name="Euclides Paim" userId="0d84fb374bcffaab" providerId="Windows Live" clId="Web-{59FAE662-A47C-48A5-9A0E-35B8A0ECA4BF}" dt="2020-09-16T14:47:21.420" v="25"/>
        <pc:sldMkLst>
          <pc:docMk/>
          <pc:sldMk cId="0" sldId="280"/>
        </pc:sldMkLst>
        <pc:spChg chg="mod">
          <ac:chgData name="Euclides Paim" userId="0d84fb374bcffaab" providerId="Windows Live" clId="Web-{59FAE662-A47C-48A5-9A0E-35B8A0ECA4BF}" dt="2020-09-16T14:47:21.420" v="25"/>
          <ac:spMkLst>
            <pc:docMk/>
            <pc:sldMk cId="0" sldId="280"/>
            <ac:spMk id="45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de-DE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16.09.2020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16.09.2020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16.09.2020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16.09.2020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16.09.2020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16.09.2020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16.09.2020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16.09.2020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16.09.2020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16.09.2020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16.09.2020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pt-BR" sz="6000" b="0" strike="noStrike" spc="-1">
                <a:solidFill>
                  <a:srgbClr val="000000"/>
                </a:solidFill>
                <a:latin typeface="Calibri Light"/>
              </a:rPr>
              <a:t>Clique para editar o título mestre</a:t>
            </a:r>
            <a:endParaRPr lang="de-DE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13B9E31E-C214-4634-A48D-7A2DFEC01171}" type="datetime">
              <a:rPr lang="de-DE" sz="1200" b="0" strike="noStrike" spc="-1">
                <a:solidFill>
                  <a:srgbClr val="8B8B8B"/>
                </a:solidFill>
                <a:latin typeface="Calibri"/>
              </a:rPr>
              <a:t>16.09.2020</a:t>
            </a:fld>
            <a:endParaRPr lang="pt-BR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pt-BR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59DA710-C3D0-46B7-AD09-328200EBA793}" type="slidenum">
              <a:rPr lang="de-DE" sz="1200" b="0" strike="noStrike" spc="-1">
                <a:solidFill>
                  <a:srgbClr val="8B8B8B"/>
                </a:solidFill>
                <a:latin typeface="Calibri"/>
              </a:rPr>
              <a:t>‹nº›</a:t>
            </a:fld>
            <a:endParaRPr lang="pt-BR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45280" y="36576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pt-BR" sz="3300" b="0" strike="noStrike" spc="-1">
                <a:solidFill>
                  <a:srgbClr val="000000"/>
                </a:solidFill>
                <a:latin typeface="HP Simplified"/>
              </a:rPr>
              <a:t>Clique para editar o título mestre</a:t>
            </a:r>
            <a:endParaRPr lang="de-DE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45280" y="1828800"/>
            <a:ext cx="10515240" cy="43509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71360" indent="-1710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Wingdings 2" charset="2"/>
              <a:buChar char="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</a:rPr>
              <a:t>Editar estilos de texto Mestre</a:t>
            </a:r>
            <a:endParaRPr lang="de-DE" sz="2100" b="0" strike="noStrike" spc="-1">
              <a:solidFill>
                <a:srgbClr val="000000"/>
              </a:solidFill>
              <a:latin typeface="Calibri"/>
            </a:endParaRPr>
          </a:p>
          <a:p>
            <a:pPr marL="514440" lvl="1" indent="-1710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Wingdings 2" charset="2"/>
              <a:buChar char=""/>
            </a:pPr>
            <a:r>
              <a:rPr lang="pt-BR" sz="1800" b="0" strike="noStrike" spc="-1">
                <a:solidFill>
                  <a:srgbClr val="000000"/>
                </a:solidFill>
                <a:latin typeface="Calibri"/>
              </a:rPr>
              <a:t>Segundo nível</a:t>
            </a:r>
            <a:endParaRPr lang="de-DE" sz="1800" b="0" strike="noStrike" spc="-1">
              <a:solidFill>
                <a:srgbClr val="000000"/>
              </a:solidFill>
              <a:latin typeface="Calibri"/>
            </a:endParaRPr>
          </a:p>
          <a:p>
            <a:pPr marL="857160" lvl="2" indent="-1710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Wingdings 2" charset="2"/>
              <a:buChar char=""/>
            </a:pPr>
            <a:r>
              <a:rPr lang="pt-BR" sz="1500" b="0" strike="noStrike" spc="-1">
                <a:solidFill>
                  <a:srgbClr val="000000"/>
                </a:solidFill>
                <a:latin typeface="Calibri"/>
              </a:rPr>
              <a:t>Terceiro nível</a:t>
            </a:r>
            <a:endParaRPr lang="de-DE" sz="1500" b="0" strike="noStrike" spc="-1">
              <a:solidFill>
                <a:srgbClr val="000000"/>
              </a:solidFill>
              <a:latin typeface="Calibri"/>
            </a:endParaRPr>
          </a:p>
          <a:p>
            <a:pPr marL="1200240" lvl="3" indent="-1710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Wingdings 2" charset="2"/>
              <a:buChar char=""/>
            </a:pPr>
            <a:r>
              <a:rPr lang="pt-BR" sz="1350" b="0" strike="noStrike" spc="-1">
                <a:solidFill>
                  <a:srgbClr val="000000"/>
                </a:solidFill>
                <a:latin typeface="Calibri"/>
              </a:rPr>
              <a:t>Quarto nível</a:t>
            </a:r>
            <a:endParaRPr lang="de-DE" sz="1350" b="0" strike="noStrike" spc="-1">
              <a:solidFill>
                <a:srgbClr val="000000"/>
              </a:solidFill>
              <a:latin typeface="Calibri"/>
            </a:endParaRPr>
          </a:p>
          <a:p>
            <a:pPr marL="1542960" lvl="4" indent="-1710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Wingdings 2" charset="2"/>
              <a:buChar char=""/>
            </a:pPr>
            <a:r>
              <a:rPr lang="pt-BR" sz="1350" b="0" strike="noStrike" spc="-1">
                <a:solidFill>
                  <a:srgbClr val="000000"/>
                </a:solidFill>
                <a:latin typeface="Calibri"/>
              </a:rPr>
              <a:t>Quinto nível</a:t>
            </a:r>
            <a:endParaRPr lang="de-DE" sz="13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9F5D08A2-AADD-4AE8-8FB4-49E85B3BFADB}" type="datetime">
              <a:rPr lang="pt-BR" sz="830" b="0" strike="noStrike" spc="-1">
                <a:solidFill>
                  <a:srgbClr val="595959"/>
                </a:solidFill>
                <a:latin typeface="Calibri"/>
              </a:rPr>
              <a:t>16/09/2020</a:t>
            </a:fld>
            <a:endParaRPr lang="pt-BR" sz="83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pt-BR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76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58A55A0-CC5F-4727-8A95-655523FF2B83}" type="slidenum">
              <a:rPr lang="pt-BR" sz="830" b="0" strike="noStrike" spc="-1">
                <a:solidFill>
                  <a:srgbClr val="8B8B8B"/>
                </a:solidFill>
                <a:latin typeface="Calibri"/>
              </a:rPr>
              <a:t>‹nº›</a:t>
            </a:fld>
            <a:endParaRPr lang="pt-BR" sz="83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16.09.2020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F1E9E8CF-FE9E-4B81-B325-A5C58B74BD75}"/>
              </a:ext>
            </a:extLst>
          </p:cNvPr>
          <p:cNvSpPr/>
          <p:nvPr/>
        </p:nvSpPr>
        <p:spPr>
          <a:xfrm>
            <a:off x="1799147" y="2568336"/>
            <a:ext cx="8870828" cy="176841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67774" y="5241057"/>
            <a:ext cx="9144000" cy="10375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b="1">
                <a:cs typeface="Calibri"/>
              </a:rPr>
              <a:t>Professor: Euclides </a:t>
            </a:r>
            <a:r>
              <a:rPr lang="pt-BR" b="1">
                <a:cs typeface="Calibri"/>
              </a:rPr>
              <a:t>Paim</a:t>
            </a:r>
          </a:p>
          <a:p>
            <a:r>
              <a:rPr lang="de-DE" i="1">
                <a:cs typeface="Calibri" panose="020F0502020204030204"/>
              </a:rPr>
              <a:t>euclides.paim@ifc.edu.br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0CE7AA5-E1E6-4D1E-91AC-CA05762D0EAA}"/>
              </a:ext>
            </a:extLst>
          </p:cNvPr>
          <p:cNvSpPr txBox="1"/>
          <p:nvPr/>
        </p:nvSpPr>
        <p:spPr>
          <a:xfrm>
            <a:off x="1733910" y="3071004"/>
            <a:ext cx="873855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 b="1" dirty="0"/>
              <a:t>Hardware e Sistemas Operacionais</a:t>
            </a:r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3BCB967-DB78-40C0-A72A-F09C5D44A7F7}"/>
              </a:ext>
            </a:extLst>
          </p:cNvPr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5" descr="Uma imagem contendo faca&#10;&#10;Descrição gerada automaticamente">
            <a:extLst>
              <a:ext uri="{FF2B5EF4-FFF2-40B4-BE49-F238E27FC236}">
                <a16:creationId xmlns:a16="http://schemas.microsoft.com/office/drawing/2014/main" id="{772C15A6-71B8-4399-B521-028FB141A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3" y="211347"/>
            <a:ext cx="27336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913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1799280" y="2568240"/>
            <a:ext cx="8870400" cy="17679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" name="TextShape 2"/>
          <p:cNvSpPr txBox="1"/>
          <p:nvPr/>
        </p:nvSpPr>
        <p:spPr>
          <a:xfrm>
            <a:off x="1667880" y="5240880"/>
            <a:ext cx="9143640" cy="10371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1" strike="noStrike" spc="-1">
                <a:solidFill>
                  <a:srgbClr val="000000"/>
                </a:solidFill>
                <a:latin typeface="Calibri"/>
              </a:rPr>
              <a:t>Professor: Euclides </a:t>
            </a: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Paim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euclides.paim@ifc.edu.br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pt-BR" sz="2400" b="0" strike="noStrike" spc="-1">
              <a:latin typeface="Arial"/>
            </a:endParaRPr>
          </a:p>
        </p:txBody>
      </p:sp>
      <p:sp>
        <p:nvSpPr>
          <p:cNvPr id="90" name="CustomShape 3"/>
          <p:cNvSpPr/>
          <p:nvPr/>
        </p:nvSpPr>
        <p:spPr>
          <a:xfrm>
            <a:off x="3286576" y="3142800"/>
            <a:ext cx="5920265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3200" b="1" strike="noStrike" spc="-1" dirty="0">
                <a:solidFill>
                  <a:srgbClr val="000000"/>
                </a:solidFill>
                <a:latin typeface="Calibri"/>
                <a:cs typeface="Calibri"/>
              </a:rPr>
              <a:t>Gerenciamento de Processos</a:t>
            </a:r>
            <a:endParaRPr lang="pt-BR" sz="3200" b="0" strike="noStrike" spc="-1" dirty="0">
              <a:latin typeface="Calibri"/>
              <a:cs typeface="Calibri"/>
            </a:endParaRPr>
          </a:p>
        </p:txBody>
      </p:sp>
      <p:sp>
        <p:nvSpPr>
          <p:cNvPr id="91" name="CustomShape 4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" name="Imagem 4" descr="Uma imagem contendo faca&#10;&#10;Descrição gerada automaticamente">
            <a:extLst>
              <a:ext uri="{FF2B5EF4-FFF2-40B4-BE49-F238E27FC236}">
                <a16:creationId xmlns:a16="http://schemas.microsoft.com/office/drawing/2014/main" id="{A9ED6D4C-5C9E-4074-B98A-910884408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31" y="211347"/>
            <a:ext cx="273367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1679400" y="-144360"/>
            <a:ext cx="304560" cy="30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" name="CustomShape 2"/>
          <p:cNvSpPr/>
          <p:nvPr/>
        </p:nvSpPr>
        <p:spPr>
          <a:xfrm>
            <a:off x="1679400" y="-144360"/>
            <a:ext cx="304560" cy="30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5" name="CustomShape 3"/>
          <p:cNvSpPr/>
          <p:nvPr/>
        </p:nvSpPr>
        <p:spPr>
          <a:xfrm>
            <a:off x="3646080" y="253080"/>
            <a:ext cx="4928040" cy="518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800" b="1" strike="noStrike" spc="-1">
                <a:solidFill>
                  <a:srgbClr val="000000"/>
                </a:solidFill>
                <a:latin typeface="Calibri"/>
                <a:ea typeface="Calibri"/>
              </a:rPr>
              <a:t>Sumário</a:t>
            </a:r>
            <a:endParaRPr lang="pt-BR" sz="2800" b="0" strike="noStrike" spc="-1">
              <a:latin typeface="Arial"/>
            </a:endParaRPr>
          </a:p>
        </p:txBody>
      </p:sp>
      <p:sp>
        <p:nvSpPr>
          <p:cNvPr id="96" name="CustomShape 4"/>
          <p:cNvSpPr/>
          <p:nvPr/>
        </p:nvSpPr>
        <p:spPr>
          <a:xfrm>
            <a:off x="103680" y="10080"/>
            <a:ext cx="11976120" cy="215280"/>
          </a:xfrm>
          <a:prstGeom prst="rect">
            <a:avLst/>
          </a:prstGeom>
          <a:solidFill>
            <a:srgbClr val="00B05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7" name="CustomShape 5"/>
          <p:cNvSpPr/>
          <p:nvPr/>
        </p:nvSpPr>
        <p:spPr>
          <a:xfrm>
            <a:off x="253080" y="1446480"/>
            <a:ext cx="11700000" cy="388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marL="343080" indent="-34272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,Sans-Serif"/>
              <a:buChar char="•"/>
            </a:pPr>
            <a:r>
              <a:rPr lang="pt-BR" sz="2200" b="1" strike="noStrike" spc="-1">
                <a:solidFill>
                  <a:srgbClr val="000000"/>
                </a:solidFill>
                <a:latin typeface="Calibri"/>
                <a:ea typeface="Calibri"/>
              </a:rPr>
              <a:t>Gerenciamento de Processos</a:t>
            </a:r>
            <a:br/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=&gt;</a:t>
            </a:r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Conceito</a:t>
            </a:r>
            <a:br/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=&gt; Estrutura</a:t>
            </a:r>
            <a:br/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          </a:t>
            </a:r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- Contexto de hardware</a:t>
            </a:r>
            <a:br/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          - Contexto de software</a:t>
            </a:r>
            <a:br/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          - Espaço de endereçamento</a:t>
            </a:r>
            <a:br/>
            <a:br/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=&gt; Bloco de controle de processo</a:t>
            </a:r>
            <a:endParaRPr lang="pt-BR" sz="21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751"/>
              </a:spcBef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      =&gt; Estado de um processo</a:t>
            </a:r>
            <a:br/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          </a:t>
            </a:r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     - </a:t>
            </a:r>
            <a:r>
              <a:rPr lang="pt-BR" sz="20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Running</a:t>
            </a:r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br/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               - </a:t>
            </a:r>
            <a:r>
              <a:rPr lang="pt-BR" sz="20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Ready</a:t>
            </a:r>
            <a:br/>
            <a:r>
              <a:rPr lang="pt-BR" sz="20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               - Wait</a:t>
            </a:r>
            <a:br/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      =&gt; Mudança de estado do processo</a:t>
            </a:r>
            <a:endParaRPr lang="pt-BR" sz="2100" b="0" strike="noStrike" spc="-1">
              <a:latin typeface="Arial"/>
            </a:endParaRPr>
          </a:p>
        </p:txBody>
      </p:sp>
      <p:pic>
        <p:nvPicPr>
          <p:cNvPr id="98" name="Imagem 6" descr="Uma imagem contendo desenho&#10;&#10;Descrição gerada automaticamente"/>
          <p:cNvPicPr/>
          <p:nvPr/>
        </p:nvPicPr>
        <p:blipFill>
          <a:blip r:embed="rId2"/>
          <a:stretch/>
        </p:blipFill>
        <p:spPr>
          <a:xfrm rot="20700000">
            <a:off x="8124840" y="2179800"/>
            <a:ext cx="2540880" cy="2498040"/>
          </a:xfrm>
          <a:prstGeom prst="rect">
            <a:avLst/>
          </a:prstGeom>
          <a:ln>
            <a:noFill/>
          </a:ln>
        </p:spPr>
      </p:pic>
      <p:pic>
        <p:nvPicPr>
          <p:cNvPr id="3" name="Imagem 5" descr="Uma imagem contendo faca&#10;&#10;Descrição gerada automaticamente">
            <a:extLst>
              <a:ext uri="{FF2B5EF4-FFF2-40B4-BE49-F238E27FC236}">
                <a16:creationId xmlns:a16="http://schemas.microsoft.com/office/drawing/2014/main" id="{B43B4212-8187-4339-A74B-EEDFC6C69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53" y="254479"/>
            <a:ext cx="273367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3631680" y="253080"/>
            <a:ext cx="4928040" cy="82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Sistemas Operacionais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Processo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2" name="CustomShape 3"/>
          <p:cNvSpPr/>
          <p:nvPr/>
        </p:nvSpPr>
        <p:spPr>
          <a:xfrm>
            <a:off x="123480" y="1719360"/>
            <a:ext cx="11987640" cy="339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marL="343080" indent="-342720" algn="just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Um </a:t>
            </a:r>
            <a:r>
              <a:rPr lang="pt-BR" sz="2000" b="1" strike="noStrike" spc="-1">
                <a:solidFill>
                  <a:srgbClr val="000000"/>
                </a:solidFill>
                <a:latin typeface="Calibri"/>
                <a:ea typeface="Calibri"/>
              </a:rPr>
              <a:t>processo</a:t>
            </a:r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 pode ser entendido como um </a:t>
            </a:r>
            <a:r>
              <a:rPr lang="pt-BR" sz="2000" b="1" i="1" strike="noStrike" spc="-1">
                <a:solidFill>
                  <a:srgbClr val="C55A11"/>
                </a:solidFill>
                <a:latin typeface="Calibri"/>
                <a:ea typeface="Calibri"/>
              </a:rPr>
              <a:t>programa em execução</a:t>
            </a:r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;</a:t>
            </a:r>
            <a:endParaRPr lang="pt-BR" sz="2000" b="0" strike="noStrike" spc="-1">
              <a:latin typeface="Arial"/>
            </a:endParaRPr>
          </a:p>
          <a:p>
            <a:pPr marL="800280" lvl="1" indent="-342720" algn="just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Um programa é uma</a:t>
            </a:r>
            <a:r>
              <a:rPr lang="pt-BR" sz="20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 sequência de instruções</a:t>
            </a:r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;</a:t>
            </a:r>
            <a:endParaRPr lang="pt-BR" sz="2000" b="0" strike="noStrike" spc="-1">
              <a:latin typeface="Arial"/>
            </a:endParaRPr>
          </a:p>
          <a:p>
            <a:pPr marL="343080" indent="-342720" algn="just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 O processo é um elemento ativo, que altera o seu estado, à medida que executa um programa;</a:t>
            </a:r>
            <a:endParaRPr lang="pt-BR" sz="2000" b="0" strike="noStrike" spc="-1">
              <a:latin typeface="Arial"/>
            </a:endParaRPr>
          </a:p>
          <a:p>
            <a:pPr marL="343080" indent="-342720" algn="just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 Vários processos podem executar o mesmo </a:t>
            </a:r>
            <a:r>
              <a:rPr lang="pt-BR" sz="20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programa</a:t>
            </a:r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 ao mesmo tempo;</a:t>
            </a:r>
            <a:endParaRPr lang="pt-BR" sz="20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751"/>
              </a:spcBef>
            </a:pPr>
            <a:endParaRPr lang="pt-BR" sz="2000" b="0" strike="noStrike" spc="-1">
              <a:latin typeface="Arial"/>
            </a:endParaRPr>
          </a:p>
          <a:p>
            <a:pPr marL="343080" indent="-342720" algn="just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1" strike="noStrike" spc="-1">
                <a:solidFill>
                  <a:srgbClr val="000000"/>
                </a:solidFill>
                <a:latin typeface="Calibri"/>
                <a:ea typeface="Calibri"/>
              </a:rPr>
              <a:t> Exemplo </a:t>
            </a:r>
            <a:endParaRPr lang="pt-BR" sz="2000" b="0" strike="noStrike" spc="-1">
              <a:latin typeface="Arial"/>
            </a:endParaRPr>
          </a:p>
          <a:p>
            <a:pPr marL="800280" lvl="1" indent="-342720" algn="just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Navegador (</a:t>
            </a:r>
            <a:r>
              <a:rPr lang="pt-BR" sz="20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e.g.</a:t>
            </a:r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, Chrome) e com as suas diferentes abas – Cada aba é um novo processo e dados (sites) diferentes.</a:t>
            </a:r>
            <a:endParaRPr lang="pt-BR" sz="20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pt-BR" sz="2000" b="0" strike="noStrike" spc="-1">
              <a:latin typeface="Arial"/>
            </a:endParaRPr>
          </a:p>
        </p:txBody>
      </p:sp>
      <p:pic>
        <p:nvPicPr>
          <p:cNvPr id="103" name="Imagem 6" descr="Tela de celular com texto preto sobre fundo branco&#10;&#10;Descrição gerada automaticamente"/>
          <p:cNvPicPr/>
          <p:nvPr/>
        </p:nvPicPr>
        <p:blipFill>
          <a:blip r:embed="rId2"/>
          <a:stretch/>
        </p:blipFill>
        <p:spPr>
          <a:xfrm>
            <a:off x="353520" y="4773240"/>
            <a:ext cx="5373720" cy="1825560"/>
          </a:xfrm>
          <a:prstGeom prst="rect">
            <a:avLst/>
          </a:prstGeom>
          <a:ln>
            <a:noFill/>
          </a:ln>
        </p:spPr>
      </p:pic>
      <p:pic>
        <p:nvPicPr>
          <p:cNvPr id="104" name="Imagem 7" descr="Tela de computador com texto preto sobre fundo branco&#10;&#10;Descrição gerada automaticamente"/>
          <p:cNvPicPr/>
          <p:nvPr/>
        </p:nvPicPr>
        <p:blipFill>
          <a:blip r:embed="rId3"/>
          <a:stretch/>
        </p:blipFill>
        <p:spPr>
          <a:xfrm>
            <a:off x="6478560" y="4773240"/>
            <a:ext cx="5373720" cy="1883520"/>
          </a:xfrm>
          <a:prstGeom prst="rect">
            <a:avLst/>
          </a:prstGeom>
          <a:ln>
            <a:noFill/>
          </a:ln>
        </p:spPr>
      </p:pic>
      <p:pic>
        <p:nvPicPr>
          <p:cNvPr id="3" name="Imagem 3" descr="Uma imagem contendo faca&#10;&#10;Descrição gerada automaticamente">
            <a:extLst>
              <a:ext uri="{FF2B5EF4-FFF2-40B4-BE49-F238E27FC236}">
                <a16:creationId xmlns:a16="http://schemas.microsoft.com/office/drawing/2014/main" id="{A8B2C1C9-ED63-45CF-A704-438007704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31" y="211347"/>
            <a:ext cx="273367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3631680" y="253080"/>
            <a:ext cx="4928040" cy="82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Sistemas Operacionais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Estrutura de um Processo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07" name="CustomShape 2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" name="CustomShape 3"/>
          <p:cNvSpPr/>
          <p:nvPr/>
        </p:nvSpPr>
        <p:spPr>
          <a:xfrm>
            <a:off x="123480" y="1719360"/>
            <a:ext cx="11987640" cy="272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marL="343080" indent="-34272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 Um processo é formado por três partes conhecidas como:</a:t>
            </a:r>
            <a:endParaRPr lang="pt-BR" sz="21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751"/>
              </a:spcBef>
            </a:pPr>
            <a:endParaRPr lang="pt-BR" sz="2100" b="0" strike="noStrike" spc="-1">
              <a:latin typeface="Arial"/>
            </a:endParaRPr>
          </a:p>
          <a:p>
            <a:pPr marL="1143000" lvl="2" indent="-45684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Contexto de hardware; </a:t>
            </a:r>
            <a:endParaRPr lang="pt-BR" sz="2100" b="0" strike="noStrike" spc="-1">
              <a:latin typeface="Arial"/>
            </a:endParaRPr>
          </a:p>
          <a:p>
            <a:pPr marL="1143000" lvl="2" indent="-45684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Contexto de software;</a:t>
            </a:r>
            <a:endParaRPr lang="pt-BR" sz="2100" b="0" strike="noStrike" spc="-1">
              <a:latin typeface="Arial"/>
            </a:endParaRPr>
          </a:p>
          <a:p>
            <a:pPr marL="1143000" lvl="2" indent="-45684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Espaço de endereçamento;</a:t>
            </a:r>
            <a:endParaRPr lang="pt-BR" sz="21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374"/>
              </a:spcBef>
            </a:pPr>
            <a:endParaRPr lang="pt-BR" sz="2100" b="0" strike="noStrike" spc="-1">
              <a:latin typeface="Arial"/>
            </a:endParaRPr>
          </a:p>
          <a:p>
            <a:pPr marL="800280" lvl="1" indent="-34272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Juntos mantêm todas as informações necessárias para a </a:t>
            </a:r>
            <a:br/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execução de um programa.</a:t>
            </a:r>
            <a:endParaRPr lang="pt-BR" sz="2100" b="0" strike="noStrike" spc="-1">
              <a:latin typeface="Arial"/>
            </a:endParaRPr>
          </a:p>
        </p:txBody>
      </p:sp>
      <p:grpSp>
        <p:nvGrpSpPr>
          <p:cNvPr id="109" name="Group 4"/>
          <p:cNvGrpSpPr/>
          <p:nvPr/>
        </p:nvGrpSpPr>
        <p:grpSpPr>
          <a:xfrm>
            <a:off x="7752240" y="1340640"/>
            <a:ext cx="4032000" cy="4581000"/>
            <a:chOff x="7752240" y="1340640"/>
            <a:chExt cx="4032000" cy="4581000"/>
          </a:xfrm>
        </p:grpSpPr>
        <p:grpSp>
          <p:nvGrpSpPr>
            <p:cNvPr id="110" name="Group 5"/>
            <p:cNvGrpSpPr/>
            <p:nvPr/>
          </p:nvGrpSpPr>
          <p:grpSpPr>
            <a:xfrm>
              <a:off x="7752240" y="1814400"/>
              <a:ext cx="4032000" cy="4107240"/>
              <a:chOff x="7752240" y="1814400"/>
              <a:chExt cx="4032000" cy="4107240"/>
            </a:xfrm>
          </p:grpSpPr>
          <p:sp>
            <p:nvSpPr>
              <p:cNvPr id="111" name="CustomShape 6"/>
              <p:cNvSpPr/>
              <p:nvPr/>
            </p:nvSpPr>
            <p:spPr>
              <a:xfrm>
                <a:off x="7752240" y="1814760"/>
                <a:ext cx="4032000" cy="41068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/>
            </p:style>
          </p:sp>
          <p:sp>
            <p:nvSpPr>
              <p:cNvPr id="112" name="Line 7"/>
              <p:cNvSpPr/>
              <p:nvPr/>
            </p:nvSpPr>
            <p:spPr>
              <a:xfrm>
                <a:off x="9790560" y="1814400"/>
                <a:ext cx="0" cy="2011320"/>
              </a:xfrm>
              <a:prstGeom prst="line">
                <a:avLst/>
              </a:prstGeom>
              <a:ln w="2844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13" name="Line 8"/>
              <p:cNvSpPr/>
              <p:nvPr/>
            </p:nvSpPr>
            <p:spPr>
              <a:xfrm>
                <a:off x="9855720" y="3870360"/>
                <a:ext cx="1656000" cy="1086120"/>
              </a:xfrm>
              <a:prstGeom prst="line">
                <a:avLst/>
              </a:prstGeom>
              <a:ln w="2844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14" name="Line 9"/>
              <p:cNvSpPr/>
              <p:nvPr/>
            </p:nvSpPr>
            <p:spPr>
              <a:xfrm flipV="1">
                <a:off x="7960680" y="3825000"/>
                <a:ext cx="1827000" cy="1016640"/>
              </a:xfrm>
              <a:prstGeom prst="line">
                <a:avLst/>
              </a:prstGeom>
              <a:ln w="2844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115" name="Group 10"/>
              <p:cNvGrpSpPr/>
              <p:nvPr/>
            </p:nvGrpSpPr>
            <p:grpSpPr>
              <a:xfrm>
                <a:off x="9180720" y="3178440"/>
                <a:ext cx="1308240" cy="1899720"/>
                <a:chOff x="9180720" y="3178440"/>
                <a:chExt cx="1308240" cy="1899720"/>
              </a:xfrm>
            </p:grpSpPr>
            <p:sp>
              <p:nvSpPr>
                <p:cNvPr id="116" name="CustomShape 11"/>
                <p:cNvSpPr/>
                <p:nvPr/>
              </p:nvSpPr>
              <p:spPr>
                <a:xfrm>
                  <a:off x="9321120" y="3696840"/>
                  <a:ext cx="933840" cy="448560"/>
                </a:xfrm>
                <a:prstGeom prst="rect">
                  <a:avLst/>
                </a:prstGeom>
                <a:ln/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/>
              </p:style>
            </p:sp>
            <p:sp>
              <p:nvSpPr>
                <p:cNvPr id="117" name="CustomShape 12"/>
                <p:cNvSpPr/>
                <p:nvPr/>
              </p:nvSpPr>
              <p:spPr>
                <a:xfrm>
                  <a:off x="9407160" y="3565800"/>
                  <a:ext cx="763560" cy="448560"/>
                </a:xfrm>
                <a:prstGeom prst="rect">
                  <a:avLst/>
                </a:prstGeom>
                <a:solidFill>
                  <a:srgbClr val="99FF99"/>
                </a:solidFill>
                <a:ln w="28440">
                  <a:solidFill>
                    <a:schemeClr val="tx2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18" name="Line 13"/>
                <p:cNvSpPr/>
                <p:nvPr/>
              </p:nvSpPr>
              <p:spPr>
                <a:xfrm>
                  <a:off x="9491040" y="3265200"/>
                  <a:ext cx="595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19" name="Line 14"/>
                <p:cNvSpPr/>
                <p:nvPr/>
              </p:nvSpPr>
              <p:spPr>
                <a:xfrm>
                  <a:off x="9491040" y="3351960"/>
                  <a:ext cx="595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20" name="Line 15"/>
                <p:cNvSpPr/>
                <p:nvPr/>
              </p:nvSpPr>
              <p:spPr>
                <a:xfrm>
                  <a:off x="9491040" y="3440520"/>
                  <a:ext cx="595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21" name="Line 16"/>
                <p:cNvSpPr/>
                <p:nvPr/>
              </p:nvSpPr>
              <p:spPr>
                <a:xfrm>
                  <a:off x="9491040" y="3527280"/>
                  <a:ext cx="595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22" name="Line 17"/>
                <p:cNvSpPr/>
                <p:nvPr/>
              </p:nvSpPr>
              <p:spPr>
                <a:xfrm>
                  <a:off x="9491040" y="3613680"/>
                  <a:ext cx="595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23" name="Line 18"/>
                <p:cNvSpPr/>
                <p:nvPr/>
              </p:nvSpPr>
              <p:spPr>
                <a:xfrm>
                  <a:off x="9491040" y="3702600"/>
                  <a:ext cx="595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24" name="Line 19"/>
                <p:cNvSpPr/>
                <p:nvPr/>
              </p:nvSpPr>
              <p:spPr>
                <a:xfrm>
                  <a:off x="9491040" y="3789000"/>
                  <a:ext cx="595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25" name="Line 20"/>
                <p:cNvSpPr/>
                <p:nvPr/>
              </p:nvSpPr>
              <p:spPr>
                <a:xfrm>
                  <a:off x="9491040" y="3875760"/>
                  <a:ext cx="595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26" name="Line 21"/>
                <p:cNvSpPr/>
                <p:nvPr/>
              </p:nvSpPr>
              <p:spPr>
                <a:xfrm>
                  <a:off x="9491040" y="3964320"/>
                  <a:ext cx="595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27" name="Line 22"/>
                <p:cNvSpPr/>
                <p:nvPr/>
              </p:nvSpPr>
              <p:spPr>
                <a:xfrm>
                  <a:off x="9491040" y="4051080"/>
                  <a:ext cx="595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28" name="Line 23"/>
                <p:cNvSpPr/>
                <p:nvPr/>
              </p:nvSpPr>
              <p:spPr>
                <a:xfrm>
                  <a:off x="9491040" y="4139640"/>
                  <a:ext cx="595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29" name="Line 24"/>
                <p:cNvSpPr/>
                <p:nvPr/>
              </p:nvSpPr>
              <p:spPr>
                <a:xfrm>
                  <a:off x="9491040" y="4226400"/>
                  <a:ext cx="595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30" name="Line 25"/>
                <p:cNvSpPr/>
                <p:nvPr/>
              </p:nvSpPr>
              <p:spPr>
                <a:xfrm>
                  <a:off x="9491040" y="4313160"/>
                  <a:ext cx="595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31" name="Line 26"/>
                <p:cNvSpPr/>
                <p:nvPr/>
              </p:nvSpPr>
              <p:spPr>
                <a:xfrm>
                  <a:off x="9491040" y="4401720"/>
                  <a:ext cx="595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32" name="Line 27"/>
                <p:cNvSpPr/>
                <p:nvPr/>
              </p:nvSpPr>
              <p:spPr>
                <a:xfrm>
                  <a:off x="9491040" y="3178440"/>
                  <a:ext cx="595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33" name="CustomShape 28"/>
                <p:cNvSpPr/>
                <p:nvPr/>
              </p:nvSpPr>
              <p:spPr>
                <a:xfrm>
                  <a:off x="9180720" y="4409640"/>
                  <a:ext cx="1308240" cy="668520"/>
                </a:xfrm>
                <a:prstGeom prst="rect">
                  <a:avLst/>
                </a:prstGeom>
                <a:noFill/>
                <a:ln w="936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>
                  <a:sp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lang="pt-BR" sz="1900" b="1" strike="noStrike" spc="-1">
                      <a:solidFill>
                        <a:srgbClr val="000000"/>
                      </a:solidFill>
                      <a:latin typeface="Calibri"/>
                    </a:rPr>
                    <a:t>Programa</a:t>
                  </a:r>
                  <a:endParaRPr lang="pt-BR" sz="1900" b="0" strike="noStrike" spc="-1">
                    <a:latin typeface="Arial"/>
                  </a:endParaRPr>
                </a:p>
              </p:txBody>
            </p:sp>
          </p:grpSp>
          <p:sp>
            <p:nvSpPr>
              <p:cNvPr id="134" name="CustomShape 29"/>
              <p:cNvSpPr/>
              <p:nvPr/>
            </p:nvSpPr>
            <p:spPr>
              <a:xfrm>
                <a:off x="8008560" y="2831760"/>
                <a:ext cx="1383120" cy="81972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pt-BR" sz="1600" b="1" strike="noStrike" spc="-1">
                    <a:solidFill>
                      <a:srgbClr val="000000"/>
                    </a:solidFill>
                    <a:latin typeface="Calibri"/>
                  </a:rPr>
                  <a:t>Contexto de Software</a:t>
                </a:r>
                <a:endParaRPr lang="pt-BR" sz="1600" b="0" strike="noStrike" spc="-1">
                  <a:latin typeface="Arial"/>
                </a:endParaRPr>
              </a:p>
            </p:txBody>
          </p:sp>
          <p:sp>
            <p:nvSpPr>
              <p:cNvPr id="135" name="CustomShape 30"/>
              <p:cNvSpPr/>
              <p:nvPr/>
            </p:nvSpPr>
            <p:spPr>
              <a:xfrm>
                <a:off x="10213920" y="2847240"/>
                <a:ext cx="1383120" cy="81972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pt-BR" sz="1600" b="1" strike="noStrike" spc="-1">
                    <a:solidFill>
                      <a:srgbClr val="000000"/>
                    </a:solidFill>
                    <a:latin typeface="Calibri"/>
                  </a:rPr>
                  <a:t>Contexto de Hardware</a:t>
                </a:r>
                <a:endParaRPr lang="pt-BR" sz="1600" b="0" strike="noStrike" spc="-1">
                  <a:latin typeface="Arial"/>
                </a:endParaRPr>
              </a:p>
            </p:txBody>
          </p:sp>
          <p:sp>
            <p:nvSpPr>
              <p:cNvPr id="136" name="CustomShape 31"/>
              <p:cNvSpPr/>
              <p:nvPr/>
            </p:nvSpPr>
            <p:spPr>
              <a:xfrm>
                <a:off x="8940960" y="4956840"/>
                <a:ext cx="1699560" cy="81972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pt-BR" sz="1600" b="1" strike="noStrike" spc="-1">
                    <a:solidFill>
                      <a:srgbClr val="000000"/>
                    </a:solidFill>
                    <a:latin typeface="Calibri"/>
                  </a:rPr>
                  <a:t>Espaço de Endereçamento</a:t>
                </a:r>
                <a:endParaRPr lang="pt-BR" sz="1600" b="0" strike="noStrike" spc="-1">
                  <a:latin typeface="Arial"/>
                </a:endParaRPr>
              </a:p>
            </p:txBody>
          </p:sp>
        </p:grpSp>
        <p:sp>
          <p:nvSpPr>
            <p:cNvPr id="137" name="CustomShape 32"/>
            <p:cNvSpPr/>
            <p:nvPr/>
          </p:nvSpPr>
          <p:spPr>
            <a:xfrm>
              <a:off x="7876080" y="1340640"/>
              <a:ext cx="3885840" cy="395280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pt-BR" sz="2000" b="1" strike="noStrike" spc="-1">
                  <a:solidFill>
                    <a:srgbClr val="000000"/>
                  </a:solidFill>
                  <a:latin typeface="Calibri"/>
                </a:rPr>
                <a:t>Estrutura de um Processo</a:t>
              </a:r>
              <a:endParaRPr lang="pt-BR" sz="2000" b="0" strike="noStrike" spc="-1">
                <a:latin typeface="Arial"/>
              </a:endParaRPr>
            </a:p>
          </p:txBody>
        </p:sp>
      </p:grpSp>
      <p:pic>
        <p:nvPicPr>
          <p:cNvPr id="3" name="Imagem 3" descr="Uma imagem contendo faca&#10;&#10;Descrição gerada automaticamente">
            <a:extLst>
              <a:ext uri="{FF2B5EF4-FFF2-40B4-BE49-F238E27FC236}">
                <a16:creationId xmlns:a16="http://schemas.microsoft.com/office/drawing/2014/main" id="{A7E7602E-F10A-4BFA-8042-992817D3B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8" y="254479"/>
            <a:ext cx="273367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ustomShape 1"/>
          <p:cNvSpPr/>
          <p:nvPr/>
        </p:nvSpPr>
        <p:spPr>
          <a:xfrm>
            <a:off x="3315600" y="209880"/>
            <a:ext cx="5560920" cy="1188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Sistemas Operacionais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Visão global da estrutura de um processo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40" name="CustomShape 2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41" name="Group 3"/>
          <p:cNvGrpSpPr/>
          <p:nvPr/>
        </p:nvGrpSpPr>
        <p:grpSpPr>
          <a:xfrm>
            <a:off x="952200" y="1409040"/>
            <a:ext cx="10011600" cy="5410800"/>
            <a:chOff x="952200" y="1409040"/>
            <a:chExt cx="10011600" cy="5410800"/>
          </a:xfrm>
        </p:grpSpPr>
        <p:sp>
          <p:nvSpPr>
            <p:cNvPr id="142" name="CustomShape 4"/>
            <p:cNvSpPr/>
            <p:nvPr/>
          </p:nvSpPr>
          <p:spPr>
            <a:xfrm>
              <a:off x="4026240" y="2044800"/>
              <a:ext cx="3901680" cy="357732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  <p:txBody>
            <a:bodyPr lIns="90000" tIns="45000" rIns="90000" bIns="45000" anchor="ctr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pt-BR" sz="18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pt-BR" sz="18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pt-BR" sz="18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pt-BR" sz="18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pt-BR" sz="18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pt-BR" sz="18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pt-BR" sz="1800" b="0" strike="noStrike" spc="-1">
                <a:latin typeface="Arial"/>
              </a:endParaRPr>
            </a:p>
          </p:txBody>
        </p:sp>
        <p:grpSp>
          <p:nvGrpSpPr>
            <p:cNvPr id="143" name="Group 5"/>
            <p:cNvGrpSpPr/>
            <p:nvPr/>
          </p:nvGrpSpPr>
          <p:grpSpPr>
            <a:xfrm>
              <a:off x="952200" y="1409040"/>
              <a:ext cx="10011600" cy="5410800"/>
              <a:chOff x="952200" y="1409040"/>
              <a:chExt cx="10011600" cy="5410800"/>
            </a:xfrm>
          </p:grpSpPr>
          <p:sp>
            <p:nvSpPr>
              <p:cNvPr id="144" name="Line 6"/>
              <p:cNvSpPr/>
              <p:nvPr/>
            </p:nvSpPr>
            <p:spPr>
              <a:xfrm>
                <a:off x="6023880" y="2272320"/>
                <a:ext cx="0" cy="1657440"/>
              </a:xfrm>
              <a:prstGeom prst="line">
                <a:avLst/>
              </a:prstGeom>
              <a:ln w="2844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45" name="Line 7"/>
              <p:cNvSpPr/>
              <p:nvPr/>
            </p:nvSpPr>
            <p:spPr>
              <a:xfrm>
                <a:off x="6021000" y="3928320"/>
                <a:ext cx="1521000" cy="831600"/>
              </a:xfrm>
              <a:prstGeom prst="line">
                <a:avLst/>
              </a:prstGeom>
              <a:ln w="2844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46" name="Line 8"/>
              <p:cNvSpPr/>
              <p:nvPr/>
            </p:nvSpPr>
            <p:spPr>
              <a:xfrm flipV="1">
                <a:off x="4509360" y="3928680"/>
                <a:ext cx="1513440" cy="830880"/>
              </a:xfrm>
              <a:prstGeom prst="line">
                <a:avLst/>
              </a:prstGeom>
              <a:ln w="2844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147" name="Group 9"/>
              <p:cNvGrpSpPr/>
              <p:nvPr/>
            </p:nvGrpSpPr>
            <p:grpSpPr>
              <a:xfrm>
                <a:off x="5253840" y="3398400"/>
                <a:ext cx="1364400" cy="1710720"/>
                <a:chOff x="5253840" y="3398400"/>
                <a:chExt cx="1364400" cy="1710720"/>
              </a:xfrm>
            </p:grpSpPr>
            <p:sp>
              <p:nvSpPr>
                <p:cNvPr id="148" name="CustomShape 10"/>
                <p:cNvSpPr/>
                <p:nvPr/>
              </p:nvSpPr>
              <p:spPr>
                <a:xfrm>
                  <a:off x="5619600" y="3801600"/>
                  <a:ext cx="825120" cy="415440"/>
                </a:xfrm>
                <a:prstGeom prst="rect">
                  <a:avLst/>
                </a:prstGeom>
                <a:ln/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/>
              </p:style>
            </p:sp>
            <p:sp>
              <p:nvSpPr>
                <p:cNvPr id="149" name="CustomShape 11"/>
                <p:cNvSpPr/>
                <p:nvPr/>
              </p:nvSpPr>
              <p:spPr>
                <a:xfrm>
                  <a:off x="5695560" y="3693600"/>
                  <a:ext cx="674640" cy="415440"/>
                </a:xfrm>
                <a:prstGeom prst="rect">
                  <a:avLst/>
                </a:prstGeom>
                <a:solidFill>
                  <a:srgbClr val="99FF99"/>
                </a:solidFill>
                <a:ln w="28440">
                  <a:solidFill>
                    <a:schemeClr val="tx2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50" name="Line 12"/>
                <p:cNvSpPr/>
                <p:nvPr/>
              </p:nvSpPr>
              <p:spPr>
                <a:xfrm>
                  <a:off x="5770080" y="3469680"/>
                  <a:ext cx="5259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51" name="Line 13"/>
                <p:cNvSpPr/>
                <p:nvPr/>
              </p:nvSpPr>
              <p:spPr>
                <a:xfrm>
                  <a:off x="5770080" y="3541320"/>
                  <a:ext cx="5259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52" name="Line 14"/>
                <p:cNvSpPr/>
                <p:nvPr/>
              </p:nvSpPr>
              <p:spPr>
                <a:xfrm>
                  <a:off x="5770080" y="3614040"/>
                  <a:ext cx="5259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53" name="Line 15"/>
                <p:cNvSpPr/>
                <p:nvPr/>
              </p:nvSpPr>
              <p:spPr>
                <a:xfrm>
                  <a:off x="5770080" y="3685680"/>
                  <a:ext cx="5259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54" name="Line 16"/>
                <p:cNvSpPr/>
                <p:nvPr/>
              </p:nvSpPr>
              <p:spPr>
                <a:xfrm>
                  <a:off x="5770080" y="3756960"/>
                  <a:ext cx="5259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55" name="Line 17"/>
                <p:cNvSpPr/>
                <p:nvPr/>
              </p:nvSpPr>
              <p:spPr>
                <a:xfrm>
                  <a:off x="5770080" y="3830040"/>
                  <a:ext cx="5259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56" name="Line 18"/>
                <p:cNvSpPr/>
                <p:nvPr/>
              </p:nvSpPr>
              <p:spPr>
                <a:xfrm>
                  <a:off x="5770080" y="3901680"/>
                  <a:ext cx="5259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57" name="Line 19"/>
                <p:cNvSpPr/>
                <p:nvPr/>
              </p:nvSpPr>
              <p:spPr>
                <a:xfrm>
                  <a:off x="5770080" y="3972960"/>
                  <a:ext cx="5259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58" name="Line 20"/>
                <p:cNvSpPr/>
                <p:nvPr/>
              </p:nvSpPr>
              <p:spPr>
                <a:xfrm>
                  <a:off x="5770080" y="4046040"/>
                  <a:ext cx="5259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59" name="Line 21"/>
                <p:cNvSpPr/>
                <p:nvPr/>
              </p:nvSpPr>
              <p:spPr>
                <a:xfrm>
                  <a:off x="5770080" y="4117320"/>
                  <a:ext cx="5259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60" name="Line 22"/>
                <p:cNvSpPr/>
                <p:nvPr/>
              </p:nvSpPr>
              <p:spPr>
                <a:xfrm>
                  <a:off x="5770080" y="4190400"/>
                  <a:ext cx="5259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61" name="Line 23"/>
                <p:cNvSpPr/>
                <p:nvPr/>
              </p:nvSpPr>
              <p:spPr>
                <a:xfrm>
                  <a:off x="5770080" y="4262040"/>
                  <a:ext cx="5259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62" name="Line 24"/>
                <p:cNvSpPr/>
                <p:nvPr/>
              </p:nvSpPr>
              <p:spPr>
                <a:xfrm>
                  <a:off x="5770080" y="4333320"/>
                  <a:ext cx="5259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63" name="Line 25"/>
                <p:cNvSpPr/>
                <p:nvPr/>
              </p:nvSpPr>
              <p:spPr>
                <a:xfrm>
                  <a:off x="5770080" y="4406400"/>
                  <a:ext cx="5259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64" name="Line 26"/>
                <p:cNvSpPr/>
                <p:nvPr/>
              </p:nvSpPr>
              <p:spPr>
                <a:xfrm>
                  <a:off x="5770080" y="3398400"/>
                  <a:ext cx="5259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165" name="CustomShape 27"/>
                <p:cNvSpPr/>
                <p:nvPr/>
              </p:nvSpPr>
              <p:spPr>
                <a:xfrm>
                  <a:off x="5253840" y="4408200"/>
                  <a:ext cx="1364400" cy="700920"/>
                </a:xfrm>
                <a:prstGeom prst="rect">
                  <a:avLst/>
                </a:prstGeom>
                <a:noFill/>
                <a:ln w="936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pt-BR" sz="2000" b="1" strike="noStrike" spc="-1">
                      <a:solidFill>
                        <a:srgbClr val="000000"/>
                      </a:solidFill>
                      <a:latin typeface="Calibri"/>
                    </a:rPr>
                    <a:t>Programa</a:t>
                  </a:r>
                  <a:endParaRPr lang="pt-BR" sz="2000" b="0" strike="noStrike" spc="-1">
                    <a:latin typeface="Arial"/>
                  </a:endParaRPr>
                </a:p>
              </p:txBody>
            </p:sp>
          </p:grpSp>
          <p:sp>
            <p:nvSpPr>
              <p:cNvPr id="166" name="CustomShape 28"/>
              <p:cNvSpPr/>
              <p:nvPr/>
            </p:nvSpPr>
            <p:spPr>
              <a:xfrm>
                <a:off x="4415040" y="3209760"/>
                <a:ext cx="1222200" cy="130932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pt-BR" sz="2000" b="1" strike="noStrike" spc="-1">
                    <a:solidFill>
                      <a:srgbClr val="000000"/>
                    </a:solidFill>
                    <a:latin typeface="Calibri"/>
                  </a:rPr>
                  <a:t>Contexto de Software</a:t>
                </a:r>
                <a:endParaRPr lang="pt-BR" sz="2000" b="0" strike="noStrike" spc="-1">
                  <a:latin typeface="Arial"/>
                </a:endParaRPr>
              </a:p>
            </p:txBody>
          </p:sp>
          <p:sp>
            <p:nvSpPr>
              <p:cNvPr id="167" name="CustomShape 29"/>
              <p:cNvSpPr/>
              <p:nvPr/>
            </p:nvSpPr>
            <p:spPr>
              <a:xfrm>
                <a:off x="6440760" y="3209760"/>
                <a:ext cx="1222200" cy="130932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pt-BR" sz="2000" b="1" strike="noStrike" spc="-1">
                    <a:solidFill>
                      <a:srgbClr val="000000"/>
                    </a:solidFill>
                    <a:latin typeface="Calibri"/>
                  </a:rPr>
                  <a:t>Contexto de Hardware</a:t>
                </a:r>
                <a:endParaRPr lang="pt-BR" sz="2000" b="0" strike="noStrike" spc="-1">
                  <a:latin typeface="Arial"/>
                </a:endParaRPr>
              </a:p>
            </p:txBody>
          </p:sp>
          <p:sp>
            <p:nvSpPr>
              <p:cNvPr id="168" name="CustomShape 30"/>
              <p:cNvSpPr/>
              <p:nvPr/>
            </p:nvSpPr>
            <p:spPr>
              <a:xfrm>
                <a:off x="4941720" y="4789440"/>
                <a:ext cx="2073600" cy="100440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pt-BR" sz="2000" b="1" strike="noStrike" spc="-1">
                    <a:solidFill>
                      <a:srgbClr val="000000"/>
                    </a:solidFill>
                    <a:latin typeface="Calibri"/>
                  </a:rPr>
                  <a:t>Espaço de Endereçamento</a:t>
                </a:r>
                <a:endParaRPr lang="pt-BR" sz="2000" b="0" strike="noStrike" spc="-1">
                  <a:latin typeface="Arial"/>
                </a:endParaRPr>
              </a:p>
            </p:txBody>
          </p:sp>
          <p:sp>
            <p:nvSpPr>
              <p:cNvPr id="169" name="Line 31"/>
              <p:cNvSpPr/>
              <p:nvPr/>
            </p:nvSpPr>
            <p:spPr>
              <a:xfrm flipV="1">
                <a:off x="3780720" y="4765320"/>
                <a:ext cx="761760" cy="407160"/>
              </a:xfrm>
              <a:prstGeom prst="line">
                <a:avLst/>
              </a:prstGeom>
              <a:ln w="28440" cap="rnd">
                <a:solidFill>
                  <a:schemeClr val="tx1"/>
                </a:solidFill>
                <a:prstDash val="sysDot"/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70" name="Line 32"/>
              <p:cNvSpPr/>
              <p:nvPr/>
            </p:nvSpPr>
            <p:spPr>
              <a:xfrm>
                <a:off x="7511040" y="4761720"/>
                <a:ext cx="750600" cy="406800"/>
              </a:xfrm>
              <a:prstGeom prst="line">
                <a:avLst/>
              </a:prstGeom>
              <a:ln w="28440" cap="rnd">
                <a:solidFill>
                  <a:schemeClr val="tx1"/>
                </a:solidFill>
                <a:prstDash val="sysDot"/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71" name="Line 33"/>
              <p:cNvSpPr/>
              <p:nvPr/>
            </p:nvSpPr>
            <p:spPr>
              <a:xfrm>
                <a:off x="6023880" y="1409040"/>
                <a:ext cx="0" cy="865080"/>
              </a:xfrm>
              <a:prstGeom prst="line">
                <a:avLst/>
              </a:prstGeom>
              <a:ln w="28440" cap="rnd">
                <a:solidFill>
                  <a:schemeClr val="tx1"/>
                </a:solidFill>
                <a:prstDash val="sysDot"/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72" name="CustomShape 34"/>
              <p:cNvSpPr/>
              <p:nvPr/>
            </p:nvSpPr>
            <p:spPr>
              <a:xfrm>
                <a:off x="5071320" y="1553400"/>
                <a:ext cx="902160" cy="39528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pt-BR" sz="2000" b="0" strike="noStrike" spc="-1">
                    <a:solidFill>
                      <a:srgbClr val="000000"/>
                    </a:solidFill>
                    <a:latin typeface="Calibri"/>
                  </a:rPr>
                  <a:t>nome</a:t>
                </a:r>
                <a:endParaRPr lang="pt-BR" sz="2000" b="0" strike="noStrike" spc="-1">
                  <a:latin typeface="Arial"/>
                </a:endParaRPr>
              </a:p>
            </p:txBody>
          </p:sp>
          <p:sp>
            <p:nvSpPr>
              <p:cNvPr id="173" name="CustomShape 35"/>
              <p:cNvSpPr/>
              <p:nvPr/>
            </p:nvSpPr>
            <p:spPr>
              <a:xfrm>
                <a:off x="4438080" y="1913760"/>
                <a:ext cx="604800" cy="39528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pt-BR" sz="2000" b="0" strike="noStrike" spc="-1">
                    <a:solidFill>
                      <a:srgbClr val="000000"/>
                    </a:solidFill>
                    <a:latin typeface="Calibri"/>
                  </a:rPr>
                  <a:t>PID</a:t>
                </a:r>
                <a:endParaRPr lang="pt-BR" sz="2000" b="0" strike="noStrike" spc="-1">
                  <a:latin typeface="Arial"/>
                </a:endParaRPr>
              </a:p>
            </p:txBody>
          </p:sp>
          <p:sp>
            <p:nvSpPr>
              <p:cNvPr id="174" name="CustomShape 36"/>
              <p:cNvSpPr/>
              <p:nvPr/>
            </p:nvSpPr>
            <p:spPr>
              <a:xfrm>
                <a:off x="3101760" y="2218320"/>
                <a:ext cx="1549800" cy="39528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pt-BR" sz="2000" b="0" strike="noStrike" spc="-1">
                    <a:solidFill>
                      <a:srgbClr val="000000"/>
                    </a:solidFill>
                    <a:latin typeface="Calibri"/>
                  </a:rPr>
                  <a:t>dono (UID)</a:t>
                </a:r>
                <a:endParaRPr lang="pt-BR" sz="2000" b="0" strike="noStrike" spc="-1">
                  <a:latin typeface="Arial"/>
                </a:endParaRPr>
              </a:p>
            </p:txBody>
          </p:sp>
          <p:sp>
            <p:nvSpPr>
              <p:cNvPr id="175" name="CustomShape 37"/>
              <p:cNvSpPr/>
              <p:nvPr/>
            </p:nvSpPr>
            <p:spPr>
              <a:xfrm>
                <a:off x="1236600" y="2717640"/>
                <a:ext cx="3168360" cy="39528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pt-BR" sz="2000" b="0" strike="noStrike" spc="-1">
                    <a:solidFill>
                      <a:srgbClr val="000000"/>
                    </a:solidFill>
                    <a:latin typeface="Calibri"/>
                  </a:rPr>
                  <a:t>prioridade de execução</a:t>
                </a:r>
                <a:endParaRPr lang="pt-BR" sz="2000" b="0" strike="noStrike" spc="-1">
                  <a:latin typeface="Arial"/>
                </a:endParaRPr>
              </a:p>
            </p:txBody>
          </p:sp>
          <p:sp>
            <p:nvSpPr>
              <p:cNvPr id="176" name="CustomShape 38"/>
              <p:cNvSpPr/>
              <p:nvPr/>
            </p:nvSpPr>
            <p:spPr>
              <a:xfrm>
                <a:off x="1185120" y="3325320"/>
                <a:ext cx="2816280" cy="39528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pt-BR" sz="2000" b="0" strike="noStrike" spc="-1">
                    <a:solidFill>
                      <a:srgbClr val="000000"/>
                    </a:solidFill>
                    <a:latin typeface="Calibri"/>
                  </a:rPr>
                  <a:t>data/hora de criação</a:t>
                </a:r>
                <a:endParaRPr lang="pt-BR" sz="2000" b="0" strike="noStrike" spc="-1">
                  <a:latin typeface="Arial"/>
                </a:endParaRPr>
              </a:p>
            </p:txBody>
          </p:sp>
          <p:sp>
            <p:nvSpPr>
              <p:cNvPr id="177" name="CustomShape 39"/>
              <p:cNvSpPr/>
              <p:nvPr/>
            </p:nvSpPr>
            <p:spPr>
              <a:xfrm>
                <a:off x="2759400" y="4522680"/>
                <a:ext cx="1484280" cy="39528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pt-BR" sz="2000" b="0" strike="noStrike" spc="-1">
                    <a:solidFill>
                      <a:srgbClr val="000000"/>
                    </a:solidFill>
                    <a:latin typeface="Calibri"/>
                  </a:rPr>
                  <a:t>privilégios</a:t>
                </a:r>
                <a:endParaRPr lang="pt-BR" sz="2000" b="0" strike="noStrike" spc="-1">
                  <a:latin typeface="Arial"/>
                </a:endParaRPr>
              </a:p>
            </p:txBody>
          </p:sp>
          <p:sp>
            <p:nvSpPr>
              <p:cNvPr id="178" name="CustomShape 40"/>
              <p:cNvSpPr/>
              <p:nvPr/>
            </p:nvSpPr>
            <p:spPr>
              <a:xfrm>
                <a:off x="6693120" y="1846080"/>
                <a:ext cx="2727720" cy="39528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pt-BR" sz="2000" b="0" strike="noStrike" spc="-1">
                    <a:solidFill>
                      <a:srgbClr val="000000"/>
                    </a:solidFill>
                    <a:latin typeface="Calibri"/>
                  </a:rPr>
                  <a:t>registradores gerais</a:t>
                </a:r>
                <a:endParaRPr lang="pt-BR" sz="2000" b="0" strike="noStrike" spc="-1">
                  <a:latin typeface="Arial"/>
                </a:endParaRPr>
              </a:p>
            </p:txBody>
          </p:sp>
          <p:sp>
            <p:nvSpPr>
              <p:cNvPr id="179" name="CustomShape 41"/>
              <p:cNvSpPr/>
              <p:nvPr/>
            </p:nvSpPr>
            <p:spPr>
              <a:xfrm>
                <a:off x="7611299" y="2603520"/>
                <a:ext cx="1994760" cy="39528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pt-BR" sz="2000" b="0" strike="noStrike" spc="-1">
                    <a:solidFill>
                      <a:srgbClr val="000000"/>
                    </a:solidFill>
                    <a:latin typeface="Calibri"/>
                  </a:rPr>
                  <a:t>registrador PC</a:t>
                </a:r>
                <a:endParaRPr lang="pt-BR" sz="2000" b="0" strike="noStrike" spc="-1">
                  <a:latin typeface="Arial"/>
                </a:endParaRPr>
              </a:p>
            </p:txBody>
          </p:sp>
          <p:sp>
            <p:nvSpPr>
              <p:cNvPr id="180" name="CustomShape 42"/>
              <p:cNvSpPr/>
              <p:nvPr/>
            </p:nvSpPr>
            <p:spPr>
              <a:xfrm>
                <a:off x="7984800" y="3376440"/>
                <a:ext cx="2979000" cy="70020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pt-BR" sz="2000" b="0" strike="noStrike" spc="-1">
                    <a:solidFill>
                      <a:srgbClr val="000000"/>
                    </a:solidFill>
                    <a:latin typeface="Calibri"/>
                  </a:rPr>
                  <a:t>registrador SP (</a:t>
                </a:r>
                <a:r>
                  <a:rPr lang="pt-BR" sz="2000" b="0" i="1" strike="noStrike" spc="-1">
                    <a:solidFill>
                      <a:srgbClr val="000000"/>
                    </a:solidFill>
                    <a:latin typeface="Calibri"/>
                  </a:rPr>
                  <a:t>Stack Pointer</a:t>
                </a:r>
                <a:r>
                  <a:rPr lang="pt-BR" sz="2000" b="0" strike="noStrike" spc="-1">
                    <a:solidFill>
                      <a:srgbClr val="000000"/>
                    </a:solidFill>
                    <a:latin typeface="Calibri"/>
                  </a:rPr>
                  <a:t>)</a:t>
                </a:r>
                <a:endParaRPr lang="pt-BR" sz="2000" b="0" strike="noStrike" spc="-1">
                  <a:latin typeface="Arial"/>
                </a:endParaRPr>
              </a:p>
            </p:txBody>
          </p:sp>
          <p:sp>
            <p:nvSpPr>
              <p:cNvPr id="181" name="CustomShape 43"/>
              <p:cNvSpPr/>
              <p:nvPr/>
            </p:nvSpPr>
            <p:spPr>
              <a:xfrm>
                <a:off x="7874232" y="4290480"/>
                <a:ext cx="2842200" cy="39528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pt-BR" sz="2000" b="0" strike="noStrike" spc="-1">
                    <a:solidFill>
                      <a:srgbClr val="000000"/>
                    </a:solidFill>
                    <a:latin typeface="Calibri"/>
                  </a:rPr>
                  <a:t>registrador de status</a:t>
                </a:r>
                <a:endParaRPr lang="pt-BR" sz="2000" b="0" strike="noStrike" spc="-1">
                  <a:latin typeface="Arial"/>
                </a:endParaRPr>
              </a:p>
            </p:txBody>
          </p:sp>
          <p:sp>
            <p:nvSpPr>
              <p:cNvPr id="182" name="CustomShape 44"/>
              <p:cNvSpPr/>
              <p:nvPr/>
            </p:nvSpPr>
            <p:spPr>
              <a:xfrm>
                <a:off x="4594680" y="5815440"/>
                <a:ext cx="2911320" cy="100440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pt-BR" sz="2000" b="0" strike="noStrike" spc="-1">
                    <a:solidFill>
                      <a:srgbClr val="000000"/>
                    </a:solidFill>
                    <a:latin typeface="Calibri"/>
                  </a:rPr>
                  <a:t>Endereços de memória principal alocados</a:t>
                </a:r>
                <a:endParaRPr lang="pt-BR" sz="2000" b="0" strike="noStrike" spc="-1">
                  <a:latin typeface="Arial"/>
                </a:endParaRPr>
              </a:p>
            </p:txBody>
          </p:sp>
          <p:sp>
            <p:nvSpPr>
              <p:cNvPr id="183" name="CustomShape 45"/>
              <p:cNvSpPr/>
              <p:nvPr/>
            </p:nvSpPr>
            <p:spPr>
              <a:xfrm>
                <a:off x="952200" y="4029840"/>
                <a:ext cx="3037320" cy="395280"/>
              </a:xfrm>
              <a:prstGeom prst="rect">
                <a:avLst/>
              </a:prstGeom>
              <a:noFill/>
              <a:ln w="936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pt-BR" sz="2000" b="0" strike="noStrike" spc="-1">
                    <a:solidFill>
                      <a:srgbClr val="000000"/>
                    </a:solidFill>
                    <a:latin typeface="Calibri"/>
                  </a:rPr>
                  <a:t>tempo de processador</a:t>
                </a:r>
                <a:endParaRPr lang="pt-BR" sz="2000" b="0" strike="noStrike" spc="-1">
                  <a:latin typeface="Arial"/>
                </a:endParaRPr>
              </a:p>
            </p:txBody>
          </p:sp>
        </p:grpSp>
      </p:grpSp>
      <p:pic>
        <p:nvPicPr>
          <p:cNvPr id="3" name="Imagem 3" descr="Uma imagem contendo faca&#10;&#10;Descrição gerada automaticamente">
            <a:extLst>
              <a:ext uri="{FF2B5EF4-FFF2-40B4-BE49-F238E27FC236}">
                <a16:creationId xmlns:a16="http://schemas.microsoft.com/office/drawing/2014/main" id="{35CC0016-27AB-4A95-821B-8D08D950A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8" y="211347"/>
            <a:ext cx="273367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stomShape 1"/>
          <p:cNvSpPr/>
          <p:nvPr/>
        </p:nvSpPr>
        <p:spPr>
          <a:xfrm>
            <a:off x="2869560" y="209880"/>
            <a:ext cx="6653520" cy="1188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Sistemas Operacionais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Estrutura de um Processo – Contexto de Hardware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86" name="CustomShape 2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7" name="CustomShape 3"/>
          <p:cNvSpPr/>
          <p:nvPr/>
        </p:nvSpPr>
        <p:spPr>
          <a:xfrm>
            <a:off x="123480" y="1489320"/>
            <a:ext cx="11987640" cy="4251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100" b="0" i="1" strike="noStrike" spc="-1">
                <a:solidFill>
                  <a:srgbClr val="000000"/>
                </a:solidFill>
                <a:latin typeface="Calibri"/>
              </a:rPr>
              <a:t>Contexto de hardware 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</a:rPr>
              <a:t>de um processo armazena o conteúdo dos registradores da CPU;</a:t>
            </a:r>
            <a:r>
              <a:rPr lang="en-US" sz="2100" b="0" strike="noStrike" spc="-1">
                <a:solidFill>
                  <a:srgbClr val="000000"/>
                </a:solidFill>
                <a:latin typeface="Calibri"/>
              </a:rPr>
              <a:t>​</a:t>
            </a:r>
            <a:endParaRPr lang="pt-BR" sz="21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100" b="0" strike="noStrike" spc="-1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</a:rPr>
              <a:t> Quando um processo está em </a:t>
            </a:r>
            <a:r>
              <a:rPr lang="pt-BR" sz="2100" b="0" i="1" strike="noStrike" spc="-1">
                <a:solidFill>
                  <a:srgbClr val="000000"/>
                </a:solidFill>
                <a:latin typeface="Calibri"/>
              </a:rPr>
              <a:t>execução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</a:rPr>
              <a:t>, o seu </a:t>
            </a:r>
            <a:r>
              <a:rPr lang="pt-BR" sz="2100" b="0" i="1" strike="noStrike" spc="-1">
                <a:solidFill>
                  <a:srgbClr val="000000"/>
                </a:solidFill>
                <a:latin typeface="Calibri"/>
              </a:rPr>
              <a:t>contexto de hardware 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</a:rPr>
              <a:t>está armazenado nos registradores da CPU;</a:t>
            </a:r>
            <a:r>
              <a:rPr lang="en-US" sz="2100" b="0" strike="noStrike" spc="-1">
                <a:solidFill>
                  <a:srgbClr val="000000"/>
                </a:solidFill>
                <a:latin typeface="Calibri"/>
              </a:rPr>
              <a:t>​</a:t>
            </a:r>
            <a:endParaRPr lang="pt-BR" sz="21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100" b="0" strike="noStrike" spc="-1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</a:rPr>
              <a:t>O sistema operacional gerencia a troca de contexto, base para a implementação da concorrência, que consiste:</a:t>
            </a:r>
            <a:r>
              <a:rPr lang="en-US" sz="2100" b="0" strike="noStrike" spc="-1">
                <a:solidFill>
                  <a:srgbClr val="000000"/>
                </a:solidFill>
                <a:latin typeface="Calibri"/>
              </a:rPr>
              <a:t>​</a:t>
            </a:r>
            <a:endParaRPr lang="pt-BR" sz="2100" b="0" strike="noStrike" spc="-1">
              <a:latin typeface="Arial"/>
            </a:endParaRPr>
          </a:p>
          <a:p>
            <a:pPr marL="800280" lvl="1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</a:rPr>
              <a:t>Salvar o conteúdo dos registradores do processo que está deixando a CPU; </a:t>
            </a:r>
            <a:r>
              <a:rPr lang="en-US" sz="2100" b="0" strike="noStrike" spc="-1">
                <a:solidFill>
                  <a:srgbClr val="000000"/>
                </a:solidFill>
                <a:latin typeface="Calibri"/>
              </a:rPr>
              <a:t>​</a:t>
            </a:r>
            <a:endParaRPr lang="pt-BR" sz="2100" b="0" strike="noStrike" spc="-1">
              <a:latin typeface="Arial"/>
            </a:endParaRPr>
          </a:p>
          <a:p>
            <a:pPr marL="800280" lvl="1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</a:rPr>
              <a:t>Carregá-los com os valores referentes ao do novo processo que será executado.</a:t>
            </a:r>
            <a:r>
              <a:rPr lang="en-US" sz="2100" b="0" strike="noStrike" spc="-1">
                <a:solidFill>
                  <a:srgbClr val="000000"/>
                </a:solidFill>
                <a:latin typeface="Calibri"/>
              </a:rPr>
              <a:t>​</a:t>
            </a:r>
            <a:endParaRPr lang="pt-BR" sz="2100" b="0" strike="noStrike" spc="-1">
              <a:latin typeface="Arial"/>
            </a:endParaRPr>
          </a:p>
          <a:p>
            <a:pPr marL="457200">
              <a:lnSpc>
                <a:spcPct val="100000"/>
              </a:lnSpc>
            </a:pPr>
            <a:endParaRPr lang="pt-BR" sz="2100" b="0" strike="noStrike" spc="-1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</a:rPr>
              <a:t> O contexto de </a:t>
            </a:r>
            <a:r>
              <a:rPr lang="pt-BR" sz="2100" b="0" i="1" strike="noStrike" spc="-1">
                <a:solidFill>
                  <a:srgbClr val="000000"/>
                </a:solidFill>
                <a:latin typeface="Calibri"/>
              </a:rPr>
              <a:t>hardware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</a:rPr>
              <a:t> é fundamental para a implementação dos sistemas Multiprogramáveis.</a:t>
            </a:r>
            <a:endParaRPr lang="pt-BR" sz="2100" b="0" strike="noStrike" spc="-1">
              <a:latin typeface="Arial"/>
            </a:endParaRPr>
          </a:p>
        </p:txBody>
      </p:sp>
      <p:pic>
        <p:nvPicPr>
          <p:cNvPr id="3" name="Imagem 3" descr="Uma imagem contendo faca&#10;&#10;Descrição gerada automaticamente">
            <a:extLst>
              <a:ext uri="{FF2B5EF4-FFF2-40B4-BE49-F238E27FC236}">
                <a16:creationId xmlns:a16="http://schemas.microsoft.com/office/drawing/2014/main" id="{3FEAB070-FD02-4B60-BD3E-15F0FC654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8" y="254480"/>
            <a:ext cx="273367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ustomShape 1"/>
          <p:cNvSpPr/>
          <p:nvPr/>
        </p:nvSpPr>
        <p:spPr>
          <a:xfrm>
            <a:off x="2869560" y="209880"/>
            <a:ext cx="6653520" cy="1188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Sistemas Operacionais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Estrutura de um Processo – Contexto de Hardware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90" name="CustomShape 2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91" name="Imagem 61" descr="Tela de celular com texto preto sobre fundo branco&#10;&#10;Descrição gerada automaticamente"/>
          <p:cNvPicPr/>
          <p:nvPr/>
        </p:nvPicPr>
        <p:blipFill>
          <a:blip r:embed="rId2"/>
          <a:srcRect l="8500" t="5262" r="8216" b="6722"/>
          <a:stretch/>
        </p:blipFill>
        <p:spPr>
          <a:xfrm>
            <a:off x="3418560" y="1033920"/>
            <a:ext cx="5542560" cy="5682960"/>
          </a:xfrm>
          <a:prstGeom prst="rect">
            <a:avLst/>
          </a:prstGeom>
          <a:ln>
            <a:noFill/>
          </a:ln>
        </p:spPr>
      </p:pic>
      <p:sp>
        <p:nvSpPr>
          <p:cNvPr id="192" name="CustomShape 3"/>
          <p:cNvSpPr/>
          <p:nvPr/>
        </p:nvSpPr>
        <p:spPr>
          <a:xfrm>
            <a:off x="4724280" y="3200400"/>
            <a:ext cx="2742840" cy="36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Imagem 3" descr="Uma imagem contendo faca&#10;&#10;Descrição gerada automaticamente">
            <a:extLst>
              <a:ext uri="{FF2B5EF4-FFF2-40B4-BE49-F238E27FC236}">
                <a16:creationId xmlns:a16="http://schemas.microsoft.com/office/drawing/2014/main" id="{F79B93AD-85A0-4EE4-871A-5D7CE5BD6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88" y="211347"/>
            <a:ext cx="273367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2869560" y="209880"/>
            <a:ext cx="6653520" cy="1188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Sistemas Operacionais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Estrutura de um Processo – Contexto de Software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95" name="CustomShape 2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6" name="CustomShape 3"/>
          <p:cNvSpPr/>
          <p:nvPr/>
        </p:nvSpPr>
        <p:spPr>
          <a:xfrm>
            <a:off x="123480" y="1489320"/>
            <a:ext cx="11987640" cy="4206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spAutoFit/>
          </a:bodyPr>
          <a:lstStyle/>
          <a:p>
            <a:pPr marL="342900" indent="-342265" algn="just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pt-BR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No </a:t>
            </a:r>
            <a:r>
              <a:rPr lang="pt-BR" sz="2200" b="0" i="1" strike="noStrike" spc="-1" dirty="0">
                <a:solidFill>
                  <a:srgbClr val="000000"/>
                </a:solidFill>
                <a:latin typeface="Calibri"/>
                <a:ea typeface="Calibri"/>
              </a:rPr>
              <a:t>contexto de software </a:t>
            </a:r>
            <a:r>
              <a:rPr lang="pt-BR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de um processo são especificados </a:t>
            </a:r>
            <a:r>
              <a:rPr lang="pt-BR" sz="2200" b="1" i="1" strike="noStrike" spc="-1" dirty="0">
                <a:solidFill>
                  <a:srgbClr val="000000"/>
                </a:solidFill>
                <a:latin typeface="Calibri"/>
                <a:ea typeface="Calibri"/>
              </a:rPr>
              <a:t>limites</a:t>
            </a:r>
            <a:r>
              <a:rPr lang="pt-BR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 e características dos </a:t>
            </a:r>
            <a:r>
              <a:rPr lang="pt-BR" sz="2200" b="1" i="1" strike="noStrike" spc="-1" dirty="0">
                <a:solidFill>
                  <a:srgbClr val="000000"/>
                </a:solidFill>
                <a:latin typeface="Calibri"/>
                <a:ea typeface="Calibri"/>
              </a:rPr>
              <a:t>recursos</a:t>
            </a:r>
            <a:r>
              <a:rPr lang="pt-BR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 que podem ser alocados pelo processo;</a:t>
            </a:r>
            <a:endParaRPr lang="pt-BR" sz="22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pt-BR" sz="2200" b="0" strike="noStrike" spc="-1">
              <a:latin typeface="Arial"/>
            </a:endParaRPr>
          </a:p>
          <a:p>
            <a:pPr marL="342900" indent="-342265" algn="just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pt-BR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A maior parte das informações do contexto de software do processo provém de um arquivo do S.O, conhecido como </a:t>
            </a:r>
            <a:r>
              <a:rPr lang="pt-BR" sz="2200" b="0" i="1" strike="noStrike" spc="-1" dirty="0">
                <a:solidFill>
                  <a:srgbClr val="000000"/>
                </a:solidFill>
                <a:latin typeface="Calibri"/>
                <a:ea typeface="Calibri"/>
              </a:rPr>
              <a:t>arquivo de usuários, </a:t>
            </a:r>
            <a:r>
              <a:rPr lang="pt-BR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que</a:t>
            </a:r>
            <a:r>
              <a:rPr lang="pt-BR" sz="2200" b="0" i="1" strike="noStrike" spc="-1" dirty="0">
                <a:solidFill>
                  <a:srgbClr val="000000"/>
                </a:solidFill>
                <a:latin typeface="Calibri"/>
                <a:ea typeface="Calibri"/>
              </a:rPr>
              <a:t>:</a:t>
            </a:r>
            <a:endParaRPr lang="pt-BR" sz="2200" b="0" strike="noStrike" spc="-1" dirty="0">
              <a:latin typeface="Arial"/>
            </a:endParaRPr>
          </a:p>
          <a:p>
            <a:pPr marL="800100" lvl="1" indent="-342265" algn="just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Especifica os limites dos recursos que cada processo pode alocar, sendo gerenciado pelo </a:t>
            </a:r>
            <a:r>
              <a:rPr lang="pt-BR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administrador do sistema;</a:t>
            </a:r>
            <a:endParaRPr lang="pt-BR" sz="2200" b="0" strike="noStrike" spc="-1" dirty="0">
              <a:latin typeface="Arial"/>
            </a:endParaRPr>
          </a:p>
          <a:p>
            <a:pPr marL="457200" algn="just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pt-BR" sz="2200" b="0" strike="noStrike" spc="-1">
              <a:latin typeface="Arial"/>
            </a:endParaRPr>
          </a:p>
          <a:p>
            <a:pPr marL="342900" indent="-342265" algn="just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pt-BR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O contexto de software é composto por três grupos de informações sobre o processo: </a:t>
            </a:r>
            <a:r>
              <a:rPr lang="pt-BR" sz="2200" b="1" i="1" strike="noStrike" spc="-1" dirty="0">
                <a:solidFill>
                  <a:srgbClr val="000000"/>
                </a:solidFill>
                <a:latin typeface="Calibri"/>
                <a:ea typeface="Calibri"/>
              </a:rPr>
              <a:t>identificação</a:t>
            </a:r>
            <a:r>
              <a:rPr lang="pt-BR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, </a:t>
            </a:r>
            <a:r>
              <a:rPr lang="pt-BR" sz="2200" b="1" i="1" strike="noStrike" spc="-1" dirty="0">
                <a:solidFill>
                  <a:srgbClr val="000000"/>
                </a:solidFill>
                <a:latin typeface="Calibri"/>
                <a:ea typeface="Calibri"/>
              </a:rPr>
              <a:t>quotas</a:t>
            </a:r>
            <a:r>
              <a:rPr lang="pt-BR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 e </a:t>
            </a:r>
            <a:r>
              <a:rPr lang="pt-BR" sz="2200" b="1" i="1" strike="noStrike" spc="-1" dirty="0">
                <a:solidFill>
                  <a:srgbClr val="000000"/>
                </a:solidFill>
                <a:latin typeface="Calibri"/>
                <a:ea typeface="Calibri"/>
              </a:rPr>
              <a:t>privilégios</a:t>
            </a:r>
            <a:r>
              <a:rPr lang="pt-BR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.</a:t>
            </a:r>
            <a:endParaRPr lang="pt-BR" sz="2200" b="0" strike="noStrike" spc="-1" dirty="0">
              <a:latin typeface="Arial"/>
            </a:endParaRPr>
          </a:p>
        </p:txBody>
      </p:sp>
      <p:pic>
        <p:nvPicPr>
          <p:cNvPr id="3" name="Imagem 3" descr="Uma imagem contendo faca&#10;&#10;Descrição gerada automaticamente">
            <a:extLst>
              <a:ext uri="{FF2B5EF4-FFF2-40B4-BE49-F238E27FC236}">
                <a16:creationId xmlns:a16="http://schemas.microsoft.com/office/drawing/2014/main" id="{3B5E7EB2-32A1-42DD-BBBD-88BA48FC2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8" y="211347"/>
            <a:ext cx="273367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CustomShape 1"/>
          <p:cNvSpPr/>
          <p:nvPr/>
        </p:nvSpPr>
        <p:spPr>
          <a:xfrm>
            <a:off x="2869560" y="209880"/>
            <a:ext cx="6653520" cy="1188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Sistemas Operacionais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Estrutura de um Processo – Contexto de Software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199" name="CustomShape 2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" name="CustomShape 3"/>
          <p:cNvSpPr/>
          <p:nvPr/>
        </p:nvSpPr>
        <p:spPr>
          <a:xfrm>
            <a:off x="123480" y="1489320"/>
            <a:ext cx="11987640" cy="4855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marL="343080" indent="-342720" algn="just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 Identificação</a:t>
            </a:r>
            <a:endParaRPr lang="pt-BR" sz="24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751"/>
              </a:spcBef>
            </a:pPr>
            <a:endParaRPr lang="pt-BR" sz="2400" b="0" strike="noStrike" spc="-1">
              <a:latin typeface="Arial"/>
            </a:endParaRPr>
          </a:p>
          <a:p>
            <a:pPr marL="800280" lvl="1" indent="-342720" algn="just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Cada processo criado recebe um número único (PID – </a:t>
            </a:r>
            <a:r>
              <a:rPr lang="pt-BR" sz="22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Process Identification</a:t>
            </a: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);</a:t>
            </a:r>
            <a:endParaRPr lang="pt-BR" sz="2200" b="0" strike="noStrike" spc="-1">
              <a:latin typeface="Arial"/>
            </a:endParaRPr>
          </a:p>
          <a:p>
            <a:pPr marL="1257480" lvl="2" indent="-342720" algn="just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O S.O pode fazer referência a qualquer processo existente através do PID, consultando o seu contexto ou alterando algumas de suas características;</a:t>
            </a:r>
            <a:endParaRPr lang="pt-BR" sz="2200" b="0" strike="noStrike" spc="-1">
              <a:latin typeface="Arial"/>
            </a:endParaRPr>
          </a:p>
          <a:p>
            <a:pPr marL="800280" lvl="1" indent="-342720" algn="just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O processo também possui a identificação do usuário ou o processo que o criou (</a:t>
            </a:r>
            <a:r>
              <a:rPr lang="pt-BR" sz="22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owner</a:t>
            </a: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);</a:t>
            </a:r>
            <a:endParaRPr lang="pt-BR" sz="2200" b="0" strike="noStrike" spc="-1">
              <a:latin typeface="Arial"/>
            </a:endParaRPr>
          </a:p>
          <a:p>
            <a:pPr marL="800280" lvl="1" indent="-342720" algn="just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Cada usuário possui uma identificação única no sistema (</a:t>
            </a:r>
            <a:r>
              <a:rPr lang="pt-BR" sz="22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UID – User Identification</a:t>
            </a: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), atribuída ao processo no momento de sua criação;</a:t>
            </a:r>
            <a:endParaRPr lang="pt-BR" sz="2200" b="0" strike="noStrike" spc="-1">
              <a:latin typeface="Arial"/>
            </a:endParaRPr>
          </a:p>
          <a:p>
            <a:pPr marL="1257480" lvl="2" indent="-342720" algn="just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A UID permite implementar um modelo de segurança, onde apenas os objetos que possuem a mesma UID do usuário podem ser acessados.</a:t>
            </a:r>
            <a:endParaRPr lang="pt-BR" sz="2200" b="0" strike="noStrike" spc="-1">
              <a:latin typeface="Arial"/>
            </a:endParaRPr>
          </a:p>
        </p:txBody>
      </p:sp>
      <p:pic>
        <p:nvPicPr>
          <p:cNvPr id="3" name="Imagem 3" descr="Uma imagem contendo faca&#10;&#10;Descrição gerada automaticamente">
            <a:extLst>
              <a:ext uri="{FF2B5EF4-FFF2-40B4-BE49-F238E27FC236}">
                <a16:creationId xmlns:a16="http://schemas.microsoft.com/office/drawing/2014/main" id="{70FD1573-24B0-41E9-BE80-D894DADFA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8" y="211347"/>
            <a:ext cx="273367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ustomShape 1"/>
          <p:cNvSpPr/>
          <p:nvPr/>
        </p:nvSpPr>
        <p:spPr>
          <a:xfrm>
            <a:off x="2869560" y="209880"/>
            <a:ext cx="6653520" cy="1188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Sistemas Operacionais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Estrutura de um Processo – Contexto de Software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203" name="CustomShape 2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4" name="CustomShape 3"/>
          <p:cNvSpPr/>
          <p:nvPr/>
        </p:nvSpPr>
        <p:spPr>
          <a:xfrm>
            <a:off x="123480" y="1489320"/>
            <a:ext cx="11987640" cy="5188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marL="343080" indent="-342720" algn="just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 Quotas</a:t>
            </a:r>
            <a:endParaRPr lang="pt-BR" sz="24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751"/>
              </a:spcBef>
            </a:pPr>
            <a:endParaRPr lang="pt-BR" sz="2400" b="0" strike="noStrike" spc="-1">
              <a:latin typeface="Arial"/>
            </a:endParaRPr>
          </a:p>
          <a:p>
            <a:pPr marL="800280" lvl="1" indent="-3427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As quotas são os limites de cada recurso do sistema que um </a:t>
            </a:r>
            <a:r>
              <a:rPr lang="pt-BR" sz="22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processo</a:t>
            </a: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 pode alocar;</a:t>
            </a:r>
            <a:endParaRPr lang="pt-BR" sz="2200" b="0" strike="noStrike" spc="-1">
              <a:latin typeface="Arial"/>
            </a:endParaRPr>
          </a:p>
          <a:p>
            <a:pPr marL="800280" lvl="1" indent="-3427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Caso uma quota seja insuficiente, o processo poderá ser executado </a:t>
            </a:r>
            <a:r>
              <a:rPr lang="pt-BR" sz="22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lentamente</a:t>
            </a: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, interrompido ou mesmo não ser executado;</a:t>
            </a:r>
            <a:endParaRPr lang="pt-BR" sz="2200" b="0" strike="noStrike" spc="-1">
              <a:latin typeface="Arial"/>
            </a:endParaRPr>
          </a:p>
          <a:p>
            <a:pPr marL="800280" lvl="1" indent="-3427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pt-BR" sz="2200" b="1" strike="noStrike" spc="-1">
                <a:solidFill>
                  <a:srgbClr val="000000"/>
                </a:solidFill>
                <a:latin typeface="Calibri"/>
                <a:ea typeface="Calibri"/>
              </a:rPr>
              <a:t>Exemplos de quotas</a:t>
            </a: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:</a:t>
            </a:r>
            <a:endParaRPr lang="pt-BR" sz="2200" b="0" strike="noStrike" spc="-1">
              <a:latin typeface="Arial"/>
            </a:endParaRPr>
          </a:p>
          <a:p>
            <a:pPr marL="1257480" lvl="2" indent="-3427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 Número máximo de arquivos abertos simultaneamente;</a:t>
            </a:r>
            <a:endParaRPr lang="pt-BR" sz="2200" b="0" strike="noStrike" spc="-1">
              <a:latin typeface="Arial"/>
            </a:endParaRPr>
          </a:p>
          <a:p>
            <a:pPr marL="1257480" lvl="2" indent="-3427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 Tamanho máximo de memória principal e secundária que o processo pode alocar;</a:t>
            </a:r>
            <a:endParaRPr lang="pt-BR" sz="2200" b="0" strike="noStrike" spc="-1">
              <a:latin typeface="Arial"/>
            </a:endParaRPr>
          </a:p>
          <a:p>
            <a:pPr marL="1257480" lvl="2" indent="-3427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 Número máximo de operações de E/S pendentes;</a:t>
            </a:r>
            <a:endParaRPr lang="pt-BR" sz="2200" b="0" strike="noStrike" spc="-1">
              <a:latin typeface="Arial"/>
            </a:endParaRPr>
          </a:p>
          <a:p>
            <a:pPr marL="1257480" lvl="2" indent="-3427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Arial"/>
              <a:buChar char="•"/>
            </a:pP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Espaço de disco disponível.</a:t>
            </a:r>
            <a:endParaRPr lang="pt-BR" sz="2200" b="0" strike="noStrike" spc="-1">
              <a:latin typeface="Arial"/>
            </a:endParaRPr>
          </a:p>
        </p:txBody>
      </p:sp>
      <p:pic>
        <p:nvPicPr>
          <p:cNvPr id="3" name="Imagem 3" descr="Uma imagem contendo faca&#10;&#10;Descrição gerada automaticamente">
            <a:extLst>
              <a:ext uri="{FF2B5EF4-FFF2-40B4-BE49-F238E27FC236}">
                <a16:creationId xmlns:a16="http://schemas.microsoft.com/office/drawing/2014/main" id="{BC534A82-DFF2-4371-BEA5-58DB339A8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8" y="211347"/>
            <a:ext cx="273367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CustomShape 1"/>
          <p:cNvSpPr/>
          <p:nvPr/>
        </p:nvSpPr>
        <p:spPr>
          <a:xfrm>
            <a:off x="2869560" y="209880"/>
            <a:ext cx="6653520" cy="1188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Sistemas Operacionais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Estrutura de um Processo – Contexto de Software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207" name="CustomShape 2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8" name="CustomShape 3"/>
          <p:cNvSpPr/>
          <p:nvPr/>
        </p:nvSpPr>
        <p:spPr>
          <a:xfrm>
            <a:off x="123480" y="1489320"/>
            <a:ext cx="11987640" cy="528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marL="343080" indent="-34272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Privilégios ou Direitos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751"/>
              </a:spcBef>
            </a:pPr>
            <a:endParaRPr lang="pt-BR" sz="2400" b="0" strike="noStrike" spc="-1">
              <a:latin typeface="Arial"/>
            </a:endParaRPr>
          </a:p>
          <a:p>
            <a:pPr marL="800280" lvl="1" indent="-342720">
              <a:lnSpc>
                <a:spcPct val="100000"/>
              </a:lnSpc>
              <a:spcBef>
                <a:spcPts val="499"/>
              </a:spcBef>
              <a:spcAft>
                <a:spcPts val="499"/>
              </a:spcAft>
              <a:buClr>
                <a:srgbClr val="000000"/>
              </a:buClr>
              <a:buFont typeface="Arial"/>
              <a:buChar char="•"/>
            </a:pP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 Definem as </a:t>
            </a:r>
            <a:r>
              <a:rPr lang="pt-BR" sz="2200" b="1" i="1" strike="noStrike" spc="-1">
                <a:solidFill>
                  <a:srgbClr val="000000"/>
                </a:solidFill>
                <a:latin typeface="Calibri"/>
                <a:ea typeface="Calibri"/>
              </a:rPr>
              <a:t>ações</a:t>
            </a: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 que um processo pode </a:t>
            </a:r>
            <a:r>
              <a:rPr lang="pt-BR" sz="2200" b="1" i="1" strike="noStrike" spc="-1">
                <a:solidFill>
                  <a:srgbClr val="000000"/>
                </a:solidFill>
                <a:latin typeface="Calibri"/>
                <a:ea typeface="Calibri"/>
              </a:rPr>
              <a:t>fazer</a:t>
            </a: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 em relação:</a:t>
            </a:r>
            <a:br/>
            <a:r>
              <a:rPr lang="pt-BR" sz="2200" b="1" strike="noStrike" spc="-1">
                <a:solidFill>
                  <a:srgbClr val="548235"/>
                </a:solidFill>
                <a:latin typeface="Calibri"/>
                <a:ea typeface="Calibri"/>
              </a:rPr>
              <a:t>(i)</a:t>
            </a: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r>
              <a:rPr lang="pt-BR" sz="22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r>
              <a:rPr lang="pt-BR" sz="22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ele mesmo</a:t>
            </a: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br/>
            <a:r>
              <a:rPr lang="pt-BR" sz="2200" b="1" strike="noStrike" spc="-1">
                <a:solidFill>
                  <a:srgbClr val="548235"/>
                </a:solidFill>
                <a:latin typeface="Calibri"/>
                <a:ea typeface="Calibri"/>
              </a:rPr>
              <a:t>(ii)</a:t>
            </a: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 aos </a:t>
            </a:r>
            <a:r>
              <a:rPr lang="pt-BR" sz="22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demais processos </a:t>
            </a: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e </a:t>
            </a:r>
            <a:br/>
            <a:r>
              <a:rPr lang="pt-BR" sz="2200" b="1" strike="noStrike" spc="-1">
                <a:solidFill>
                  <a:srgbClr val="548235"/>
                </a:solidFill>
                <a:latin typeface="Calibri"/>
                <a:ea typeface="Calibri"/>
              </a:rPr>
              <a:t>(iii)</a:t>
            </a: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r>
              <a:rPr lang="pt-BR" sz="22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ao sistema operacional</a:t>
            </a: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, permitindo que:</a:t>
            </a:r>
            <a:endParaRPr lang="pt-BR" sz="2200" b="0" strike="noStrike" spc="-1">
              <a:latin typeface="Arial"/>
            </a:endParaRPr>
          </a:p>
          <a:p>
            <a:pPr marL="1221840" lvl="2" indent="-342720">
              <a:lnSpc>
                <a:spcPct val="100000"/>
              </a:lnSpc>
              <a:spcBef>
                <a:spcPts val="499"/>
              </a:spcBef>
              <a:spcAft>
                <a:spcPts val="499"/>
              </a:spcAft>
              <a:buClr>
                <a:srgbClr val="000000"/>
              </a:buClr>
              <a:buFont typeface="Arial"/>
              <a:buChar char="•"/>
            </a:pP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Suas características possam ser alteradas, como prioridade de execução, limites alocados na memória principal e secundária, etc.;</a:t>
            </a:r>
            <a:endParaRPr lang="pt-BR" sz="2200" b="0" strike="noStrike" spc="-1">
              <a:latin typeface="Arial"/>
            </a:endParaRPr>
          </a:p>
          <a:p>
            <a:pPr marL="1221840" lvl="2" indent="-342720">
              <a:lnSpc>
                <a:spcPct val="100000"/>
              </a:lnSpc>
              <a:spcBef>
                <a:spcPts val="499"/>
              </a:spcBef>
              <a:spcAft>
                <a:spcPts val="499"/>
              </a:spcAft>
              <a:buClr>
                <a:srgbClr val="000000"/>
              </a:buClr>
              <a:buFont typeface="Arial"/>
              <a:buChar char="•"/>
            </a:pP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Além da alteração de suas próprias características, alterar as de outros processos;</a:t>
            </a:r>
            <a:endParaRPr lang="pt-BR" sz="2200" b="0" strike="noStrike" spc="-1">
              <a:latin typeface="Arial"/>
            </a:endParaRPr>
          </a:p>
          <a:p>
            <a:pPr marL="1221840" lvl="2" indent="-342720">
              <a:lnSpc>
                <a:spcPct val="100000"/>
              </a:lnSpc>
              <a:spcBef>
                <a:spcPts val="499"/>
              </a:spcBef>
              <a:spcAft>
                <a:spcPts val="499"/>
              </a:spcAft>
              <a:buClr>
                <a:srgbClr val="000000"/>
              </a:buClr>
              <a:buFont typeface="Arial"/>
              <a:buChar char="•"/>
            </a:pPr>
            <a:r>
              <a:rPr lang="pt-BR" sz="2200" b="0" strike="noStrike" spc="-1">
                <a:solidFill>
                  <a:srgbClr val="000000"/>
                </a:solidFill>
                <a:latin typeface="Calibri"/>
                <a:ea typeface="Calibri"/>
              </a:rPr>
              <a:t>São os mais amplos e poderosos, pois estão relacionados à operação e à gerência do ambiente, como a desativação do sistema, alteração de regras de segurança, criação de outros processos privilegiados, modificação de parâmetros de configuração do sistema, entre outros.</a:t>
            </a:r>
            <a:endParaRPr lang="pt-BR" sz="2200" b="0" strike="noStrike" spc="-1">
              <a:latin typeface="Arial"/>
            </a:endParaRPr>
          </a:p>
        </p:txBody>
      </p:sp>
      <p:pic>
        <p:nvPicPr>
          <p:cNvPr id="3" name="Imagem 3" descr="Uma imagem contendo faca&#10;&#10;Descrição gerada automaticamente">
            <a:extLst>
              <a:ext uri="{FF2B5EF4-FFF2-40B4-BE49-F238E27FC236}">
                <a16:creationId xmlns:a16="http://schemas.microsoft.com/office/drawing/2014/main" id="{5836A029-A901-4828-A710-00D5F4823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8" y="211347"/>
            <a:ext cx="273367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3" descr="Uma imagem contendo faca&#10;&#10;Descrição gerada automaticamente">
            <a:extLst>
              <a:ext uri="{FF2B5EF4-FFF2-40B4-BE49-F238E27FC236}">
                <a16:creationId xmlns:a16="http://schemas.microsoft.com/office/drawing/2014/main" id="{B87F559A-E7C5-426E-AD5D-3D2A1038A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8" y="211347"/>
            <a:ext cx="2733675" cy="914400"/>
          </a:xfrm>
          <a:prstGeom prst="rect">
            <a:avLst/>
          </a:prstGeom>
        </p:spPr>
      </p:pic>
      <p:sp>
        <p:nvSpPr>
          <p:cNvPr id="210" name="CustomShape 1"/>
          <p:cNvSpPr/>
          <p:nvPr/>
        </p:nvSpPr>
        <p:spPr>
          <a:xfrm>
            <a:off x="2366640" y="209880"/>
            <a:ext cx="7458480" cy="1188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1" strike="noStrike" spc="-1" dirty="0">
                <a:solidFill>
                  <a:srgbClr val="000000"/>
                </a:solidFill>
                <a:latin typeface="Calibri"/>
              </a:rPr>
              <a:t>Sistemas Operacionais</a:t>
            </a:r>
            <a:endParaRPr lang="pt-BR" sz="2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1" strike="noStrike" spc="-1" dirty="0">
                <a:solidFill>
                  <a:srgbClr val="000000"/>
                </a:solidFill>
                <a:latin typeface="Calibri"/>
              </a:rPr>
              <a:t>Estrutura de um Processo – Espaço de Endereçamento</a:t>
            </a:r>
            <a:endParaRPr lang="pt-BR" sz="2400" b="0" strike="noStrike" spc="-1" dirty="0">
              <a:latin typeface="Arial"/>
            </a:endParaRPr>
          </a:p>
        </p:txBody>
      </p:sp>
      <p:sp>
        <p:nvSpPr>
          <p:cNvPr id="211" name="CustomShape 2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2" name="CustomShape 3"/>
          <p:cNvSpPr/>
          <p:nvPr/>
        </p:nvSpPr>
        <p:spPr>
          <a:xfrm>
            <a:off x="123480" y="1489320"/>
            <a:ext cx="11987640" cy="19595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spAutoFit/>
          </a:bodyPr>
          <a:lstStyle/>
          <a:p>
            <a:pPr marL="342900" indent="-342265" algn="just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O </a:t>
            </a:r>
            <a:r>
              <a:rPr lang="pt-BR" sz="2400" b="1" i="1" strike="noStrike" spc="-1" dirty="0">
                <a:solidFill>
                  <a:srgbClr val="000000"/>
                </a:solidFill>
                <a:latin typeface="Calibri"/>
                <a:ea typeface="Calibri"/>
              </a:rPr>
              <a:t>espaço de endereçamento</a:t>
            </a:r>
            <a:r>
              <a:rPr lang="pt-BR" sz="2400" b="0" i="1" strike="noStrike" spc="-1" dirty="0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r>
              <a:rPr lang="pt-BR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é a área de memória pertencente ao processo onde instruções e dados do programa são armazenados para execução;</a:t>
            </a:r>
            <a:endParaRPr lang="pt-BR" sz="2400" b="0" strike="noStrike" spc="-1" dirty="0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751"/>
              </a:spcBef>
            </a:pPr>
            <a:endParaRPr lang="pt-BR" sz="2400" b="0" strike="noStrike" spc="-1">
              <a:latin typeface="Arial"/>
            </a:endParaRPr>
          </a:p>
          <a:p>
            <a:pPr marL="342900" indent="-342265" algn="just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Cada processo possui seu próprio espaço de endereçamento, que deve ser devidamente protegido do acesso dos demais processos.</a:t>
            </a:r>
            <a:endParaRPr lang="pt-BR" sz="2400" b="0" strike="noStrike" spc="-1" dirty="0">
              <a:latin typeface="Arial"/>
            </a:endParaRPr>
          </a:p>
        </p:txBody>
      </p:sp>
      <p:pic>
        <p:nvPicPr>
          <p:cNvPr id="213" name="Imagem 6" descr="Uma imagem contendo eletrônico, circuito&#10;&#10;Descrição gerada automaticamente"/>
          <p:cNvPicPr/>
          <p:nvPr/>
        </p:nvPicPr>
        <p:blipFill>
          <a:blip r:embed="rId3"/>
          <a:stretch/>
        </p:blipFill>
        <p:spPr>
          <a:xfrm>
            <a:off x="3301200" y="3579120"/>
            <a:ext cx="5603760" cy="2804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CustomShape 1"/>
          <p:cNvSpPr/>
          <p:nvPr/>
        </p:nvSpPr>
        <p:spPr>
          <a:xfrm>
            <a:off x="2366640" y="209880"/>
            <a:ext cx="7458480" cy="82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Sistemas Operacionais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Bloco de Controle do Processo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216" name="CustomShape 2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7" name="CustomShape 3"/>
          <p:cNvSpPr/>
          <p:nvPr/>
        </p:nvSpPr>
        <p:spPr>
          <a:xfrm>
            <a:off x="123480" y="1489320"/>
            <a:ext cx="11987640" cy="45397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spAutoFit/>
          </a:bodyPr>
          <a:lstStyle/>
          <a:p>
            <a:pPr marL="342900" indent="-342265" algn="just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O processo é </a:t>
            </a:r>
            <a:r>
              <a:rPr lang="pt-BR" sz="2400" b="1" i="1" strike="noStrike" spc="-1">
                <a:solidFill>
                  <a:srgbClr val="000000"/>
                </a:solidFill>
                <a:latin typeface="Calibri"/>
                <a:ea typeface="Calibri"/>
              </a:rPr>
              <a:t>implementado</a:t>
            </a:r>
            <a:r>
              <a:rPr lang="pt-BR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 pelo S.O através de uma estrutura de dados chamada </a:t>
            </a:r>
            <a:r>
              <a:rPr lang="pt-BR" sz="24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Bloco de Controle do Processo</a:t>
            </a:r>
            <a:r>
              <a:rPr lang="pt-BR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 (</a:t>
            </a:r>
            <a:r>
              <a:rPr lang="pt-BR" sz="2400" b="0" i="1" strike="noStrike" spc="-1" err="1">
                <a:solidFill>
                  <a:srgbClr val="000000"/>
                </a:solidFill>
                <a:latin typeface="Calibri"/>
                <a:ea typeface="Calibri"/>
              </a:rPr>
              <a:t>Process</a:t>
            </a:r>
            <a:r>
              <a:rPr lang="pt-BR" sz="24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r>
              <a:rPr lang="pt-BR" sz="2400" b="0" i="1" strike="noStrike" spc="-1" err="1">
                <a:solidFill>
                  <a:srgbClr val="000000"/>
                </a:solidFill>
                <a:latin typeface="Calibri"/>
                <a:ea typeface="Calibri"/>
              </a:rPr>
              <a:t>Control</a:t>
            </a:r>
            <a:r>
              <a:rPr lang="pt-BR" sz="24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r>
              <a:rPr lang="pt-BR" sz="2400" b="0" i="1" strike="noStrike" spc="-1" err="1">
                <a:solidFill>
                  <a:srgbClr val="000000"/>
                </a:solidFill>
                <a:latin typeface="Calibri"/>
                <a:ea typeface="Calibri"/>
              </a:rPr>
              <a:t>Block</a:t>
            </a:r>
            <a:r>
              <a:rPr lang="pt-BR" sz="24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 – PCB</a:t>
            </a:r>
            <a:r>
              <a:rPr lang="pt-BR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);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lang="pt-BR" sz="2400" b="0" strike="noStrike" spc="-1">
              <a:latin typeface="Arial"/>
            </a:endParaRPr>
          </a:p>
          <a:p>
            <a:pPr marL="342900" indent="-342265" algn="just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A partir do PCB, o sistema operacional mantém todas as informações sobre o </a:t>
            </a:r>
            <a:r>
              <a:rPr lang="pt-BR" sz="2400" b="1" i="1" strike="noStrike" spc="-1">
                <a:solidFill>
                  <a:srgbClr val="000000"/>
                </a:solidFill>
                <a:latin typeface="Calibri"/>
                <a:ea typeface="Calibri"/>
              </a:rPr>
              <a:t>contexto de hardware</a:t>
            </a:r>
            <a:r>
              <a:rPr lang="pt-BR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, </a:t>
            </a:r>
            <a:r>
              <a:rPr lang="pt-BR" sz="2400" b="1" i="1" strike="noStrike" spc="-1">
                <a:solidFill>
                  <a:srgbClr val="000000"/>
                </a:solidFill>
                <a:latin typeface="Calibri"/>
                <a:ea typeface="Calibri"/>
              </a:rPr>
              <a:t>contexto de software</a:t>
            </a:r>
            <a:r>
              <a:rPr lang="pt-BR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 e </a:t>
            </a:r>
            <a:r>
              <a:rPr lang="pt-BR" sz="2400" b="1" i="1" strike="noStrike" spc="-1">
                <a:solidFill>
                  <a:srgbClr val="000000"/>
                </a:solidFill>
                <a:latin typeface="Calibri"/>
                <a:ea typeface="Calibri"/>
              </a:rPr>
              <a:t>espaço de endereçamento </a:t>
            </a:r>
            <a:r>
              <a:rPr lang="pt-BR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de cada processo;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lang="pt-BR" sz="2400" b="0" strike="noStrike" spc="-1">
              <a:latin typeface="Arial"/>
            </a:endParaRPr>
          </a:p>
          <a:p>
            <a:pPr marL="342900" indent="-342265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Os </a:t>
            </a:r>
            <a:r>
              <a:rPr lang="pt-BR" sz="2400" b="0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PCBs</a:t>
            </a:r>
            <a:r>
              <a:rPr lang="pt-BR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 de todos os processos ativos residem na </a:t>
            </a:r>
            <a:r>
              <a:rPr lang="pt-BR" sz="2400" b="0" i="1" strike="noStrike" spc="-1" dirty="0">
                <a:solidFill>
                  <a:srgbClr val="000000"/>
                </a:solidFill>
                <a:latin typeface="Calibri"/>
                <a:ea typeface="Calibri"/>
              </a:rPr>
              <a:t>memória principal (e.g., </a:t>
            </a:r>
            <a:r>
              <a:rPr lang="pt-BR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RAM</a:t>
            </a:r>
            <a:r>
              <a:rPr lang="pt-BR" sz="2400" b="0" i="1" strike="noStrike" spc="-1" dirty="0">
                <a:solidFill>
                  <a:srgbClr val="000000"/>
                </a:solidFill>
                <a:latin typeface="Calibri"/>
                <a:ea typeface="Calibri"/>
              </a:rPr>
              <a:t>)</a:t>
            </a:r>
            <a:r>
              <a:rPr lang="pt-BR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;</a:t>
            </a:r>
            <a:endParaRPr lang="pt-BR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</a:pPr>
            <a:endParaRPr lang="pt-BR" sz="2400" b="0" strike="noStrike" spc="-1">
              <a:latin typeface="Arial"/>
            </a:endParaRPr>
          </a:p>
          <a:p>
            <a:pPr marL="342900" indent="-342265" algn="just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O tamanho desta área, geralmente é limitado por um parâmetro do S.O que permite especificar o número máximo de processos que podem ser suportados </a:t>
            </a:r>
            <a:r>
              <a:rPr lang="pt-BR" sz="24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simultaneamente</a:t>
            </a:r>
            <a:r>
              <a:rPr lang="pt-BR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br>
              <a:rPr dirty="0"/>
            </a:br>
            <a:r>
              <a:rPr lang="pt-BR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pelo sistema.</a:t>
            </a:r>
            <a:endParaRPr lang="pt-BR" sz="2400" b="0" strike="noStrike" spc="-1">
              <a:latin typeface="Arial"/>
            </a:endParaRPr>
          </a:p>
        </p:txBody>
      </p:sp>
      <p:pic>
        <p:nvPicPr>
          <p:cNvPr id="3" name="Imagem 3" descr="Uma imagem contendo faca&#10;&#10;Descrição gerada automaticamente">
            <a:extLst>
              <a:ext uri="{FF2B5EF4-FFF2-40B4-BE49-F238E27FC236}">
                <a16:creationId xmlns:a16="http://schemas.microsoft.com/office/drawing/2014/main" id="{4B909D1F-93A5-403D-B383-B730B663D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8" y="211347"/>
            <a:ext cx="273367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ustomShape 1"/>
          <p:cNvSpPr/>
          <p:nvPr/>
        </p:nvSpPr>
        <p:spPr>
          <a:xfrm>
            <a:off x="2366640" y="209880"/>
            <a:ext cx="7458480" cy="82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Sistemas Operacionais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Bloco de Controle do Processo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220" name="CustomShape 2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1" name="CustomShape 3"/>
          <p:cNvSpPr/>
          <p:nvPr/>
        </p:nvSpPr>
        <p:spPr>
          <a:xfrm>
            <a:off x="123480" y="1489320"/>
            <a:ext cx="11987640" cy="457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Processos no Ubuntu</a:t>
            </a:r>
            <a:endParaRPr lang="pt-BR" sz="2400" b="0" strike="noStrike" spc="-1">
              <a:latin typeface="Arial"/>
            </a:endParaRPr>
          </a:p>
        </p:txBody>
      </p:sp>
      <p:pic>
        <p:nvPicPr>
          <p:cNvPr id="222" name="Imagem 7" descr="Tela de computador com texto preto sobre fundo branco&#10;&#10;Descrição gerada automaticamente"/>
          <p:cNvPicPr/>
          <p:nvPr/>
        </p:nvPicPr>
        <p:blipFill>
          <a:blip r:embed="rId2"/>
          <a:stretch/>
        </p:blipFill>
        <p:spPr>
          <a:xfrm>
            <a:off x="1000800" y="2113200"/>
            <a:ext cx="10204560" cy="4327560"/>
          </a:xfrm>
          <a:prstGeom prst="rect">
            <a:avLst/>
          </a:prstGeom>
          <a:ln>
            <a:noFill/>
          </a:ln>
        </p:spPr>
      </p:pic>
      <p:pic>
        <p:nvPicPr>
          <p:cNvPr id="3" name="Imagem 3" descr="Uma imagem contendo faca&#10;&#10;Descrição gerada automaticamente">
            <a:extLst>
              <a:ext uri="{FF2B5EF4-FFF2-40B4-BE49-F238E27FC236}">
                <a16:creationId xmlns:a16="http://schemas.microsoft.com/office/drawing/2014/main" id="{A027DBCA-C74E-4135-88DA-7B227EA37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88" y="211347"/>
            <a:ext cx="273367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CustomShape 1"/>
          <p:cNvSpPr/>
          <p:nvPr/>
        </p:nvSpPr>
        <p:spPr>
          <a:xfrm>
            <a:off x="2366640" y="209880"/>
            <a:ext cx="7458480" cy="82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Sistemas Operacionais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Bloco de Controle do Processo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225" name="CustomShape 2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6" name="CustomShape 3"/>
          <p:cNvSpPr/>
          <p:nvPr/>
        </p:nvSpPr>
        <p:spPr>
          <a:xfrm>
            <a:off x="123480" y="1489320"/>
            <a:ext cx="11987640" cy="457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Processos no Windows</a:t>
            </a:r>
            <a:endParaRPr lang="pt-BR" sz="2400" b="0" strike="noStrike" spc="-1">
              <a:latin typeface="Arial"/>
            </a:endParaRPr>
          </a:p>
        </p:txBody>
      </p:sp>
      <p:pic>
        <p:nvPicPr>
          <p:cNvPr id="227" name="Imagem 6" descr="Tela de celular com texto preto sobre fundo branco&#10;&#10;Descrição gerada automaticamente"/>
          <p:cNvPicPr/>
          <p:nvPr/>
        </p:nvPicPr>
        <p:blipFill>
          <a:blip r:embed="rId2"/>
          <a:srcRect t="4100" r="140" b="-366"/>
          <a:stretch/>
        </p:blipFill>
        <p:spPr>
          <a:xfrm>
            <a:off x="943200" y="2286000"/>
            <a:ext cx="10305360" cy="3737160"/>
          </a:xfrm>
          <a:prstGeom prst="rect">
            <a:avLst/>
          </a:prstGeom>
          <a:ln>
            <a:noFill/>
          </a:ln>
        </p:spPr>
      </p:pic>
      <p:pic>
        <p:nvPicPr>
          <p:cNvPr id="3" name="Imagem 3" descr="Uma imagem contendo faca&#10;&#10;Descrição gerada automaticamente">
            <a:extLst>
              <a:ext uri="{FF2B5EF4-FFF2-40B4-BE49-F238E27FC236}">
                <a16:creationId xmlns:a16="http://schemas.microsoft.com/office/drawing/2014/main" id="{647FAE53-B89F-47EF-A8C6-CC4394F50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88" y="211347"/>
            <a:ext cx="273367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2366640" y="209880"/>
            <a:ext cx="7458480" cy="82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Sistemas Operacionais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Bloco de Controle do Processo - PCB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230" name="CustomShape 2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31" name="Imagem 230"/>
          <p:cNvPicPr/>
          <p:nvPr/>
        </p:nvPicPr>
        <p:blipFill>
          <a:blip r:embed="rId2"/>
          <a:stretch/>
        </p:blipFill>
        <p:spPr>
          <a:xfrm>
            <a:off x="4305240" y="1257480"/>
            <a:ext cx="3594240" cy="5372280"/>
          </a:xfrm>
          <a:prstGeom prst="rect">
            <a:avLst/>
          </a:prstGeom>
          <a:ln>
            <a:noFill/>
          </a:ln>
        </p:spPr>
      </p:pic>
      <p:pic>
        <p:nvPicPr>
          <p:cNvPr id="3" name="Imagem 3" descr="Uma imagem contendo faca&#10;&#10;Descrição gerada automaticamente">
            <a:extLst>
              <a:ext uri="{FF2B5EF4-FFF2-40B4-BE49-F238E27FC236}">
                <a16:creationId xmlns:a16="http://schemas.microsoft.com/office/drawing/2014/main" id="{01B10C9A-FF13-42E3-89D0-22C64245F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88" y="211347"/>
            <a:ext cx="273367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1"/>
          <p:cNvSpPr/>
          <p:nvPr/>
        </p:nvSpPr>
        <p:spPr>
          <a:xfrm>
            <a:off x="2366640" y="209880"/>
            <a:ext cx="7458480" cy="82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Sistemas Operacionais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Bloco de Controle do Processo - PCB</a:t>
            </a:r>
            <a:endParaRPr lang="pt-BR" sz="2400" b="0" strike="noStrike" spc="-1">
              <a:latin typeface="Arial"/>
            </a:endParaRPr>
          </a:p>
        </p:txBody>
      </p:sp>
      <p:grpSp>
        <p:nvGrpSpPr>
          <p:cNvPr id="233" name="Group 2"/>
          <p:cNvGrpSpPr/>
          <p:nvPr/>
        </p:nvGrpSpPr>
        <p:grpSpPr>
          <a:xfrm>
            <a:off x="2674800" y="2424240"/>
            <a:ext cx="1430280" cy="3606120"/>
            <a:chOff x="2674800" y="2424240"/>
            <a:chExt cx="1430280" cy="3606120"/>
          </a:xfrm>
        </p:grpSpPr>
        <p:sp>
          <p:nvSpPr>
            <p:cNvPr id="234" name="CustomShape 3"/>
            <p:cNvSpPr/>
            <p:nvPr/>
          </p:nvSpPr>
          <p:spPr>
            <a:xfrm>
              <a:off x="2674800" y="2424240"/>
              <a:ext cx="1430280" cy="100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pt-BR" sz="18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pt-BR" sz="1800" b="0" strike="noStrike" spc="-1">
                <a:latin typeface="Arial"/>
              </a:endParaRPr>
            </a:p>
          </p:txBody>
        </p:sp>
        <p:sp>
          <p:nvSpPr>
            <p:cNvPr id="236" name="CustomShape 5"/>
            <p:cNvSpPr/>
            <p:nvPr/>
          </p:nvSpPr>
          <p:spPr>
            <a:xfrm>
              <a:off x="2674800" y="5025960"/>
              <a:ext cx="1430280" cy="100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pt-BR" sz="1800" b="0" strike="noStrike" spc="-1"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pt-BR" sz="1800" b="0" strike="noStrike" spc="-1">
                <a:latin typeface="Arial"/>
              </a:endParaRPr>
            </a:p>
          </p:txBody>
        </p:sp>
      </p:grpSp>
      <p:sp>
        <p:nvSpPr>
          <p:cNvPr id="239" name="CustomShape 7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0" name="CustomShape 8"/>
          <p:cNvSpPr/>
          <p:nvPr/>
        </p:nvSpPr>
        <p:spPr>
          <a:xfrm>
            <a:off x="165960" y="1258560"/>
            <a:ext cx="11987640" cy="457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400" b="0" strike="noStrike" spc="-1">
                <a:solidFill>
                  <a:srgbClr val="000000"/>
                </a:solidFill>
                <a:latin typeface="Calibri"/>
              </a:rPr>
              <a:t>Lista de PCBs nos estados de </a:t>
            </a: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Pronto </a:t>
            </a:r>
            <a:r>
              <a:rPr lang="pt-BR" sz="2400" b="0" strike="noStrike" spc="-1">
                <a:solidFill>
                  <a:srgbClr val="000000"/>
                </a:solidFill>
                <a:latin typeface="Calibri"/>
              </a:rPr>
              <a:t>e </a:t>
            </a: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Espera</a:t>
            </a:r>
            <a:endParaRPr lang="pt-BR" sz="2400" b="0" strike="noStrike" spc="-1">
              <a:latin typeface="Arial"/>
            </a:endParaRPr>
          </a:p>
        </p:txBody>
      </p:sp>
      <p:pic>
        <p:nvPicPr>
          <p:cNvPr id="241" name="Imagem 240"/>
          <p:cNvPicPr/>
          <p:nvPr/>
        </p:nvPicPr>
        <p:blipFill>
          <a:blip r:embed="rId2"/>
          <a:stretch/>
        </p:blipFill>
        <p:spPr>
          <a:xfrm>
            <a:off x="2730600" y="2082960"/>
            <a:ext cx="7620120" cy="4432320"/>
          </a:xfrm>
          <a:prstGeom prst="rect">
            <a:avLst/>
          </a:prstGeom>
          <a:ln>
            <a:noFill/>
          </a:ln>
        </p:spPr>
      </p:pic>
      <p:pic>
        <p:nvPicPr>
          <p:cNvPr id="3" name="Imagem 3" descr="Uma imagem contendo faca&#10;&#10;Descrição gerada automaticamente">
            <a:extLst>
              <a:ext uri="{FF2B5EF4-FFF2-40B4-BE49-F238E27FC236}">
                <a16:creationId xmlns:a16="http://schemas.microsoft.com/office/drawing/2014/main" id="{19B783DA-CD8F-4B35-BE3C-3E2B21B1D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88" y="211347"/>
            <a:ext cx="273367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CustomShape 1"/>
          <p:cNvSpPr/>
          <p:nvPr/>
        </p:nvSpPr>
        <p:spPr>
          <a:xfrm>
            <a:off x="2366640" y="209880"/>
            <a:ext cx="7458480" cy="82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Sistemas Operacionais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Estado do Processo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244" name="CustomShape 2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5" name="CustomShape 3"/>
          <p:cNvSpPr/>
          <p:nvPr/>
        </p:nvSpPr>
        <p:spPr>
          <a:xfrm>
            <a:off x="123480" y="1489320"/>
            <a:ext cx="11987640" cy="5178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marL="343080" indent="-342720" algn="just">
              <a:lnSpc>
                <a:spcPct val="9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Em um sistema multiprogramável os processos passam por diferentes estados ao longo do seu processamento, em função de eventos gerados pelo S.O ou pelo próprio processo;</a:t>
            </a:r>
            <a:endParaRPr lang="pt-BR" sz="21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420"/>
              </a:spcBef>
            </a:pPr>
            <a:endParaRPr lang="pt-BR" sz="2100" b="0" strike="noStrike" spc="-1">
              <a:latin typeface="Arial"/>
            </a:endParaRPr>
          </a:p>
          <a:p>
            <a:pPr marL="343080" indent="-342720" algn="just">
              <a:lnSpc>
                <a:spcPct val="9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Um processo ativo pode encontrar-se em </a:t>
            </a:r>
            <a:r>
              <a:rPr lang="pt-BR" sz="2100" b="1" i="1" strike="noStrike" spc="-1">
                <a:solidFill>
                  <a:srgbClr val="000000"/>
                </a:solidFill>
                <a:latin typeface="Calibri"/>
                <a:ea typeface="Calibri"/>
              </a:rPr>
              <a:t>três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 diferentes estados;</a:t>
            </a:r>
            <a:endParaRPr lang="pt-BR" sz="21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420"/>
              </a:spcBef>
            </a:pPr>
            <a:endParaRPr lang="pt-BR" sz="2100" b="0" strike="noStrike" spc="-1">
              <a:latin typeface="Arial"/>
            </a:endParaRPr>
          </a:p>
          <a:p>
            <a:pPr marL="993240" lvl="1" indent="-456840" algn="just">
              <a:lnSpc>
                <a:spcPct val="90000"/>
              </a:lnSpc>
              <a:spcBef>
                <a:spcPts val="420"/>
              </a:spcBef>
              <a:buClr>
                <a:srgbClr val="000000"/>
              </a:buClr>
              <a:buFont typeface="StarSymbol"/>
              <a:buAutoNum type="arabicPeriod"/>
            </a:pPr>
            <a:r>
              <a:rPr lang="pt-BR" sz="2100" b="1" strike="noStrike" spc="-1">
                <a:solidFill>
                  <a:srgbClr val="000000"/>
                </a:solidFill>
                <a:latin typeface="Calibri"/>
                <a:ea typeface="Calibri"/>
              </a:rPr>
              <a:t>Execução (</a:t>
            </a:r>
            <a:r>
              <a:rPr lang="pt-BR" sz="2100" b="1" i="1" strike="noStrike" spc="-1">
                <a:solidFill>
                  <a:srgbClr val="000000"/>
                </a:solidFill>
                <a:latin typeface="Calibri"/>
                <a:ea typeface="Calibri"/>
              </a:rPr>
              <a:t>running</a:t>
            </a:r>
            <a:r>
              <a:rPr lang="pt-BR" sz="2100" b="1" strike="noStrike" spc="-1">
                <a:solidFill>
                  <a:srgbClr val="000000"/>
                </a:solidFill>
                <a:latin typeface="Calibri"/>
                <a:ea typeface="Calibri"/>
              </a:rPr>
              <a:t>): 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quando está sendo processado pela CPU;</a:t>
            </a:r>
            <a:endParaRPr lang="pt-BR" sz="21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420"/>
              </a:spcBef>
            </a:pPr>
            <a:endParaRPr lang="pt-BR" sz="2100" b="0" strike="noStrike" spc="-1">
              <a:latin typeface="Arial"/>
            </a:endParaRPr>
          </a:p>
          <a:p>
            <a:pPr marL="1415880" lvl="2" indent="-342720" algn="just">
              <a:lnSpc>
                <a:spcPct val="9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Em sistema com apenas uma CPU, somente um processo pode estar sendo executado em um dado instante de tempo;</a:t>
            </a:r>
            <a:endParaRPr lang="pt-BR" sz="2100" b="0" strike="noStrike" spc="-1">
              <a:latin typeface="Arial"/>
            </a:endParaRPr>
          </a:p>
          <a:p>
            <a:pPr marL="1872720" lvl="3" indent="-342720" algn="just">
              <a:lnSpc>
                <a:spcPct val="9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Os processos se alternam na utilização do processador seguindo uma política estabelecida pelo S.O; </a:t>
            </a:r>
            <a:endParaRPr lang="pt-BR" sz="2100" b="0" strike="noStrike" spc="-1">
              <a:latin typeface="Arial"/>
            </a:endParaRPr>
          </a:p>
          <a:p>
            <a:pPr marL="1415880" lvl="2" indent="-342720" algn="just">
              <a:lnSpc>
                <a:spcPct val="9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Em sistemas com múltiplos processadores existe a possibilidade de mais de um processo ser executado ao mesmo tempo; </a:t>
            </a:r>
            <a:endParaRPr lang="pt-BR" sz="2100" b="0" strike="noStrike" spc="-1">
              <a:latin typeface="Arial"/>
            </a:endParaRPr>
          </a:p>
          <a:p>
            <a:pPr marL="1415880" lvl="2" indent="-342720" algn="just">
              <a:lnSpc>
                <a:spcPct val="9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É possível um mesmo processo ser executado ao mesmo tempo em mais de uma CPU (</a:t>
            </a:r>
            <a:r>
              <a:rPr lang="pt-BR" sz="21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processamento paralelo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).</a:t>
            </a:r>
            <a:endParaRPr lang="pt-BR" sz="2100" b="0" strike="noStrike" spc="-1">
              <a:latin typeface="Arial"/>
            </a:endParaRPr>
          </a:p>
        </p:txBody>
      </p:sp>
      <p:pic>
        <p:nvPicPr>
          <p:cNvPr id="3" name="Imagem 3" descr="Uma imagem contendo faca&#10;&#10;Descrição gerada automaticamente">
            <a:extLst>
              <a:ext uri="{FF2B5EF4-FFF2-40B4-BE49-F238E27FC236}">
                <a16:creationId xmlns:a16="http://schemas.microsoft.com/office/drawing/2014/main" id="{321A9CFD-0259-46D4-A1B8-A974C70BD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8" y="211347"/>
            <a:ext cx="273367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CustomShape 1"/>
          <p:cNvSpPr/>
          <p:nvPr/>
        </p:nvSpPr>
        <p:spPr>
          <a:xfrm>
            <a:off x="2366640" y="209880"/>
            <a:ext cx="7458480" cy="82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Sistemas Operacionais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Estado do Processo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248" name="CustomShape 2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9" name="CustomShape 3"/>
          <p:cNvSpPr/>
          <p:nvPr/>
        </p:nvSpPr>
        <p:spPr>
          <a:xfrm>
            <a:off x="123480" y="1489320"/>
            <a:ext cx="11987640" cy="489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just">
              <a:lnSpc>
                <a:spcPct val="90000"/>
              </a:lnSpc>
              <a:spcBef>
                <a:spcPts val="420"/>
              </a:spcBef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2.    </a:t>
            </a:r>
            <a:r>
              <a:rPr lang="pt-BR" sz="2100" b="1" strike="noStrike" spc="-1">
                <a:solidFill>
                  <a:srgbClr val="000000"/>
                </a:solidFill>
                <a:latin typeface="Calibri"/>
                <a:ea typeface="Calibri"/>
              </a:rPr>
              <a:t>Pronto (</a:t>
            </a:r>
            <a:r>
              <a:rPr lang="pt-BR" sz="2100" b="1" i="1" strike="noStrike" spc="-1">
                <a:solidFill>
                  <a:srgbClr val="000000"/>
                </a:solidFill>
                <a:latin typeface="Calibri"/>
                <a:ea typeface="Calibri"/>
              </a:rPr>
              <a:t>ready</a:t>
            </a:r>
            <a:r>
              <a:rPr lang="pt-BR" sz="2100" b="1" strike="noStrike" spc="-1">
                <a:solidFill>
                  <a:srgbClr val="000000"/>
                </a:solidFill>
                <a:latin typeface="Calibri"/>
                <a:ea typeface="Calibri"/>
              </a:rPr>
              <a:t>)</a:t>
            </a:r>
            <a:endParaRPr lang="pt-BR" sz="21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420"/>
              </a:spcBef>
            </a:pPr>
            <a:endParaRPr lang="pt-BR" sz="2100" b="0" strike="noStrike" spc="-1">
              <a:latin typeface="Arial"/>
            </a:endParaRPr>
          </a:p>
          <a:p>
            <a:pPr marL="879480" lvl="1" indent="-342720" algn="just">
              <a:lnSpc>
                <a:spcPct val="9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Um processo está no estado de pronto quando aguarda </a:t>
            </a:r>
            <a:r>
              <a:rPr lang="pt-BR" sz="2100" b="1" i="1" strike="noStrike" spc="-1">
                <a:solidFill>
                  <a:srgbClr val="000000"/>
                </a:solidFill>
                <a:latin typeface="Calibri"/>
                <a:ea typeface="Calibri"/>
              </a:rPr>
              <a:t>apenas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 para ser executado;</a:t>
            </a:r>
            <a:endParaRPr lang="pt-BR" sz="21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420"/>
              </a:spcBef>
            </a:pPr>
            <a:endParaRPr lang="pt-BR" sz="2100" b="0" strike="noStrike" spc="-1">
              <a:latin typeface="Arial"/>
            </a:endParaRPr>
          </a:p>
          <a:p>
            <a:pPr marL="879480" lvl="1" indent="-342720" algn="just">
              <a:lnSpc>
                <a:spcPct val="9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O S.O é responsável por determinar a ordem e os critérios pelos quais os processos em estado de pronto devem fazer uso do processador;</a:t>
            </a:r>
            <a:endParaRPr lang="pt-BR" sz="2100" b="0" strike="noStrike" spc="-1">
              <a:latin typeface="Arial"/>
            </a:endParaRPr>
          </a:p>
          <a:p>
            <a:pPr marL="1415880" lvl="2" indent="-342720" algn="just">
              <a:lnSpc>
                <a:spcPct val="9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Este mecanismo é conhecido como </a:t>
            </a:r>
            <a:r>
              <a:rPr lang="pt-BR" sz="2100" b="1" i="1" strike="noStrike" spc="-1">
                <a:solidFill>
                  <a:srgbClr val="000000"/>
                </a:solidFill>
                <a:latin typeface="Calibri"/>
                <a:ea typeface="Calibri"/>
              </a:rPr>
              <a:t>escalonamento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;</a:t>
            </a:r>
            <a:endParaRPr lang="pt-BR" sz="21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420"/>
              </a:spcBef>
            </a:pPr>
            <a:endParaRPr lang="pt-BR" sz="2100" b="0" strike="noStrike" spc="-1">
              <a:latin typeface="Arial"/>
            </a:endParaRPr>
          </a:p>
          <a:p>
            <a:pPr marL="879480" lvl="1" indent="-342720" algn="just">
              <a:lnSpc>
                <a:spcPct val="9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Em geral existem vários processos no sistema no estado de pronto organizados em </a:t>
            </a:r>
            <a:r>
              <a:rPr lang="pt-BR" sz="2100" b="1" i="1" strike="noStrike" spc="-1">
                <a:solidFill>
                  <a:srgbClr val="000000"/>
                </a:solidFill>
                <a:latin typeface="Calibri"/>
                <a:ea typeface="Calibri"/>
              </a:rPr>
              <a:t>listas encadeadas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;</a:t>
            </a:r>
            <a:endParaRPr lang="pt-BR" sz="21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420"/>
              </a:spcBef>
            </a:pPr>
            <a:endParaRPr lang="pt-BR" sz="2100" b="0" strike="noStrike" spc="-1">
              <a:latin typeface="Arial"/>
            </a:endParaRPr>
          </a:p>
          <a:p>
            <a:pPr marL="879480" lvl="1" indent="-342720" algn="just">
              <a:lnSpc>
                <a:spcPct val="9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Os processos devem estar ordenados pela sua importância, permitindo que processos mais prioritários sejam selecionados primeiramente para execução.</a:t>
            </a:r>
            <a:endParaRPr lang="pt-BR" sz="2100" b="0" strike="noStrike" spc="-1">
              <a:latin typeface="Arial"/>
            </a:endParaRPr>
          </a:p>
        </p:txBody>
      </p:sp>
      <p:pic>
        <p:nvPicPr>
          <p:cNvPr id="3" name="Imagem 3" descr="Uma imagem contendo faca&#10;&#10;Descrição gerada automaticamente">
            <a:extLst>
              <a:ext uri="{FF2B5EF4-FFF2-40B4-BE49-F238E27FC236}">
                <a16:creationId xmlns:a16="http://schemas.microsoft.com/office/drawing/2014/main" id="{C35DABF0-8353-4910-B6E9-8587E2F13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8" y="211347"/>
            <a:ext cx="273367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CustomShape 1"/>
          <p:cNvSpPr/>
          <p:nvPr/>
        </p:nvSpPr>
        <p:spPr>
          <a:xfrm>
            <a:off x="2366640" y="209880"/>
            <a:ext cx="7458480" cy="82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Sistemas Operacionais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Estado do Processo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252" name="CustomShape 2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3" name="CustomShape 3"/>
          <p:cNvSpPr/>
          <p:nvPr/>
        </p:nvSpPr>
        <p:spPr>
          <a:xfrm>
            <a:off x="123480" y="1489320"/>
            <a:ext cx="11987640" cy="454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just">
              <a:lnSpc>
                <a:spcPct val="90000"/>
              </a:lnSpc>
              <a:spcBef>
                <a:spcPts val="420"/>
              </a:spcBef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3.    </a:t>
            </a:r>
            <a:r>
              <a:rPr lang="pt-BR" sz="2100" b="1" strike="noStrike" spc="-1">
                <a:solidFill>
                  <a:srgbClr val="000000"/>
                </a:solidFill>
                <a:latin typeface="Calibri"/>
                <a:ea typeface="Calibri"/>
              </a:rPr>
              <a:t>Espera (</a:t>
            </a:r>
            <a:r>
              <a:rPr lang="pt-BR" sz="2100" b="1" i="1" strike="noStrike" spc="-1">
                <a:solidFill>
                  <a:srgbClr val="000000"/>
                </a:solidFill>
                <a:latin typeface="Calibri"/>
                <a:ea typeface="Calibri"/>
              </a:rPr>
              <a:t>wait</a:t>
            </a:r>
            <a:r>
              <a:rPr lang="pt-BR" sz="2100" b="1" strike="noStrike" spc="-1">
                <a:solidFill>
                  <a:srgbClr val="000000"/>
                </a:solidFill>
                <a:latin typeface="Calibri"/>
                <a:ea typeface="Calibri"/>
              </a:rPr>
              <a:t>)</a:t>
            </a:r>
            <a:endParaRPr lang="pt-BR" sz="21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420"/>
              </a:spcBef>
            </a:pPr>
            <a:endParaRPr lang="pt-BR" sz="2100" b="0" strike="noStrike" spc="-1">
              <a:latin typeface="Arial"/>
            </a:endParaRPr>
          </a:p>
          <a:p>
            <a:pPr marL="879480" lvl="1" indent="-342720" algn="just">
              <a:lnSpc>
                <a:spcPct val="9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Um processo no estado de espera aguarda por algum </a:t>
            </a:r>
            <a:r>
              <a:rPr lang="pt-BR" sz="21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evento externo 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ou por algum recurso para prosseguir seu processamento;</a:t>
            </a:r>
            <a:endParaRPr lang="pt-BR" sz="2100" b="0" strike="noStrike" spc="-1">
              <a:latin typeface="Arial"/>
            </a:endParaRPr>
          </a:p>
          <a:p>
            <a:pPr marL="1415880" lvl="2" indent="-342720" algn="just">
              <a:lnSpc>
                <a:spcPct val="9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Em alguns S.Os, o estado de espera pode ser chamado de bloqueado (</a:t>
            </a:r>
            <a:r>
              <a:rPr lang="pt-BR" sz="21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blocked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);</a:t>
            </a:r>
            <a:endParaRPr lang="pt-BR" sz="2100" b="0" strike="noStrike" spc="-1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420"/>
              </a:spcBef>
            </a:pPr>
            <a:endParaRPr lang="pt-BR" sz="2100" b="0" strike="noStrike" spc="-1">
              <a:latin typeface="Arial"/>
            </a:endParaRPr>
          </a:p>
          <a:p>
            <a:pPr marL="879480" lvl="1" indent="-342720" algn="just">
              <a:lnSpc>
                <a:spcPct val="9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O sistema organiza os vários processos no estado de espera também em </a:t>
            </a:r>
            <a:r>
              <a:rPr lang="pt-BR" sz="2100" b="1" i="1" strike="noStrike" spc="-1">
                <a:solidFill>
                  <a:srgbClr val="000000"/>
                </a:solidFill>
                <a:latin typeface="Calibri"/>
                <a:ea typeface="Calibri"/>
              </a:rPr>
              <a:t>listas encadeadas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;</a:t>
            </a:r>
            <a:endParaRPr lang="pt-BR" sz="2100" b="0" strike="noStrike" spc="-1">
              <a:latin typeface="Arial"/>
            </a:endParaRPr>
          </a:p>
          <a:p>
            <a:pPr marL="1415880" lvl="2" indent="-342720" algn="just">
              <a:lnSpc>
                <a:spcPct val="9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Em geral, os processos são separados em listas de espera associadas a cada tipo de evento;</a:t>
            </a:r>
            <a:endParaRPr lang="pt-BR" sz="2100" b="0" strike="noStrike" spc="-1">
              <a:latin typeface="Arial"/>
            </a:endParaRPr>
          </a:p>
          <a:p>
            <a:pPr marL="1415880" lvl="2" indent="-342720" algn="just">
              <a:lnSpc>
                <a:spcPct val="9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Quando um evento acontece, todos os processos da lista associada ao evento são transferidos para o estado de pronto.</a:t>
            </a:r>
            <a:endParaRPr lang="pt-BR" sz="2100" b="0" strike="noStrike" spc="-1">
              <a:latin typeface="Arial"/>
            </a:endParaRPr>
          </a:p>
          <a:p>
            <a:pPr marL="1073160" algn="just">
              <a:lnSpc>
                <a:spcPct val="90000"/>
              </a:lnSpc>
              <a:spcBef>
                <a:spcPts val="420"/>
              </a:spcBef>
            </a:pPr>
            <a:endParaRPr lang="pt-BR" sz="2100" b="0" strike="noStrike" spc="-1">
              <a:latin typeface="Arial"/>
            </a:endParaRPr>
          </a:p>
        </p:txBody>
      </p:sp>
      <p:pic>
        <p:nvPicPr>
          <p:cNvPr id="3" name="Imagem 3" descr="Uma imagem contendo faca&#10;&#10;Descrição gerada automaticamente">
            <a:extLst>
              <a:ext uri="{FF2B5EF4-FFF2-40B4-BE49-F238E27FC236}">
                <a16:creationId xmlns:a16="http://schemas.microsoft.com/office/drawing/2014/main" id="{B977503C-D010-4023-A1B6-70F954C71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8" y="211347"/>
            <a:ext cx="273367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3" descr="Uma imagem contendo faca&#10;&#10;Descrição gerada automaticamente">
            <a:extLst>
              <a:ext uri="{FF2B5EF4-FFF2-40B4-BE49-F238E27FC236}">
                <a16:creationId xmlns:a16="http://schemas.microsoft.com/office/drawing/2014/main" id="{A1262908-B510-4F4A-9A89-1B3FD739C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8" y="211347"/>
            <a:ext cx="2733675" cy="914400"/>
          </a:xfrm>
          <a:prstGeom prst="rect">
            <a:avLst/>
          </a:prstGeom>
        </p:spPr>
      </p:pic>
      <p:grpSp>
        <p:nvGrpSpPr>
          <p:cNvPr id="254" name="Group 1"/>
          <p:cNvGrpSpPr/>
          <p:nvPr/>
        </p:nvGrpSpPr>
        <p:grpSpPr>
          <a:xfrm>
            <a:off x="712440" y="1628640"/>
            <a:ext cx="10170000" cy="5183280"/>
            <a:chOff x="712440" y="1628640"/>
            <a:chExt cx="10170000" cy="5183280"/>
          </a:xfrm>
        </p:grpSpPr>
        <p:sp>
          <p:nvSpPr>
            <p:cNvPr id="255" name="Line 2"/>
            <p:cNvSpPr/>
            <p:nvPr/>
          </p:nvSpPr>
          <p:spPr>
            <a:xfrm>
              <a:off x="983160" y="4986360"/>
              <a:ext cx="9899280" cy="0"/>
            </a:xfrm>
            <a:prstGeom prst="line">
              <a:avLst/>
            </a:prstGeom>
            <a:ln w="28440" cap="rnd">
              <a:solidFill>
                <a:schemeClr val="tx1"/>
              </a:solidFill>
              <a:prstDash val="sysDot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grpSp>
          <p:nvGrpSpPr>
            <p:cNvPr id="256" name="Group 3"/>
            <p:cNvGrpSpPr/>
            <p:nvPr/>
          </p:nvGrpSpPr>
          <p:grpSpPr>
            <a:xfrm>
              <a:off x="4994640" y="2133000"/>
              <a:ext cx="899280" cy="863280"/>
              <a:chOff x="4994640" y="2133000"/>
              <a:chExt cx="899280" cy="863280"/>
            </a:xfrm>
          </p:grpSpPr>
          <p:sp>
            <p:nvSpPr>
              <p:cNvPr id="257" name="CustomShape 4"/>
              <p:cNvSpPr/>
              <p:nvPr/>
            </p:nvSpPr>
            <p:spPr>
              <a:xfrm>
                <a:off x="4994640" y="2133000"/>
                <a:ext cx="899280" cy="86328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rou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/>
            </p:style>
          </p:sp>
          <p:sp>
            <p:nvSpPr>
              <p:cNvPr id="258" name="Line 5"/>
              <p:cNvSpPr/>
              <p:nvPr/>
            </p:nvSpPr>
            <p:spPr>
              <a:xfrm>
                <a:off x="5441400" y="2136240"/>
                <a:ext cx="0" cy="438480"/>
              </a:xfrm>
              <a:prstGeom prst="line">
                <a:avLst/>
              </a:prstGeom>
              <a:ln w="936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59" name="Line 6"/>
              <p:cNvSpPr/>
              <p:nvPr/>
            </p:nvSpPr>
            <p:spPr>
              <a:xfrm>
                <a:off x="5440680" y="2574360"/>
                <a:ext cx="394920" cy="219960"/>
              </a:xfrm>
              <a:prstGeom prst="line">
                <a:avLst/>
              </a:prstGeom>
              <a:ln w="936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60" name="Line 7"/>
              <p:cNvSpPr/>
              <p:nvPr/>
            </p:nvSpPr>
            <p:spPr>
              <a:xfrm flipV="1">
                <a:off x="5048280" y="2574360"/>
                <a:ext cx="392760" cy="219960"/>
              </a:xfrm>
              <a:prstGeom prst="line">
                <a:avLst/>
              </a:prstGeom>
              <a:ln w="936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261" name="Group 8"/>
              <p:cNvGrpSpPr/>
              <p:nvPr/>
            </p:nvGrpSpPr>
            <p:grpSpPr>
              <a:xfrm>
                <a:off x="5333760" y="2359440"/>
                <a:ext cx="213840" cy="443520"/>
                <a:chOff x="5333760" y="2359440"/>
                <a:chExt cx="213840" cy="443520"/>
              </a:xfrm>
            </p:grpSpPr>
            <p:sp>
              <p:nvSpPr>
                <p:cNvPr id="262" name="CustomShape 9"/>
                <p:cNvSpPr/>
                <p:nvPr/>
              </p:nvSpPr>
              <p:spPr>
                <a:xfrm>
                  <a:off x="5333760" y="2388240"/>
                  <a:ext cx="213840" cy="414720"/>
                </a:xfrm>
                <a:prstGeom prst="rect">
                  <a:avLst/>
                </a:prstGeom>
                <a:solidFill>
                  <a:srgbClr val="66FFFF"/>
                </a:solidFill>
                <a:ln w="9360">
                  <a:solidFill>
                    <a:schemeClr val="tx2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63" name="CustomShape 10"/>
                <p:cNvSpPr/>
                <p:nvPr/>
              </p:nvSpPr>
              <p:spPr>
                <a:xfrm>
                  <a:off x="5353560" y="2359440"/>
                  <a:ext cx="174960" cy="414720"/>
                </a:xfrm>
                <a:prstGeom prst="rect">
                  <a:avLst/>
                </a:prstGeom>
                <a:solidFill>
                  <a:srgbClr val="99FF99"/>
                </a:solidFill>
                <a:ln w="9360">
                  <a:solidFill>
                    <a:schemeClr val="tx2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64" name="Line 11"/>
                <p:cNvSpPr/>
                <p:nvPr/>
              </p:nvSpPr>
              <p:spPr>
                <a:xfrm>
                  <a:off x="5372640" y="245268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65" name="Line 12"/>
                <p:cNvSpPr/>
                <p:nvPr/>
              </p:nvSpPr>
              <p:spPr>
                <a:xfrm>
                  <a:off x="5372640" y="247140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66" name="Line 13"/>
                <p:cNvSpPr/>
                <p:nvPr/>
              </p:nvSpPr>
              <p:spPr>
                <a:xfrm>
                  <a:off x="5372640" y="249084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67" name="Line 14"/>
                <p:cNvSpPr/>
                <p:nvPr/>
              </p:nvSpPr>
              <p:spPr>
                <a:xfrm>
                  <a:off x="5372640" y="250956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68" name="Line 15"/>
                <p:cNvSpPr/>
                <p:nvPr/>
              </p:nvSpPr>
              <p:spPr>
                <a:xfrm>
                  <a:off x="5372640" y="252864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69" name="Line 16"/>
                <p:cNvSpPr/>
                <p:nvPr/>
              </p:nvSpPr>
              <p:spPr>
                <a:xfrm>
                  <a:off x="5372640" y="254808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70" name="Line 17"/>
                <p:cNvSpPr/>
                <p:nvPr/>
              </p:nvSpPr>
              <p:spPr>
                <a:xfrm>
                  <a:off x="5372640" y="256680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71" name="Line 18"/>
                <p:cNvSpPr/>
                <p:nvPr/>
              </p:nvSpPr>
              <p:spPr>
                <a:xfrm>
                  <a:off x="5372640" y="258588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72" name="Line 19"/>
                <p:cNvSpPr/>
                <p:nvPr/>
              </p:nvSpPr>
              <p:spPr>
                <a:xfrm>
                  <a:off x="5372640" y="260496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73" name="Line 20"/>
                <p:cNvSpPr/>
                <p:nvPr/>
              </p:nvSpPr>
              <p:spPr>
                <a:xfrm>
                  <a:off x="5372640" y="262404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74" name="Line 21"/>
                <p:cNvSpPr/>
                <p:nvPr/>
              </p:nvSpPr>
              <p:spPr>
                <a:xfrm>
                  <a:off x="5372640" y="264312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75" name="Line 22"/>
                <p:cNvSpPr/>
                <p:nvPr/>
              </p:nvSpPr>
              <p:spPr>
                <a:xfrm>
                  <a:off x="5372640" y="266220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76" name="Line 23"/>
                <p:cNvSpPr/>
                <p:nvPr/>
              </p:nvSpPr>
              <p:spPr>
                <a:xfrm>
                  <a:off x="5372640" y="268092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77" name="Line 24"/>
                <p:cNvSpPr/>
                <p:nvPr/>
              </p:nvSpPr>
              <p:spPr>
                <a:xfrm>
                  <a:off x="5372640" y="270036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78" name="Line 25"/>
                <p:cNvSpPr/>
                <p:nvPr/>
              </p:nvSpPr>
              <p:spPr>
                <a:xfrm>
                  <a:off x="5372640" y="243360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</p:grpSp>
        <p:grpSp>
          <p:nvGrpSpPr>
            <p:cNvPr id="279" name="Group 26"/>
            <p:cNvGrpSpPr/>
            <p:nvPr/>
          </p:nvGrpSpPr>
          <p:grpSpPr>
            <a:xfrm>
              <a:off x="3272400" y="3597480"/>
              <a:ext cx="899280" cy="889200"/>
              <a:chOff x="3272400" y="3597480"/>
              <a:chExt cx="899280" cy="889200"/>
            </a:xfrm>
          </p:grpSpPr>
          <p:sp>
            <p:nvSpPr>
              <p:cNvPr id="280" name="CustomShape 27"/>
              <p:cNvSpPr/>
              <p:nvPr/>
            </p:nvSpPr>
            <p:spPr>
              <a:xfrm>
                <a:off x="3272400" y="3622680"/>
                <a:ext cx="899280" cy="864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rou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/>
            </p:style>
          </p:sp>
          <p:sp>
            <p:nvSpPr>
              <p:cNvPr id="281" name="Line 28"/>
              <p:cNvSpPr/>
              <p:nvPr/>
            </p:nvSpPr>
            <p:spPr>
              <a:xfrm>
                <a:off x="3721680" y="3597480"/>
                <a:ext cx="0" cy="439920"/>
              </a:xfrm>
              <a:prstGeom prst="line">
                <a:avLst/>
              </a:prstGeom>
              <a:ln w="936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82" name="Line 29"/>
              <p:cNvSpPr/>
              <p:nvPr/>
            </p:nvSpPr>
            <p:spPr>
              <a:xfrm>
                <a:off x="3721320" y="4037040"/>
                <a:ext cx="394560" cy="220680"/>
              </a:xfrm>
              <a:prstGeom prst="line">
                <a:avLst/>
              </a:prstGeom>
              <a:ln w="936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83" name="Line 30"/>
              <p:cNvSpPr/>
              <p:nvPr/>
            </p:nvSpPr>
            <p:spPr>
              <a:xfrm flipV="1">
                <a:off x="3328560" y="4037040"/>
                <a:ext cx="393120" cy="220680"/>
              </a:xfrm>
              <a:prstGeom prst="line">
                <a:avLst/>
              </a:prstGeom>
              <a:ln w="936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284" name="Group 31"/>
              <p:cNvGrpSpPr/>
              <p:nvPr/>
            </p:nvGrpSpPr>
            <p:grpSpPr>
              <a:xfrm>
                <a:off x="3614400" y="3821400"/>
                <a:ext cx="213840" cy="444600"/>
                <a:chOff x="3614400" y="3821400"/>
                <a:chExt cx="213840" cy="444600"/>
              </a:xfrm>
            </p:grpSpPr>
            <p:sp>
              <p:nvSpPr>
                <p:cNvPr id="285" name="CustomShape 32"/>
                <p:cNvSpPr/>
                <p:nvPr/>
              </p:nvSpPr>
              <p:spPr>
                <a:xfrm>
                  <a:off x="3614400" y="3850200"/>
                  <a:ext cx="213840" cy="415800"/>
                </a:xfrm>
                <a:prstGeom prst="rect">
                  <a:avLst/>
                </a:prstGeom>
                <a:solidFill>
                  <a:srgbClr val="66FFFF"/>
                </a:solidFill>
                <a:ln w="9360">
                  <a:solidFill>
                    <a:schemeClr val="tx2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86" name="CustomShape 33"/>
                <p:cNvSpPr/>
                <p:nvPr/>
              </p:nvSpPr>
              <p:spPr>
                <a:xfrm>
                  <a:off x="3633840" y="3821400"/>
                  <a:ext cx="174960" cy="415800"/>
                </a:xfrm>
                <a:prstGeom prst="rect">
                  <a:avLst/>
                </a:prstGeom>
                <a:solidFill>
                  <a:srgbClr val="99FF99"/>
                </a:solidFill>
                <a:ln w="9360">
                  <a:solidFill>
                    <a:schemeClr val="tx2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87" name="Line 34"/>
                <p:cNvSpPr/>
                <p:nvPr/>
              </p:nvSpPr>
              <p:spPr>
                <a:xfrm>
                  <a:off x="3653280" y="391464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88" name="Line 35"/>
                <p:cNvSpPr/>
                <p:nvPr/>
              </p:nvSpPr>
              <p:spPr>
                <a:xfrm>
                  <a:off x="3653280" y="393372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89" name="Line 36"/>
                <p:cNvSpPr/>
                <p:nvPr/>
              </p:nvSpPr>
              <p:spPr>
                <a:xfrm>
                  <a:off x="3653280" y="395316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90" name="Line 37"/>
                <p:cNvSpPr/>
                <p:nvPr/>
              </p:nvSpPr>
              <p:spPr>
                <a:xfrm>
                  <a:off x="3653280" y="397188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91" name="Line 38"/>
                <p:cNvSpPr/>
                <p:nvPr/>
              </p:nvSpPr>
              <p:spPr>
                <a:xfrm>
                  <a:off x="3653280" y="399096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92" name="Line 39"/>
                <p:cNvSpPr/>
                <p:nvPr/>
              </p:nvSpPr>
              <p:spPr>
                <a:xfrm>
                  <a:off x="3653280" y="401040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93" name="Line 40"/>
                <p:cNvSpPr/>
                <p:nvPr/>
              </p:nvSpPr>
              <p:spPr>
                <a:xfrm>
                  <a:off x="3653280" y="402948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94" name="Line 41"/>
                <p:cNvSpPr/>
                <p:nvPr/>
              </p:nvSpPr>
              <p:spPr>
                <a:xfrm>
                  <a:off x="3653280" y="404820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95" name="Line 42"/>
                <p:cNvSpPr/>
                <p:nvPr/>
              </p:nvSpPr>
              <p:spPr>
                <a:xfrm>
                  <a:off x="3653280" y="406764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96" name="Line 43"/>
                <p:cNvSpPr/>
                <p:nvPr/>
              </p:nvSpPr>
              <p:spPr>
                <a:xfrm>
                  <a:off x="3653280" y="408672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97" name="Line 44"/>
                <p:cNvSpPr/>
                <p:nvPr/>
              </p:nvSpPr>
              <p:spPr>
                <a:xfrm>
                  <a:off x="3653280" y="410616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98" name="Line 45"/>
                <p:cNvSpPr/>
                <p:nvPr/>
              </p:nvSpPr>
              <p:spPr>
                <a:xfrm>
                  <a:off x="3653280" y="412488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299" name="Line 46"/>
                <p:cNvSpPr/>
                <p:nvPr/>
              </p:nvSpPr>
              <p:spPr>
                <a:xfrm>
                  <a:off x="3653280" y="414396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00" name="Line 47"/>
                <p:cNvSpPr/>
                <p:nvPr/>
              </p:nvSpPr>
              <p:spPr>
                <a:xfrm>
                  <a:off x="3653280" y="416340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01" name="Line 48"/>
                <p:cNvSpPr/>
                <p:nvPr/>
              </p:nvSpPr>
              <p:spPr>
                <a:xfrm>
                  <a:off x="3653280" y="389592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</p:grpSp>
        <p:grpSp>
          <p:nvGrpSpPr>
            <p:cNvPr id="302" name="Group 49"/>
            <p:cNvGrpSpPr/>
            <p:nvPr/>
          </p:nvGrpSpPr>
          <p:grpSpPr>
            <a:xfrm>
              <a:off x="3272400" y="5571360"/>
              <a:ext cx="899280" cy="873000"/>
              <a:chOff x="3272400" y="5571360"/>
              <a:chExt cx="899280" cy="873000"/>
            </a:xfrm>
          </p:grpSpPr>
          <p:sp>
            <p:nvSpPr>
              <p:cNvPr id="303" name="CustomShape 50"/>
              <p:cNvSpPr/>
              <p:nvPr/>
            </p:nvSpPr>
            <p:spPr>
              <a:xfrm>
                <a:off x="3272400" y="5581800"/>
                <a:ext cx="899280" cy="86256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rou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/>
            </p:style>
          </p:sp>
          <p:sp>
            <p:nvSpPr>
              <p:cNvPr id="304" name="Line 51"/>
              <p:cNvSpPr/>
              <p:nvPr/>
            </p:nvSpPr>
            <p:spPr>
              <a:xfrm>
                <a:off x="3721680" y="5571360"/>
                <a:ext cx="0" cy="438480"/>
              </a:xfrm>
              <a:prstGeom prst="line">
                <a:avLst/>
              </a:prstGeom>
              <a:ln w="936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05" name="Line 52"/>
              <p:cNvSpPr/>
              <p:nvPr/>
            </p:nvSpPr>
            <p:spPr>
              <a:xfrm>
                <a:off x="3721320" y="6009480"/>
                <a:ext cx="394560" cy="220320"/>
              </a:xfrm>
              <a:prstGeom prst="line">
                <a:avLst/>
              </a:prstGeom>
              <a:ln w="936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06" name="Line 53"/>
              <p:cNvSpPr/>
              <p:nvPr/>
            </p:nvSpPr>
            <p:spPr>
              <a:xfrm flipV="1">
                <a:off x="3328560" y="6009480"/>
                <a:ext cx="393120" cy="220320"/>
              </a:xfrm>
              <a:prstGeom prst="line">
                <a:avLst/>
              </a:prstGeom>
              <a:ln w="936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307" name="Group 54"/>
              <p:cNvGrpSpPr/>
              <p:nvPr/>
            </p:nvGrpSpPr>
            <p:grpSpPr>
              <a:xfrm>
                <a:off x="3614400" y="5794560"/>
                <a:ext cx="213840" cy="443160"/>
                <a:chOff x="3614400" y="5794560"/>
                <a:chExt cx="213840" cy="443160"/>
              </a:xfrm>
            </p:grpSpPr>
            <p:sp>
              <p:nvSpPr>
                <p:cNvPr id="308" name="CustomShape 55"/>
                <p:cNvSpPr/>
                <p:nvPr/>
              </p:nvSpPr>
              <p:spPr>
                <a:xfrm>
                  <a:off x="3614400" y="5823000"/>
                  <a:ext cx="213840" cy="414720"/>
                </a:xfrm>
                <a:prstGeom prst="rect">
                  <a:avLst/>
                </a:prstGeom>
                <a:solidFill>
                  <a:srgbClr val="66FFFF"/>
                </a:solidFill>
                <a:ln w="9360">
                  <a:solidFill>
                    <a:schemeClr val="tx2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09" name="CustomShape 56"/>
                <p:cNvSpPr/>
                <p:nvPr/>
              </p:nvSpPr>
              <p:spPr>
                <a:xfrm>
                  <a:off x="3633840" y="5794560"/>
                  <a:ext cx="174960" cy="414720"/>
                </a:xfrm>
                <a:prstGeom prst="rect">
                  <a:avLst/>
                </a:prstGeom>
                <a:solidFill>
                  <a:srgbClr val="99FF99"/>
                </a:solidFill>
                <a:ln w="9360">
                  <a:solidFill>
                    <a:schemeClr val="tx2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10" name="Line 57"/>
                <p:cNvSpPr/>
                <p:nvPr/>
              </p:nvSpPr>
              <p:spPr>
                <a:xfrm>
                  <a:off x="3653280" y="588780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11" name="Line 58"/>
                <p:cNvSpPr/>
                <p:nvPr/>
              </p:nvSpPr>
              <p:spPr>
                <a:xfrm>
                  <a:off x="3653280" y="590652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12" name="Line 59"/>
                <p:cNvSpPr/>
                <p:nvPr/>
              </p:nvSpPr>
              <p:spPr>
                <a:xfrm>
                  <a:off x="3653280" y="592596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13" name="Line 60"/>
                <p:cNvSpPr/>
                <p:nvPr/>
              </p:nvSpPr>
              <p:spPr>
                <a:xfrm>
                  <a:off x="3653280" y="594468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14" name="Line 61"/>
                <p:cNvSpPr/>
                <p:nvPr/>
              </p:nvSpPr>
              <p:spPr>
                <a:xfrm>
                  <a:off x="3653280" y="596376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15" name="Line 62"/>
                <p:cNvSpPr/>
                <p:nvPr/>
              </p:nvSpPr>
              <p:spPr>
                <a:xfrm>
                  <a:off x="3653280" y="598320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16" name="Line 63"/>
                <p:cNvSpPr/>
                <p:nvPr/>
              </p:nvSpPr>
              <p:spPr>
                <a:xfrm>
                  <a:off x="3653280" y="600192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17" name="Line 64"/>
                <p:cNvSpPr/>
                <p:nvPr/>
              </p:nvSpPr>
              <p:spPr>
                <a:xfrm>
                  <a:off x="3653280" y="602100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18" name="Line 65"/>
                <p:cNvSpPr/>
                <p:nvPr/>
              </p:nvSpPr>
              <p:spPr>
                <a:xfrm>
                  <a:off x="3653280" y="604008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19" name="Line 66"/>
                <p:cNvSpPr/>
                <p:nvPr/>
              </p:nvSpPr>
              <p:spPr>
                <a:xfrm>
                  <a:off x="3653280" y="605916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20" name="Line 67"/>
                <p:cNvSpPr/>
                <p:nvPr/>
              </p:nvSpPr>
              <p:spPr>
                <a:xfrm>
                  <a:off x="3653280" y="607860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21" name="Line 68"/>
                <p:cNvSpPr/>
                <p:nvPr/>
              </p:nvSpPr>
              <p:spPr>
                <a:xfrm>
                  <a:off x="3653280" y="609732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22" name="Line 69"/>
                <p:cNvSpPr/>
                <p:nvPr/>
              </p:nvSpPr>
              <p:spPr>
                <a:xfrm>
                  <a:off x="3653280" y="611640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23" name="Line 70"/>
                <p:cNvSpPr/>
                <p:nvPr/>
              </p:nvSpPr>
              <p:spPr>
                <a:xfrm>
                  <a:off x="3653280" y="613548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24" name="Line 71"/>
                <p:cNvSpPr/>
                <p:nvPr/>
              </p:nvSpPr>
              <p:spPr>
                <a:xfrm>
                  <a:off x="3653280" y="5868720"/>
                  <a:ext cx="13644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</p:grpSp>
        <p:grpSp>
          <p:nvGrpSpPr>
            <p:cNvPr id="325" name="Group 72"/>
            <p:cNvGrpSpPr/>
            <p:nvPr/>
          </p:nvGrpSpPr>
          <p:grpSpPr>
            <a:xfrm>
              <a:off x="6629400" y="3597480"/>
              <a:ext cx="899280" cy="879840"/>
              <a:chOff x="6629400" y="3597480"/>
              <a:chExt cx="899280" cy="879840"/>
            </a:xfrm>
          </p:grpSpPr>
          <p:sp>
            <p:nvSpPr>
              <p:cNvPr id="326" name="CustomShape 73"/>
              <p:cNvSpPr/>
              <p:nvPr/>
            </p:nvSpPr>
            <p:spPr>
              <a:xfrm>
                <a:off x="6629400" y="3612960"/>
                <a:ext cx="899280" cy="86436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rou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/>
            </p:style>
          </p:sp>
          <p:sp>
            <p:nvSpPr>
              <p:cNvPr id="327" name="Line 74"/>
              <p:cNvSpPr/>
              <p:nvPr/>
            </p:nvSpPr>
            <p:spPr>
              <a:xfrm>
                <a:off x="7092000" y="3597480"/>
                <a:ext cx="0" cy="439200"/>
              </a:xfrm>
              <a:prstGeom prst="line">
                <a:avLst/>
              </a:prstGeom>
              <a:ln w="936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28" name="Line 75"/>
              <p:cNvSpPr/>
              <p:nvPr/>
            </p:nvSpPr>
            <p:spPr>
              <a:xfrm>
                <a:off x="7091280" y="4036320"/>
                <a:ext cx="396360" cy="220320"/>
              </a:xfrm>
              <a:prstGeom prst="line">
                <a:avLst/>
              </a:prstGeom>
              <a:ln w="936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29" name="Line 76"/>
              <p:cNvSpPr/>
              <p:nvPr/>
            </p:nvSpPr>
            <p:spPr>
              <a:xfrm flipV="1">
                <a:off x="6697080" y="4036320"/>
                <a:ext cx="394560" cy="220320"/>
              </a:xfrm>
              <a:prstGeom prst="line">
                <a:avLst/>
              </a:prstGeom>
              <a:ln w="936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330" name="Group 77"/>
              <p:cNvGrpSpPr/>
              <p:nvPr/>
            </p:nvGrpSpPr>
            <p:grpSpPr>
              <a:xfrm>
                <a:off x="6983640" y="3821040"/>
                <a:ext cx="214920" cy="444240"/>
                <a:chOff x="6983640" y="3821040"/>
                <a:chExt cx="214920" cy="444240"/>
              </a:xfrm>
            </p:grpSpPr>
            <p:sp>
              <p:nvSpPr>
                <p:cNvPr id="331" name="CustomShape 78"/>
                <p:cNvSpPr/>
                <p:nvPr/>
              </p:nvSpPr>
              <p:spPr>
                <a:xfrm>
                  <a:off x="6983640" y="3849840"/>
                  <a:ext cx="214920" cy="415440"/>
                </a:xfrm>
                <a:prstGeom prst="rect">
                  <a:avLst/>
                </a:prstGeom>
                <a:solidFill>
                  <a:srgbClr val="66FFFF"/>
                </a:solidFill>
                <a:ln w="9360">
                  <a:solidFill>
                    <a:schemeClr val="tx2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32" name="CustomShape 79"/>
                <p:cNvSpPr/>
                <p:nvPr/>
              </p:nvSpPr>
              <p:spPr>
                <a:xfrm>
                  <a:off x="7003800" y="3821040"/>
                  <a:ext cx="175680" cy="415440"/>
                </a:xfrm>
                <a:prstGeom prst="rect">
                  <a:avLst/>
                </a:prstGeom>
                <a:solidFill>
                  <a:srgbClr val="99FF99"/>
                </a:solidFill>
                <a:ln w="9360">
                  <a:solidFill>
                    <a:schemeClr val="tx2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33" name="Line 80"/>
                <p:cNvSpPr/>
                <p:nvPr/>
              </p:nvSpPr>
              <p:spPr>
                <a:xfrm>
                  <a:off x="7022880" y="3914280"/>
                  <a:ext cx="1371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34" name="Line 81"/>
                <p:cNvSpPr/>
                <p:nvPr/>
              </p:nvSpPr>
              <p:spPr>
                <a:xfrm>
                  <a:off x="7022880" y="3933360"/>
                  <a:ext cx="1371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35" name="Line 82"/>
                <p:cNvSpPr/>
                <p:nvPr/>
              </p:nvSpPr>
              <p:spPr>
                <a:xfrm>
                  <a:off x="7022880" y="3952440"/>
                  <a:ext cx="1371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36" name="Line 83"/>
                <p:cNvSpPr/>
                <p:nvPr/>
              </p:nvSpPr>
              <p:spPr>
                <a:xfrm>
                  <a:off x="7022880" y="3971520"/>
                  <a:ext cx="1371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37" name="Line 84"/>
                <p:cNvSpPr/>
                <p:nvPr/>
              </p:nvSpPr>
              <p:spPr>
                <a:xfrm>
                  <a:off x="7022880" y="3990600"/>
                  <a:ext cx="1371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38" name="Line 85"/>
                <p:cNvSpPr/>
                <p:nvPr/>
              </p:nvSpPr>
              <p:spPr>
                <a:xfrm>
                  <a:off x="7022880" y="4009680"/>
                  <a:ext cx="1371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39" name="Line 86"/>
                <p:cNvSpPr/>
                <p:nvPr/>
              </p:nvSpPr>
              <p:spPr>
                <a:xfrm>
                  <a:off x="7022880" y="4028760"/>
                  <a:ext cx="1371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40" name="Line 87"/>
                <p:cNvSpPr/>
                <p:nvPr/>
              </p:nvSpPr>
              <p:spPr>
                <a:xfrm>
                  <a:off x="7022880" y="4047840"/>
                  <a:ext cx="1371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41" name="Line 88"/>
                <p:cNvSpPr/>
                <p:nvPr/>
              </p:nvSpPr>
              <p:spPr>
                <a:xfrm>
                  <a:off x="7022880" y="4066920"/>
                  <a:ext cx="1371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42" name="Line 89"/>
                <p:cNvSpPr/>
                <p:nvPr/>
              </p:nvSpPr>
              <p:spPr>
                <a:xfrm>
                  <a:off x="7022880" y="4086000"/>
                  <a:ext cx="1371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43" name="Line 90"/>
                <p:cNvSpPr/>
                <p:nvPr/>
              </p:nvSpPr>
              <p:spPr>
                <a:xfrm>
                  <a:off x="7022880" y="4105440"/>
                  <a:ext cx="1371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44" name="Line 91"/>
                <p:cNvSpPr/>
                <p:nvPr/>
              </p:nvSpPr>
              <p:spPr>
                <a:xfrm>
                  <a:off x="7022880" y="4124160"/>
                  <a:ext cx="1371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45" name="Line 92"/>
                <p:cNvSpPr/>
                <p:nvPr/>
              </p:nvSpPr>
              <p:spPr>
                <a:xfrm>
                  <a:off x="7022880" y="4143240"/>
                  <a:ext cx="1371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46" name="Line 93"/>
                <p:cNvSpPr/>
                <p:nvPr/>
              </p:nvSpPr>
              <p:spPr>
                <a:xfrm>
                  <a:off x="7022880" y="4162680"/>
                  <a:ext cx="1371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47" name="Line 94"/>
                <p:cNvSpPr/>
                <p:nvPr/>
              </p:nvSpPr>
              <p:spPr>
                <a:xfrm>
                  <a:off x="7022880" y="3895200"/>
                  <a:ext cx="13716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</p:grpSp>
        <p:sp>
          <p:nvSpPr>
            <p:cNvPr id="348" name="CustomShape 95"/>
            <p:cNvSpPr/>
            <p:nvPr/>
          </p:nvSpPr>
          <p:spPr>
            <a:xfrm rot="19224000">
              <a:off x="3989520" y="3121560"/>
              <a:ext cx="1140840" cy="362160"/>
            </a:xfrm>
            <a:prstGeom prst="leftArrow">
              <a:avLst>
                <a:gd name="adj1" fmla="val 50000"/>
                <a:gd name="adj2" fmla="val 68923"/>
              </a:avLst>
            </a:prstGeom>
            <a:ln>
              <a:rou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349" name="CustomShape 96"/>
            <p:cNvSpPr/>
            <p:nvPr/>
          </p:nvSpPr>
          <p:spPr>
            <a:xfrm rot="2598000">
              <a:off x="5521320" y="3338640"/>
              <a:ext cx="1211040" cy="326880"/>
            </a:xfrm>
            <a:prstGeom prst="leftArrow">
              <a:avLst>
                <a:gd name="adj1" fmla="val 50000"/>
                <a:gd name="adj2" fmla="val 68923"/>
              </a:avLst>
            </a:prstGeom>
            <a:ln>
              <a:rou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350" name="CustomShape 97"/>
            <p:cNvSpPr/>
            <p:nvPr/>
          </p:nvSpPr>
          <p:spPr>
            <a:xfrm rot="13295400">
              <a:off x="5814720" y="3115080"/>
              <a:ext cx="1068120" cy="326880"/>
            </a:xfrm>
            <a:prstGeom prst="leftArrow">
              <a:avLst>
                <a:gd name="adj1" fmla="val 50000"/>
                <a:gd name="adj2" fmla="val 68923"/>
              </a:avLst>
            </a:prstGeom>
            <a:ln>
              <a:rou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351" name="CustomShape 98"/>
            <p:cNvSpPr/>
            <p:nvPr/>
          </p:nvSpPr>
          <p:spPr>
            <a:xfrm>
              <a:off x="7614720" y="3900600"/>
              <a:ext cx="1036080" cy="358920"/>
            </a:xfrm>
            <a:prstGeom prst="leftArrow">
              <a:avLst>
                <a:gd name="adj1" fmla="val 50000"/>
                <a:gd name="adj2" fmla="val 68923"/>
              </a:avLst>
            </a:prstGeom>
            <a:ln>
              <a:rou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</p:sp>
        <p:grpSp>
          <p:nvGrpSpPr>
            <p:cNvPr id="352" name="Group 99"/>
            <p:cNvGrpSpPr/>
            <p:nvPr/>
          </p:nvGrpSpPr>
          <p:grpSpPr>
            <a:xfrm>
              <a:off x="8728560" y="3597480"/>
              <a:ext cx="899280" cy="866880"/>
              <a:chOff x="8728560" y="3597480"/>
              <a:chExt cx="899280" cy="866880"/>
            </a:xfrm>
          </p:grpSpPr>
          <p:sp>
            <p:nvSpPr>
              <p:cNvPr id="353" name="CustomShape 100"/>
              <p:cNvSpPr/>
              <p:nvPr/>
            </p:nvSpPr>
            <p:spPr>
              <a:xfrm>
                <a:off x="8728560" y="3601080"/>
                <a:ext cx="899280" cy="86328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rou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/>
            </p:style>
          </p:sp>
          <p:sp>
            <p:nvSpPr>
              <p:cNvPr id="354" name="Line 101"/>
              <p:cNvSpPr/>
              <p:nvPr/>
            </p:nvSpPr>
            <p:spPr>
              <a:xfrm>
                <a:off x="9180000" y="3597480"/>
                <a:ext cx="0" cy="438840"/>
              </a:xfrm>
              <a:prstGeom prst="line">
                <a:avLst/>
              </a:prstGeom>
              <a:ln w="936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55" name="Line 102"/>
              <p:cNvSpPr/>
              <p:nvPr/>
            </p:nvSpPr>
            <p:spPr>
              <a:xfrm>
                <a:off x="9179280" y="4035960"/>
                <a:ext cx="395280" cy="219960"/>
              </a:xfrm>
              <a:prstGeom prst="line">
                <a:avLst/>
              </a:prstGeom>
              <a:ln w="936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56" name="Line 103"/>
              <p:cNvSpPr/>
              <p:nvPr/>
            </p:nvSpPr>
            <p:spPr>
              <a:xfrm flipV="1">
                <a:off x="8786880" y="4035960"/>
                <a:ext cx="393120" cy="219960"/>
              </a:xfrm>
              <a:prstGeom prst="line">
                <a:avLst/>
              </a:prstGeom>
              <a:ln w="936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357" name="Group 104"/>
              <p:cNvGrpSpPr/>
              <p:nvPr/>
            </p:nvGrpSpPr>
            <p:grpSpPr>
              <a:xfrm>
                <a:off x="9072360" y="3820680"/>
                <a:ext cx="214200" cy="443520"/>
                <a:chOff x="9072360" y="3820680"/>
                <a:chExt cx="214200" cy="443520"/>
              </a:xfrm>
            </p:grpSpPr>
            <p:sp>
              <p:nvSpPr>
                <p:cNvPr id="358" name="CustomShape 105"/>
                <p:cNvSpPr/>
                <p:nvPr/>
              </p:nvSpPr>
              <p:spPr>
                <a:xfrm>
                  <a:off x="9072360" y="3849480"/>
                  <a:ext cx="214200" cy="414720"/>
                </a:xfrm>
                <a:prstGeom prst="rect">
                  <a:avLst/>
                </a:prstGeom>
                <a:solidFill>
                  <a:srgbClr val="66FFFF"/>
                </a:solidFill>
                <a:ln w="9360">
                  <a:solidFill>
                    <a:schemeClr val="tx2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59" name="CustomShape 106"/>
                <p:cNvSpPr/>
                <p:nvPr/>
              </p:nvSpPr>
              <p:spPr>
                <a:xfrm>
                  <a:off x="9092160" y="3820680"/>
                  <a:ext cx="174960" cy="414720"/>
                </a:xfrm>
                <a:prstGeom prst="rect">
                  <a:avLst/>
                </a:prstGeom>
                <a:solidFill>
                  <a:srgbClr val="99FF99"/>
                </a:solidFill>
                <a:ln w="9360">
                  <a:solidFill>
                    <a:schemeClr val="tx2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60" name="Line 107"/>
                <p:cNvSpPr/>
                <p:nvPr/>
              </p:nvSpPr>
              <p:spPr>
                <a:xfrm>
                  <a:off x="9111240" y="391392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61" name="Line 108"/>
                <p:cNvSpPr/>
                <p:nvPr/>
              </p:nvSpPr>
              <p:spPr>
                <a:xfrm>
                  <a:off x="9111240" y="393264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62" name="Line 109"/>
                <p:cNvSpPr/>
                <p:nvPr/>
              </p:nvSpPr>
              <p:spPr>
                <a:xfrm>
                  <a:off x="9111240" y="395208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63" name="Line 110"/>
                <p:cNvSpPr/>
                <p:nvPr/>
              </p:nvSpPr>
              <p:spPr>
                <a:xfrm>
                  <a:off x="9111240" y="397116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64" name="Line 111"/>
                <p:cNvSpPr/>
                <p:nvPr/>
              </p:nvSpPr>
              <p:spPr>
                <a:xfrm>
                  <a:off x="9111240" y="398988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65" name="Line 112"/>
                <p:cNvSpPr/>
                <p:nvPr/>
              </p:nvSpPr>
              <p:spPr>
                <a:xfrm>
                  <a:off x="9111240" y="400932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66" name="Line 113"/>
                <p:cNvSpPr/>
                <p:nvPr/>
              </p:nvSpPr>
              <p:spPr>
                <a:xfrm>
                  <a:off x="9111240" y="402804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67" name="Line 114"/>
                <p:cNvSpPr/>
                <p:nvPr/>
              </p:nvSpPr>
              <p:spPr>
                <a:xfrm>
                  <a:off x="9111240" y="404712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68" name="Line 115"/>
                <p:cNvSpPr/>
                <p:nvPr/>
              </p:nvSpPr>
              <p:spPr>
                <a:xfrm>
                  <a:off x="9111240" y="406656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69" name="Line 116"/>
                <p:cNvSpPr/>
                <p:nvPr/>
              </p:nvSpPr>
              <p:spPr>
                <a:xfrm>
                  <a:off x="9111240" y="408528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70" name="Line 117"/>
                <p:cNvSpPr/>
                <p:nvPr/>
              </p:nvSpPr>
              <p:spPr>
                <a:xfrm>
                  <a:off x="9111240" y="410472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71" name="Line 118"/>
                <p:cNvSpPr/>
                <p:nvPr/>
              </p:nvSpPr>
              <p:spPr>
                <a:xfrm>
                  <a:off x="9111240" y="412344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72" name="Line 119"/>
                <p:cNvSpPr/>
                <p:nvPr/>
              </p:nvSpPr>
              <p:spPr>
                <a:xfrm>
                  <a:off x="9111240" y="414252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73" name="Line 120"/>
                <p:cNvSpPr/>
                <p:nvPr/>
              </p:nvSpPr>
              <p:spPr>
                <a:xfrm>
                  <a:off x="9111240" y="416196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74" name="Line 121"/>
                <p:cNvSpPr/>
                <p:nvPr/>
              </p:nvSpPr>
              <p:spPr>
                <a:xfrm>
                  <a:off x="9111240" y="389484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</p:grpSp>
        <p:sp>
          <p:nvSpPr>
            <p:cNvPr id="375" name="CustomShape 122"/>
            <p:cNvSpPr/>
            <p:nvPr/>
          </p:nvSpPr>
          <p:spPr>
            <a:xfrm flipH="1">
              <a:off x="6167160" y="2349000"/>
              <a:ext cx="1008360" cy="396000"/>
            </a:xfrm>
            <a:prstGeom prst="leftArrow">
              <a:avLst>
                <a:gd name="adj1" fmla="val 50000"/>
                <a:gd name="adj2" fmla="val 68923"/>
              </a:avLst>
            </a:prstGeom>
            <a:ln>
              <a:rou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</p:sp>
        <p:grpSp>
          <p:nvGrpSpPr>
            <p:cNvPr id="376" name="Group 123"/>
            <p:cNvGrpSpPr/>
            <p:nvPr/>
          </p:nvGrpSpPr>
          <p:grpSpPr>
            <a:xfrm>
              <a:off x="7309800" y="2136240"/>
              <a:ext cx="899280" cy="873000"/>
              <a:chOff x="7309800" y="2136240"/>
              <a:chExt cx="899280" cy="873000"/>
            </a:xfrm>
          </p:grpSpPr>
          <p:sp>
            <p:nvSpPr>
              <p:cNvPr id="377" name="CustomShape 124"/>
              <p:cNvSpPr/>
              <p:nvPr/>
            </p:nvSpPr>
            <p:spPr>
              <a:xfrm>
                <a:off x="7309800" y="2146680"/>
                <a:ext cx="899280" cy="86256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rou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/>
            </p:style>
          </p:sp>
          <p:sp>
            <p:nvSpPr>
              <p:cNvPr id="378" name="Line 125"/>
              <p:cNvSpPr/>
              <p:nvPr/>
            </p:nvSpPr>
            <p:spPr>
              <a:xfrm>
                <a:off x="7760880" y="2136240"/>
                <a:ext cx="0" cy="438120"/>
              </a:xfrm>
              <a:prstGeom prst="line">
                <a:avLst/>
              </a:prstGeom>
              <a:ln w="936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79" name="Line 126"/>
              <p:cNvSpPr/>
              <p:nvPr/>
            </p:nvSpPr>
            <p:spPr>
              <a:xfrm>
                <a:off x="7760520" y="2574000"/>
                <a:ext cx="395280" cy="219600"/>
              </a:xfrm>
              <a:prstGeom prst="line">
                <a:avLst/>
              </a:prstGeom>
              <a:ln w="936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80" name="Line 127"/>
              <p:cNvSpPr/>
              <p:nvPr/>
            </p:nvSpPr>
            <p:spPr>
              <a:xfrm flipV="1">
                <a:off x="7367040" y="2574000"/>
                <a:ext cx="393840" cy="219600"/>
              </a:xfrm>
              <a:prstGeom prst="line">
                <a:avLst/>
              </a:prstGeom>
              <a:ln w="936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381" name="Group 128"/>
              <p:cNvGrpSpPr/>
              <p:nvPr/>
            </p:nvGrpSpPr>
            <p:grpSpPr>
              <a:xfrm>
                <a:off x="7653240" y="2359080"/>
                <a:ext cx="214200" cy="442800"/>
                <a:chOff x="7653240" y="2359080"/>
                <a:chExt cx="214200" cy="442800"/>
              </a:xfrm>
            </p:grpSpPr>
            <p:sp>
              <p:nvSpPr>
                <p:cNvPr id="382" name="CustomShape 129"/>
                <p:cNvSpPr/>
                <p:nvPr/>
              </p:nvSpPr>
              <p:spPr>
                <a:xfrm>
                  <a:off x="7653240" y="2387520"/>
                  <a:ext cx="214200" cy="414360"/>
                </a:xfrm>
                <a:prstGeom prst="rect">
                  <a:avLst/>
                </a:prstGeom>
                <a:solidFill>
                  <a:srgbClr val="66FFFF"/>
                </a:solidFill>
                <a:ln w="9360">
                  <a:solidFill>
                    <a:schemeClr val="tx2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83" name="CustomShape 130"/>
                <p:cNvSpPr/>
                <p:nvPr/>
              </p:nvSpPr>
              <p:spPr>
                <a:xfrm>
                  <a:off x="7673040" y="2359080"/>
                  <a:ext cx="175320" cy="414360"/>
                </a:xfrm>
                <a:prstGeom prst="rect">
                  <a:avLst/>
                </a:prstGeom>
                <a:solidFill>
                  <a:srgbClr val="99FF99"/>
                </a:solidFill>
                <a:ln w="9360">
                  <a:solidFill>
                    <a:schemeClr val="tx2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84" name="Line 131"/>
                <p:cNvSpPr/>
                <p:nvPr/>
              </p:nvSpPr>
              <p:spPr>
                <a:xfrm>
                  <a:off x="7692120" y="245196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85" name="Line 132"/>
                <p:cNvSpPr/>
                <p:nvPr/>
              </p:nvSpPr>
              <p:spPr>
                <a:xfrm>
                  <a:off x="7692120" y="247104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86" name="Line 133"/>
                <p:cNvSpPr/>
                <p:nvPr/>
              </p:nvSpPr>
              <p:spPr>
                <a:xfrm>
                  <a:off x="7692120" y="249048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87" name="Line 134"/>
                <p:cNvSpPr/>
                <p:nvPr/>
              </p:nvSpPr>
              <p:spPr>
                <a:xfrm>
                  <a:off x="7692120" y="250920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88" name="Line 135"/>
                <p:cNvSpPr/>
                <p:nvPr/>
              </p:nvSpPr>
              <p:spPr>
                <a:xfrm>
                  <a:off x="7692120" y="252792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89" name="Line 136"/>
                <p:cNvSpPr/>
                <p:nvPr/>
              </p:nvSpPr>
              <p:spPr>
                <a:xfrm>
                  <a:off x="7692120" y="254736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90" name="Line 137"/>
                <p:cNvSpPr/>
                <p:nvPr/>
              </p:nvSpPr>
              <p:spPr>
                <a:xfrm>
                  <a:off x="7692120" y="256644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91" name="Line 138"/>
                <p:cNvSpPr/>
                <p:nvPr/>
              </p:nvSpPr>
              <p:spPr>
                <a:xfrm>
                  <a:off x="7692120" y="258516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92" name="Line 139"/>
                <p:cNvSpPr/>
                <p:nvPr/>
              </p:nvSpPr>
              <p:spPr>
                <a:xfrm>
                  <a:off x="7692120" y="260460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93" name="Line 140"/>
                <p:cNvSpPr/>
                <p:nvPr/>
              </p:nvSpPr>
              <p:spPr>
                <a:xfrm>
                  <a:off x="7692120" y="262332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94" name="Line 141"/>
                <p:cNvSpPr/>
                <p:nvPr/>
              </p:nvSpPr>
              <p:spPr>
                <a:xfrm>
                  <a:off x="7692120" y="264276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95" name="Line 142"/>
                <p:cNvSpPr/>
                <p:nvPr/>
              </p:nvSpPr>
              <p:spPr>
                <a:xfrm>
                  <a:off x="7692120" y="266148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96" name="Line 143"/>
                <p:cNvSpPr/>
                <p:nvPr/>
              </p:nvSpPr>
              <p:spPr>
                <a:xfrm>
                  <a:off x="7692120" y="268056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97" name="Line 144"/>
                <p:cNvSpPr/>
                <p:nvPr/>
              </p:nvSpPr>
              <p:spPr>
                <a:xfrm>
                  <a:off x="7692120" y="269964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398" name="Line 145"/>
                <p:cNvSpPr/>
                <p:nvPr/>
              </p:nvSpPr>
              <p:spPr>
                <a:xfrm>
                  <a:off x="7692120" y="243324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</p:grpSp>
        <p:sp>
          <p:nvSpPr>
            <p:cNvPr id="399" name="CustomShape 146"/>
            <p:cNvSpPr/>
            <p:nvPr/>
          </p:nvSpPr>
          <p:spPr>
            <a:xfrm rot="16200000">
              <a:off x="3245040" y="4912920"/>
              <a:ext cx="935640" cy="395280"/>
            </a:xfrm>
            <a:prstGeom prst="leftArrow">
              <a:avLst>
                <a:gd name="adj1" fmla="val 50000"/>
                <a:gd name="adj2" fmla="val 68923"/>
              </a:avLst>
            </a:prstGeom>
            <a:ln>
              <a:rou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</p:sp>
        <p:grpSp>
          <p:nvGrpSpPr>
            <p:cNvPr id="400" name="Group 147"/>
            <p:cNvGrpSpPr/>
            <p:nvPr/>
          </p:nvGrpSpPr>
          <p:grpSpPr>
            <a:xfrm>
              <a:off x="6637320" y="5571360"/>
              <a:ext cx="899280" cy="873000"/>
              <a:chOff x="6637320" y="5571360"/>
              <a:chExt cx="899280" cy="873000"/>
            </a:xfrm>
          </p:grpSpPr>
          <p:sp>
            <p:nvSpPr>
              <p:cNvPr id="401" name="CustomShape 148"/>
              <p:cNvSpPr/>
              <p:nvPr/>
            </p:nvSpPr>
            <p:spPr>
              <a:xfrm>
                <a:off x="6637320" y="5581800"/>
                <a:ext cx="899280" cy="86256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rou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/>
            </p:style>
          </p:sp>
          <p:sp>
            <p:nvSpPr>
              <p:cNvPr id="402" name="Line 149"/>
              <p:cNvSpPr/>
              <p:nvPr/>
            </p:nvSpPr>
            <p:spPr>
              <a:xfrm>
                <a:off x="7086960" y="5571360"/>
                <a:ext cx="0" cy="438480"/>
              </a:xfrm>
              <a:prstGeom prst="line">
                <a:avLst/>
              </a:prstGeom>
              <a:ln w="936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03" name="Line 150"/>
              <p:cNvSpPr/>
              <p:nvPr/>
            </p:nvSpPr>
            <p:spPr>
              <a:xfrm>
                <a:off x="7086240" y="6009480"/>
                <a:ext cx="394920" cy="220320"/>
              </a:xfrm>
              <a:prstGeom prst="line">
                <a:avLst/>
              </a:prstGeom>
              <a:ln w="936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04" name="Line 151"/>
              <p:cNvSpPr/>
              <p:nvPr/>
            </p:nvSpPr>
            <p:spPr>
              <a:xfrm flipV="1">
                <a:off x="6693840" y="6009480"/>
                <a:ext cx="392760" cy="220320"/>
              </a:xfrm>
              <a:prstGeom prst="line">
                <a:avLst/>
              </a:prstGeom>
              <a:ln w="9360">
                <a:solidFill>
                  <a:schemeClr val="tx2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grpSp>
            <p:nvGrpSpPr>
              <p:cNvPr id="405" name="Group 152"/>
              <p:cNvGrpSpPr/>
              <p:nvPr/>
            </p:nvGrpSpPr>
            <p:grpSpPr>
              <a:xfrm>
                <a:off x="6979320" y="5794560"/>
                <a:ext cx="213840" cy="443160"/>
                <a:chOff x="6979320" y="5794560"/>
                <a:chExt cx="213840" cy="443160"/>
              </a:xfrm>
            </p:grpSpPr>
            <p:sp>
              <p:nvSpPr>
                <p:cNvPr id="406" name="CustomShape 153"/>
                <p:cNvSpPr/>
                <p:nvPr/>
              </p:nvSpPr>
              <p:spPr>
                <a:xfrm>
                  <a:off x="6979320" y="5823000"/>
                  <a:ext cx="213840" cy="414720"/>
                </a:xfrm>
                <a:prstGeom prst="rect">
                  <a:avLst/>
                </a:prstGeom>
                <a:solidFill>
                  <a:srgbClr val="66FFFF"/>
                </a:solidFill>
                <a:ln w="9360">
                  <a:solidFill>
                    <a:schemeClr val="tx2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07" name="CustomShape 154"/>
                <p:cNvSpPr/>
                <p:nvPr/>
              </p:nvSpPr>
              <p:spPr>
                <a:xfrm>
                  <a:off x="6999120" y="5794560"/>
                  <a:ext cx="174960" cy="414720"/>
                </a:xfrm>
                <a:prstGeom prst="rect">
                  <a:avLst/>
                </a:prstGeom>
                <a:solidFill>
                  <a:srgbClr val="99FF99"/>
                </a:solidFill>
                <a:ln w="9360">
                  <a:solidFill>
                    <a:schemeClr val="tx2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08" name="Line 155"/>
                <p:cNvSpPr/>
                <p:nvPr/>
              </p:nvSpPr>
              <p:spPr>
                <a:xfrm>
                  <a:off x="7018200" y="588780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09" name="Line 156"/>
                <p:cNvSpPr/>
                <p:nvPr/>
              </p:nvSpPr>
              <p:spPr>
                <a:xfrm>
                  <a:off x="7018200" y="590652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10" name="Line 157"/>
                <p:cNvSpPr/>
                <p:nvPr/>
              </p:nvSpPr>
              <p:spPr>
                <a:xfrm>
                  <a:off x="7018200" y="592596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11" name="Line 158"/>
                <p:cNvSpPr/>
                <p:nvPr/>
              </p:nvSpPr>
              <p:spPr>
                <a:xfrm>
                  <a:off x="7018200" y="594468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12" name="Line 159"/>
                <p:cNvSpPr/>
                <p:nvPr/>
              </p:nvSpPr>
              <p:spPr>
                <a:xfrm>
                  <a:off x="7018200" y="596376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13" name="Line 160"/>
                <p:cNvSpPr/>
                <p:nvPr/>
              </p:nvSpPr>
              <p:spPr>
                <a:xfrm>
                  <a:off x="7018200" y="598320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14" name="Line 161"/>
                <p:cNvSpPr/>
                <p:nvPr/>
              </p:nvSpPr>
              <p:spPr>
                <a:xfrm>
                  <a:off x="7018200" y="600192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15" name="Line 162"/>
                <p:cNvSpPr/>
                <p:nvPr/>
              </p:nvSpPr>
              <p:spPr>
                <a:xfrm>
                  <a:off x="7018200" y="602100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16" name="Line 163"/>
                <p:cNvSpPr/>
                <p:nvPr/>
              </p:nvSpPr>
              <p:spPr>
                <a:xfrm>
                  <a:off x="7018200" y="604008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17" name="Line 164"/>
                <p:cNvSpPr/>
                <p:nvPr/>
              </p:nvSpPr>
              <p:spPr>
                <a:xfrm>
                  <a:off x="7018200" y="605916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18" name="Line 165"/>
                <p:cNvSpPr/>
                <p:nvPr/>
              </p:nvSpPr>
              <p:spPr>
                <a:xfrm>
                  <a:off x="7018200" y="607860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19" name="Line 166"/>
                <p:cNvSpPr/>
                <p:nvPr/>
              </p:nvSpPr>
              <p:spPr>
                <a:xfrm>
                  <a:off x="7018200" y="609732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20" name="Line 167"/>
                <p:cNvSpPr/>
                <p:nvPr/>
              </p:nvSpPr>
              <p:spPr>
                <a:xfrm>
                  <a:off x="7018200" y="611640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21" name="Line 168"/>
                <p:cNvSpPr/>
                <p:nvPr/>
              </p:nvSpPr>
              <p:spPr>
                <a:xfrm>
                  <a:off x="7018200" y="613548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  <p:sp>
              <p:nvSpPr>
                <p:cNvPr id="422" name="Line 169"/>
                <p:cNvSpPr/>
                <p:nvPr/>
              </p:nvSpPr>
              <p:spPr>
                <a:xfrm>
                  <a:off x="7018200" y="5868720"/>
                  <a:ext cx="136800" cy="0"/>
                </a:xfrm>
                <a:prstGeom prst="line">
                  <a:avLst/>
                </a:prstGeom>
                <a:ln w="9360">
                  <a:solidFill>
                    <a:schemeClr val="tx2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</p:sp>
          </p:grpSp>
        </p:grpSp>
        <p:sp>
          <p:nvSpPr>
            <p:cNvPr id="423" name="CustomShape 170"/>
            <p:cNvSpPr/>
            <p:nvPr/>
          </p:nvSpPr>
          <p:spPr>
            <a:xfrm rot="16200000">
              <a:off x="6406560" y="4897440"/>
              <a:ext cx="1008360" cy="358920"/>
            </a:xfrm>
            <a:prstGeom prst="leftArrow">
              <a:avLst>
                <a:gd name="adj1" fmla="val 50000"/>
                <a:gd name="adj2" fmla="val 68923"/>
              </a:avLst>
            </a:prstGeom>
            <a:ln>
              <a:rou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424" name="CustomShape 171"/>
            <p:cNvSpPr/>
            <p:nvPr/>
          </p:nvSpPr>
          <p:spPr>
            <a:xfrm rot="5400000" flipV="1">
              <a:off x="6779160" y="4872600"/>
              <a:ext cx="1008360" cy="358920"/>
            </a:xfrm>
            <a:prstGeom prst="leftArrow">
              <a:avLst>
                <a:gd name="adj1" fmla="val 50000"/>
                <a:gd name="adj2" fmla="val 68923"/>
              </a:avLst>
            </a:prstGeom>
            <a:ln>
              <a:rou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425" name="CustomShape 172"/>
            <p:cNvSpPr/>
            <p:nvPr/>
          </p:nvSpPr>
          <p:spPr>
            <a:xfrm flipH="1">
              <a:off x="4457160" y="6003360"/>
              <a:ext cx="1902960" cy="396000"/>
            </a:xfrm>
            <a:prstGeom prst="leftArrow">
              <a:avLst>
                <a:gd name="adj1" fmla="val 50000"/>
                <a:gd name="adj2" fmla="val 144199"/>
              </a:avLst>
            </a:prstGeom>
            <a:ln>
              <a:rou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426" name="CustomShape 173"/>
            <p:cNvSpPr/>
            <p:nvPr/>
          </p:nvSpPr>
          <p:spPr>
            <a:xfrm flipH="1">
              <a:off x="4498560" y="3934440"/>
              <a:ext cx="1656000" cy="358920"/>
            </a:xfrm>
            <a:prstGeom prst="leftArrow">
              <a:avLst>
                <a:gd name="adj1" fmla="val 50000"/>
                <a:gd name="adj2" fmla="val 150414"/>
              </a:avLst>
            </a:prstGeom>
            <a:ln>
              <a:round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/>
          </p:style>
        </p:sp>
        <p:sp>
          <p:nvSpPr>
            <p:cNvPr id="427" name="CustomShape 174"/>
            <p:cNvSpPr/>
            <p:nvPr/>
          </p:nvSpPr>
          <p:spPr>
            <a:xfrm>
              <a:off x="4839480" y="1844640"/>
              <a:ext cx="1012626" cy="352489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pt-BR" sz="1700" b="1" strike="noStrike" spc="-1">
                  <a:solidFill>
                    <a:srgbClr val="000000"/>
                  </a:solidFill>
                  <a:latin typeface="Calibri"/>
                </a:rPr>
                <a:t>Execução</a:t>
              </a:r>
              <a:endParaRPr lang="pt-BR" sz="1700" b="0" strike="noStrike" spc="-1">
                <a:latin typeface="Arial"/>
              </a:endParaRPr>
            </a:p>
          </p:txBody>
        </p:sp>
        <p:sp>
          <p:nvSpPr>
            <p:cNvPr id="428" name="CustomShape 175"/>
            <p:cNvSpPr/>
            <p:nvPr/>
          </p:nvSpPr>
          <p:spPr>
            <a:xfrm>
              <a:off x="3215520" y="3315600"/>
              <a:ext cx="1011600" cy="349560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pt-BR" sz="1700" b="1" strike="noStrike" spc="-1">
                  <a:solidFill>
                    <a:srgbClr val="000000"/>
                  </a:solidFill>
                  <a:latin typeface="Calibri"/>
                </a:rPr>
                <a:t>Espera</a:t>
              </a:r>
              <a:endParaRPr lang="pt-BR" sz="1700" b="0" strike="noStrike" spc="-1">
                <a:latin typeface="Arial"/>
              </a:endParaRPr>
            </a:p>
          </p:txBody>
        </p:sp>
        <p:sp>
          <p:nvSpPr>
            <p:cNvPr id="429" name="CustomShape 176"/>
            <p:cNvSpPr/>
            <p:nvPr/>
          </p:nvSpPr>
          <p:spPr>
            <a:xfrm>
              <a:off x="6642000" y="3285000"/>
              <a:ext cx="1001160" cy="349560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pt-BR" sz="1700" b="1" strike="noStrike" spc="-1">
                  <a:solidFill>
                    <a:srgbClr val="000000"/>
                  </a:solidFill>
                  <a:latin typeface="Calibri"/>
                </a:rPr>
                <a:t>Pronto</a:t>
              </a:r>
              <a:endParaRPr lang="pt-BR" sz="1700" b="0" strike="noStrike" spc="-1">
                <a:latin typeface="Arial"/>
              </a:endParaRPr>
            </a:p>
          </p:txBody>
        </p:sp>
        <p:sp>
          <p:nvSpPr>
            <p:cNvPr id="430" name="CustomShape 177"/>
            <p:cNvSpPr/>
            <p:nvPr/>
          </p:nvSpPr>
          <p:spPr>
            <a:xfrm>
              <a:off x="8516160" y="3167640"/>
              <a:ext cx="1461240" cy="456120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pt-BR" sz="2400" b="1" strike="noStrike" spc="-1">
                  <a:solidFill>
                    <a:srgbClr val="07C910"/>
                  </a:solidFill>
                  <a:latin typeface="Calibri"/>
                </a:rPr>
                <a:t>Criação</a:t>
              </a:r>
              <a:endParaRPr lang="pt-BR" sz="2400" b="0" strike="noStrike" spc="-1">
                <a:latin typeface="Arial"/>
              </a:endParaRPr>
            </a:p>
          </p:txBody>
        </p:sp>
        <p:sp>
          <p:nvSpPr>
            <p:cNvPr id="431" name="CustomShape 178"/>
            <p:cNvSpPr/>
            <p:nvPr/>
          </p:nvSpPr>
          <p:spPr>
            <a:xfrm>
              <a:off x="6942960" y="1628640"/>
              <a:ext cx="1552680" cy="456120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pt-BR" sz="2400" b="1" strike="noStrike" spc="-1">
                  <a:solidFill>
                    <a:srgbClr val="FF0000"/>
                  </a:solidFill>
                  <a:latin typeface="Calibri"/>
                </a:rPr>
                <a:t>Término</a:t>
              </a:r>
              <a:endParaRPr lang="pt-BR" sz="2400" b="0" strike="noStrike" spc="-1">
                <a:latin typeface="Arial"/>
              </a:endParaRPr>
            </a:p>
          </p:txBody>
        </p:sp>
        <p:sp>
          <p:nvSpPr>
            <p:cNvPr id="432" name="CustomShape 179"/>
            <p:cNvSpPr/>
            <p:nvPr/>
          </p:nvSpPr>
          <p:spPr>
            <a:xfrm>
              <a:off x="3233520" y="6447960"/>
              <a:ext cx="1011600" cy="349560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pt-BR" sz="1700" b="1" strike="noStrike" spc="-1">
                  <a:solidFill>
                    <a:srgbClr val="000000"/>
                  </a:solidFill>
                  <a:latin typeface="Calibri"/>
                </a:rPr>
                <a:t>Espera</a:t>
              </a:r>
              <a:endParaRPr lang="pt-BR" sz="1700" b="0" strike="noStrike" spc="-1">
                <a:latin typeface="Arial"/>
              </a:endParaRPr>
            </a:p>
          </p:txBody>
        </p:sp>
        <p:sp>
          <p:nvSpPr>
            <p:cNvPr id="433" name="CustomShape 180"/>
            <p:cNvSpPr/>
            <p:nvPr/>
          </p:nvSpPr>
          <p:spPr>
            <a:xfrm>
              <a:off x="6625440" y="6462360"/>
              <a:ext cx="1001160" cy="349560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pt-BR" sz="1700" b="1" strike="noStrike" spc="-1">
                  <a:solidFill>
                    <a:srgbClr val="000000"/>
                  </a:solidFill>
                  <a:latin typeface="Calibri"/>
                </a:rPr>
                <a:t>Pronto</a:t>
              </a:r>
              <a:endParaRPr lang="pt-BR" sz="1700" b="0" strike="noStrike" spc="-1">
                <a:latin typeface="Arial"/>
              </a:endParaRPr>
            </a:p>
          </p:txBody>
        </p:sp>
        <p:sp>
          <p:nvSpPr>
            <p:cNvPr id="434" name="CustomShape 181"/>
            <p:cNvSpPr/>
            <p:nvPr/>
          </p:nvSpPr>
          <p:spPr>
            <a:xfrm>
              <a:off x="808200" y="4623840"/>
              <a:ext cx="2342160" cy="364680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pt-BR" sz="1800" b="1" strike="noStrike" spc="-1">
                  <a:solidFill>
                    <a:srgbClr val="000000"/>
                  </a:solidFill>
                  <a:latin typeface="Calibri"/>
                </a:rPr>
                <a:t>Residente na MP</a:t>
              </a:r>
              <a:endParaRPr lang="pt-BR" sz="1800" b="0" strike="noStrike" spc="-1">
                <a:latin typeface="Arial"/>
              </a:endParaRPr>
            </a:p>
          </p:txBody>
        </p:sp>
        <p:sp>
          <p:nvSpPr>
            <p:cNvPr id="435" name="CustomShape 182"/>
            <p:cNvSpPr/>
            <p:nvPr/>
          </p:nvSpPr>
          <p:spPr>
            <a:xfrm>
              <a:off x="712440" y="5001120"/>
              <a:ext cx="2924280" cy="364680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pt-BR" sz="1800" b="1" strike="noStrike" spc="-1">
                  <a:solidFill>
                    <a:srgbClr val="000000"/>
                  </a:solidFill>
                  <a:latin typeface="Calibri"/>
                </a:rPr>
                <a:t>Não Residente na MP</a:t>
              </a:r>
              <a:endParaRPr lang="pt-BR" sz="1800" b="0" strike="noStrike" spc="-1">
                <a:latin typeface="Arial"/>
              </a:endParaRPr>
            </a:p>
          </p:txBody>
        </p:sp>
      </p:grpSp>
      <p:sp>
        <p:nvSpPr>
          <p:cNvPr id="436" name="CustomShape 183"/>
          <p:cNvSpPr/>
          <p:nvPr/>
        </p:nvSpPr>
        <p:spPr>
          <a:xfrm>
            <a:off x="3708720" y="4941000"/>
            <a:ext cx="133488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2000" b="0" i="1" strike="noStrike" spc="-1">
                <a:solidFill>
                  <a:srgbClr val="0070C0"/>
                </a:solidFill>
                <a:latin typeface="Calibri"/>
              </a:rPr>
              <a:t>swap out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437" name="CustomShape 184"/>
          <p:cNvSpPr/>
          <p:nvPr/>
        </p:nvSpPr>
        <p:spPr>
          <a:xfrm>
            <a:off x="7336440" y="4941000"/>
            <a:ext cx="115056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2000" b="0" i="1" strike="noStrike" spc="-1">
                <a:solidFill>
                  <a:srgbClr val="3B3838"/>
                </a:solidFill>
                <a:latin typeface="Calibri"/>
              </a:rPr>
              <a:t>swap in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438" name="CustomShape 185"/>
          <p:cNvSpPr/>
          <p:nvPr/>
        </p:nvSpPr>
        <p:spPr>
          <a:xfrm>
            <a:off x="5564160" y="4941000"/>
            <a:ext cx="133488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2000" b="0" i="1" strike="noStrike" spc="-1">
                <a:solidFill>
                  <a:srgbClr val="0070C0"/>
                </a:solidFill>
                <a:latin typeface="Calibri"/>
              </a:rPr>
              <a:t>swap out</a:t>
            </a:r>
            <a:endParaRPr lang="pt-BR" sz="2000" b="0" strike="noStrike" spc="-1">
              <a:latin typeface="Arial"/>
            </a:endParaRPr>
          </a:p>
        </p:txBody>
      </p:sp>
      <p:sp>
        <p:nvSpPr>
          <p:cNvPr id="440" name="CustomShape 186"/>
          <p:cNvSpPr/>
          <p:nvPr/>
        </p:nvSpPr>
        <p:spPr>
          <a:xfrm>
            <a:off x="2366640" y="123480"/>
            <a:ext cx="7458480" cy="82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Sistemas Operacionais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Mudança de Estado do Processo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441" name="CustomShape 187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2" name="CustomShape 188"/>
          <p:cNvSpPr/>
          <p:nvPr/>
        </p:nvSpPr>
        <p:spPr>
          <a:xfrm>
            <a:off x="137857" y="942976"/>
            <a:ext cx="11930040" cy="7386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spAutoFit/>
          </a:bodyPr>
          <a:lstStyle/>
          <a:p>
            <a:pPr marL="285750" indent="-285115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 dirty="0">
                <a:solidFill>
                  <a:srgbClr val="000000"/>
                </a:solidFill>
                <a:latin typeface="Calibri"/>
              </a:rPr>
              <a:t>Um processo muda de estado durante seu processamento em função de eventos originados por ele próprio (</a:t>
            </a:r>
            <a:r>
              <a:rPr lang="pt-BR" sz="2100" b="1" strike="noStrike" spc="-1" dirty="0">
                <a:solidFill>
                  <a:srgbClr val="000000"/>
                </a:solidFill>
                <a:latin typeface="Calibri"/>
              </a:rPr>
              <a:t>eventos voluntários</a:t>
            </a:r>
            <a:r>
              <a:rPr lang="pt-BR" sz="2100" b="0" strike="noStrike" spc="-1" dirty="0">
                <a:solidFill>
                  <a:srgbClr val="000000"/>
                </a:solidFill>
                <a:latin typeface="Calibri"/>
              </a:rPr>
              <a:t>) ou pelo S.O. (</a:t>
            </a:r>
            <a:r>
              <a:rPr lang="pt-BR" sz="2100" b="1" strike="noStrike" spc="-1" dirty="0">
                <a:solidFill>
                  <a:srgbClr val="000000"/>
                </a:solidFill>
                <a:latin typeface="Calibri"/>
              </a:rPr>
              <a:t>eventos involuntários</a:t>
            </a:r>
            <a:r>
              <a:rPr lang="pt-BR" sz="2100" spc="-1">
                <a:solidFill>
                  <a:srgbClr val="000000"/>
                </a:solidFill>
                <a:latin typeface="Calibri"/>
              </a:rPr>
              <a:t>).</a:t>
            </a:r>
            <a:endParaRPr lang="pt-BR" sz="21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CustomShape 1"/>
          <p:cNvSpPr/>
          <p:nvPr/>
        </p:nvSpPr>
        <p:spPr>
          <a:xfrm>
            <a:off x="2366640" y="209880"/>
            <a:ext cx="7458480" cy="82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</a:rPr>
              <a:t>Sistemas Operacionais</a:t>
            </a: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Mudança de Estado do Processo</a:t>
            </a:r>
            <a:endParaRPr lang="pt-BR" sz="2400" b="0" strike="noStrike" spc="-1">
              <a:latin typeface="Arial"/>
            </a:endParaRPr>
          </a:p>
        </p:txBody>
      </p:sp>
      <p:sp>
        <p:nvSpPr>
          <p:cNvPr id="445" name="CustomShape 2"/>
          <p:cNvSpPr/>
          <p:nvPr/>
        </p:nvSpPr>
        <p:spPr>
          <a:xfrm>
            <a:off x="117720" y="-432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6" name="CustomShape 3"/>
          <p:cNvSpPr/>
          <p:nvPr/>
        </p:nvSpPr>
        <p:spPr>
          <a:xfrm>
            <a:off x="123480" y="1489320"/>
            <a:ext cx="11987640" cy="4815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marL="343080" indent="-34272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Um processo em estado de </a:t>
            </a:r>
            <a:r>
              <a:rPr lang="pt-BR" sz="21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pronto 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ou de </a:t>
            </a:r>
            <a:r>
              <a:rPr lang="pt-BR" sz="21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espera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 pode não se encontrar na memória principal; </a:t>
            </a:r>
            <a:endParaRPr lang="pt-BR" sz="2100" b="0" strike="noStrike" spc="-1">
              <a:latin typeface="Arial"/>
            </a:endParaRPr>
          </a:p>
          <a:p>
            <a:pPr marL="343080" indent="-34272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 Esta condição ocorre quando: </a:t>
            </a:r>
            <a:endParaRPr lang="pt-BR" sz="2100" b="0" strike="noStrike" spc="-1">
              <a:latin typeface="Arial"/>
            </a:endParaRPr>
          </a:p>
          <a:p>
            <a:pPr marL="800280" lvl="1" indent="-34272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Não há espaço suficiente para todos os processos na memória principal;</a:t>
            </a:r>
            <a:endParaRPr lang="pt-BR" sz="2100" b="0" strike="noStrike" spc="-1">
              <a:latin typeface="Arial"/>
            </a:endParaRPr>
          </a:p>
          <a:p>
            <a:pPr marL="1257480" lvl="2" indent="-34272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Parte do </a:t>
            </a:r>
            <a:r>
              <a:rPr lang="pt-BR" sz="21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contexto do processo 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é levada para a memória secundária (</a:t>
            </a:r>
            <a:r>
              <a:rPr lang="pt-BR" sz="21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e.g.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, HD);</a:t>
            </a:r>
            <a:endParaRPr lang="pt-BR" sz="2100" b="0" strike="noStrike" spc="-1">
              <a:latin typeface="Arial"/>
            </a:endParaRPr>
          </a:p>
          <a:p>
            <a:pPr marL="343080" indent="-34272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 É utilizada uma técnica conhecida como </a:t>
            </a:r>
            <a:r>
              <a:rPr lang="pt-BR" sz="21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swapping: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endParaRPr lang="pt-BR" sz="2100" b="0" strike="noStrike" spc="-1">
              <a:latin typeface="Arial"/>
            </a:endParaRPr>
          </a:p>
          <a:p>
            <a:pPr marL="800280" lvl="1" indent="-34272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lang="pt-BR" sz="2100" b="1" i="1" strike="noStrike" spc="-1">
                <a:solidFill>
                  <a:srgbClr val="000000"/>
                </a:solidFill>
                <a:latin typeface="Calibri"/>
                <a:ea typeface="Calibri"/>
              </a:rPr>
              <a:t>Swap out – 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transfere o processo da memória principal para secundária;</a:t>
            </a:r>
            <a:r>
              <a:rPr lang="pt-BR" sz="21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endParaRPr lang="pt-BR" sz="2100" b="0" strike="noStrike" spc="-1">
              <a:latin typeface="Arial"/>
            </a:endParaRPr>
          </a:p>
          <a:p>
            <a:pPr marL="800280" lvl="1" indent="-34272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lang="pt-BR" sz="2100" b="1" i="1" strike="noStrike" spc="-1">
                <a:solidFill>
                  <a:srgbClr val="000000"/>
                </a:solidFill>
                <a:latin typeface="Calibri"/>
                <a:ea typeface="Calibri"/>
              </a:rPr>
              <a:t>Swap in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 – traz o processo da memória secundária para principal;</a:t>
            </a:r>
            <a:endParaRPr lang="pt-BR" sz="2100" b="0" strike="noStrike" spc="-1">
              <a:latin typeface="Arial"/>
            </a:endParaRPr>
          </a:p>
          <a:p>
            <a:pPr marL="800280" lvl="1" indent="-34272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 Segue os critérios de cada sistema operacional; </a:t>
            </a:r>
            <a:endParaRPr lang="pt-BR" sz="2100" b="0" strike="noStrike" spc="-1">
              <a:latin typeface="Arial"/>
            </a:endParaRPr>
          </a:p>
          <a:p>
            <a:pPr marL="343080" indent="-34272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Font typeface="Arial"/>
              <a:buChar char="•"/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 Isto indica que os processos em estados de espera e pronto podem estar </a:t>
            </a:r>
            <a:r>
              <a:rPr lang="pt-BR" sz="21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residentes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 ou </a:t>
            </a:r>
            <a:r>
              <a:rPr lang="pt-BR" sz="21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não residentes 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na memória principal.</a:t>
            </a:r>
            <a:endParaRPr lang="pt-BR" sz="2100" b="0" strike="noStrike" spc="-1">
              <a:latin typeface="Arial"/>
            </a:endParaRPr>
          </a:p>
          <a:p>
            <a:pPr marL="1073160" algn="just">
              <a:lnSpc>
                <a:spcPct val="90000"/>
              </a:lnSpc>
              <a:spcBef>
                <a:spcPts val="420"/>
              </a:spcBef>
            </a:pPr>
            <a:endParaRPr lang="pt-BR" sz="2100" b="0" strike="noStrike" spc="-1">
              <a:latin typeface="Arial"/>
            </a:endParaRPr>
          </a:p>
        </p:txBody>
      </p:sp>
      <p:pic>
        <p:nvPicPr>
          <p:cNvPr id="3" name="Imagem 3" descr="Uma imagem contendo faca&#10;&#10;Descrição gerada automaticamente">
            <a:extLst>
              <a:ext uri="{FF2B5EF4-FFF2-40B4-BE49-F238E27FC236}">
                <a16:creationId xmlns:a16="http://schemas.microsoft.com/office/drawing/2014/main" id="{2B3E3A1A-1920-4363-8E08-16A84552F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8" y="211347"/>
            <a:ext cx="273367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CustomShape 1"/>
          <p:cNvSpPr/>
          <p:nvPr/>
        </p:nvSpPr>
        <p:spPr>
          <a:xfrm>
            <a:off x="1679400" y="-144360"/>
            <a:ext cx="304560" cy="30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8" name="CustomShape 2"/>
          <p:cNvSpPr/>
          <p:nvPr/>
        </p:nvSpPr>
        <p:spPr>
          <a:xfrm>
            <a:off x="1679400" y="-144360"/>
            <a:ext cx="304560" cy="30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0" name="CustomShape 3"/>
          <p:cNvSpPr/>
          <p:nvPr/>
        </p:nvSpPr>
        <p:spPr>
          <a:xfrm>
            <a:off x="3646080" y="253080"/>
            <a:ext cx="4928040" cy="518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AU" sz="2800" b="1" strike="noStrike" spc="-1">
                <a:solidFill>
                  <a:srgbClr val="000000"/>
                </a:solidFill>
                <a:latin typeface="Calibri"/>
                <a:ea typeface="Calibri"/>
              </a:rPr>
              <a:t>Wrap-up</a:t>
            </a:r>
            <a:endParaRPr lang="pt-BR" sz="2800" b="0" strike="noStrike" spc="-1">
              <a:latin typeface="Arial"/>
            </a:endParaRPr>
          </a:p>
        </p:txBody>
      </p:sp>
      <p:sp>
        <p:nvSpPr>
          <p:cNvPr id="451" name="CustomShape 4"/>
          <p:cNvSpPr/>
          <p:nvPr/>
        </p:nvSpPr>
        <p:spPr>
          <a:xfrm>
            <a:off x="103680" y="10080"/>
            <a:ext cx="11976120" cy="215280"/>
          </a:xfrm>
          <a:prstGeom prst="rect">
            <a:avLst/>
          </a:prstGeom>
          <a:solidFill>
            <a:srgbClr val="00B050"/>
          </a:solidFill>
          <a:ln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52" name="Imagem 6" descr="Uma imagem contendo água, campo&#10;&#10;Descrição gerada automaticamente"/>
          <p:cNvPicPr/>
          <p:nvPr/>
        </p:nvPicPr>
        <p:blipFill>
          <a:blip r:embed="rId2"/>
          <a:stretch/>
        </p:blipFill>
        <p:spPr>
          <a:xfrm rot="20220000">
            <a:off x="8030880" y="2636280"/>
            <a:ext cx="2742840" cy="1268280"/>
          </a:xfrm>
          <a:prstGeom prst="rect">
            <a:avLst/>
          </a:prstGeom>
          <a:ln>
            <a:noFill/>
          </a:ln>
        </p:spPr>
      </p:pic>
      <p:pic>
        <p:nvPicPr>
          <p:cNvPr id="453" name="Imagem 7"/>
          <p:cNvPicPr/>
          <p:nvPr/>
        </p:nvPicPr>
        <p:blipFill>
          <a:blip r:embed="rId3"/>
          <a:stretch/>
        </p:blipFill>
        <p:spPr>
          <a:xfrm>
            <a:off x="4724280" y="5822280"/>
            <a:ext cx="2742840" cy="964080"/>
          </a:xfrm>
          <a:prstGeom prst="rect">
            <a:avLst/>
          </a:prstGeom>
          <a:ln>
            <a:noFill/>
          </a:ln>
        </p:spPr>
      </p:pic>
      <p:sp>
        <p:nvSpPr>
          <p:cNvPr id="454" name="CustomShape 5"/>
          <p:cNvSpPr/>
          <p:nvPr/>
        </p:nvSpPr>
        <p:spPr>
          <a:xfrm>
            <a:off x="253080" y="1446480"/>
            <a:ext cx="11700000" cy="388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 marL="343080" indent="-34272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,Sans-Serif"/>
              <a:buChar char="•"/>
            </a:pPr>
            <a:r>
              <a:rPr lang="pt-BR" sz="2200" b="1" strike="noStrike" spc="-1">
                <a:solidFill>
                  <a:srgbClr val="000000"/>
                </a:solidFill>
                <a:latin typeface="Calibri"/>
                <a:ea typeface="Calibri"/>
              </a:rPr>
              <a:t>Gerenciamento de Processos</a:t>
            </a:r>
            <a:br/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=&gt;</a:t>
            </a:r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Conceito</a:t>
            </a:r>
            <a:br/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=&gt; Estrutura</a:t>
            </a:r>
            <a:br/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          </a:t>
            </a:r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- Contexto de hardware</a:t>
            </a:r>
            <a:br/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          - Contexto de software</a:t>
            </a:r>
            <a:br/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          - Espaço de endereçamento</a:t>
            </a:r>
            <a:br/>
            <a:br/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=&gt; Bloco de controle de processo</a:t>
            </a:r>
            <a:endParaRPr lang="pt-BR" sz="21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751"/>
              </a:spcBef>
            </a:pPr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      =&gt; Estado de um processo</a:t>
            </a:r>
            <a:br/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          </a:t>
            </a:r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     - </a:t>
            </a:r>
            <a:r>
              <a:rPr lang="pt-BR" sz="20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Running</a:t>
            </a:r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br/>
            <a:r>
              <a:rPr lang="pt-BR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               - </a:t>
            </a:r>
            <a:r>
              <a:rPr lang="pt-BR" sz="20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Ready</a:t>
            </a:r>
            <a:br/>
            <a:r>
              <a:rPr lang="pt-BR" sz="2000" b="0" i="1" strike="noStrike" spc="-1">
                <a:solidFill>
                  <a:srgbClr val="000000"/>
                </a:solidFill>
                <a:latin typeface="Calibri"/>
                <a:ea typeface="Calibri"/>
              </a:rPr>
              <a:t>               - Wait</a:t>
            </a:r>
            <a:br/>
            <a:r>
              <a:rPr lang="pt-BR" sz="2100" b="0" strike="noStrike" spc="-1">
                <a:solidFill>
                  <a:srgbClr val="000000"/>
                </a:solidFill>
                <a:latin typeface="Calibri"/>
                <a:ea typeface="Calibri"/>
              </a:rPr>
              <a:t>      =&gt; Mudança de estado do processo</a:t>
            </a:r>
            <a:endParaRPr lang="pt-BR" sz="2100" b="0" strike="noStrike" spc="-1">
              <a:latin typeface="Arial"/>
            </a:endParaRPr>
          </a:p>
        </p:txBody>
      </p:sp>
      <p:pic>
        <p:nvPicPr>
          <p:cNvPr id="3" name="Imagem 3" descr="Uma imagem contendo faca&#10;&#10;Descrição gerada automaticamente">
            <a:extLst>
              <a:ext uri="{FF2B5EF4-FFF2-40B4-BE49-F238E27FC236}">
                <a16:creationId xmlns:a16="http://schemas.microsoft.com/office/drawing/2014/main" id="{BDFFAD86-22C3-40EB-9FCA-068748174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88" y="211347"/>
            <a:ext cx="273367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0C22CAF-7658-453A-A95D-424154294C89}"/>
              </a:ext>
            </a:extLst>
          </p:cNvPr>
          <p:cNvSpPr txBox="1"/>
          <p:nvPr/>
        </p:nvSpPr>
        <p:spPr>
          <a:xfrm>
            <a:off x="641231" y="2539042"/>
            <a:ext cx="1092391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121C3C-328D-469F-99DD-B1DA32E3FD0D}"/>
              </a:ext>
            </a:extLst>
          </p:cNvPr>
          <p:cNvSpPr txBox="1"/>
          <p:nvPr/>
        </p:nvSpPr>
        <p:spPr>
          <a:xfrm>
            <a:off x="641230" y="396815"/>
            <a:ext cx="1092391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000" dirty="0">
                <a:ea typeface="+mn-lt"/>
                <a:cs typeface="+mn-lt"/>
              </a:rPr>
              <a:t>Referências</a:t>
            </a:r>
            <a:r>
              <a:rPr lang="pt-BR" sz="3000" b="1" dirty="0">
                <a:ea typeface="+mn-lt"/>
                <a:cs typeface="+mn-lt"/>
              </a:rPr>
              <a:t> </a:t>
            </a:r>
            <a:endParaRPr lang="pt-BR" sz="3000" b="1" dirty="0"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365182-1347-4B38-9A11-A47AF08BDDA5}"/>
              </a:ext>
            </a:extLst>
          </p:cNvPr>
          <p:cNvSpPr txBox="1"/>
          <p:nvPr/>
        </p:nvSpPr>
        <p:spPr>
          <a:xfrm>
            <a:off x="353683" y="2122098"/>
            <a:ext cx="1149901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 err="1">
                <a:ea typeface="+mn-lt"/>
                <a:cs typeface="+mn-lt"/>
              </a:rPr>
              <a:t>Referências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Básicas</a:t>
            </a:r>
            <a:endParaRPr lang="pt-BR" b="1" dirty="0" err="1"/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DEITEL, Harvey M.; DEITEL, Paul J.; CHOFFNES, David R. Sistemas </a:t>
            </a:r>
            <a:r>
              <a:rPr lang="en-US" dirty="0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. 3ª </a:t>
            </a:r>
            <a:r>
              <a:rPr lang="en-US" dirty="0" err="1">
                <a:ea typeface="+mn-lt"/>
                <a:cs typeface="+mn-lt"/>
              </a:rPr>
              <a:t>Edição</a:t>
            </a:r>
            <a:r>
              <a:rPr lang="en-US" dirty="0">
                <a:ea typeface="+mn-lt"/>
                <a:cs typeface="+mn-lt"/>
              </a:rPr>
              <a:t>. São Paulo: Pearson Prentice Hall, 2005.</a:t>
            </a:r>
            <a:endParaRPr lang="en-US" dirty="0">
              <a:cs typeface="Calibri"/>
            </a:endParaRP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GONÇALVES FILHO, </a:t>
            </a:r>
            <a:r>
              <a:rPr lang="en-US" dirty="0" err="1">
                <a:ea typeface="+mn-lt"/>
                <a:cs typeface="+mn-lt"/>
              </a:rPr>
              <a:t>Aurélio</a:t>
            </a:r>
            <a:r>
              <a:rPr lang="en-US" dirty="0">
                <a:ea typeface="+mn-lt"/>
                <a:cs typeface="+mn-lt"/>
              </a:rPr>
              <a:t>; BAROLLI, Elisabeth. </a:t>
            </a:r>
            <a:r>
              <a:rPr lang="en-US" dirty="0" err="1">
                <a:ea typeface="+mn-lt"/>
                <a:cs typeface="+mn-lt"/>
              </a:rPr>
              <a:t>Instalação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elétrica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investigando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aprendendo</a:t>
            </a:r>
            <a:r>
              <a:rPr lang="en-US" dirty="0">
                <a:ea typeface="+mn-lt"/>
                <a:cs typeface="+mn-lt"/>
              </a:rPr>
              <a:t>. 5ª. ed. São Paulo, SP: Scipione, 1997.</a:t>
            </a:r>
            <a:endParaRPr lang="en-US">
              <a:cs typeface="Calibri"/>
            </a:endParaRP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MACHADO, Francis B.; MAIA, Luiz Paulo. </a:t>
            </a:r>
            <a:r>
              <a:rPr lang="en-US" dirty="0" err="1">
                <a:ea typeface="+mn-lt"/>
                <a:cs typeface="+mn-lt"/>
              </a:rPr>
              <a:t>Arquitetura</a:t>
            </a:r>
            <a:r>
              <a:rPr lang="en-US" dirty="0">
                <a:ea typeface="+mn-lt"/>
                <a:cs typeface="+mn-lt"/>
              </a:rPr>
              <a:t> de Sistemas </a:t>
            </a:r>
            <a:r>
              <a:rPr lang="en-US" dirty="0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. 5ª </a:t>
            </a:r>
            <a:r>
              <a:rPr lang="en-US" dirty="0" err="1">
                <a:ea typeface="+mn-lt"/>
                <a:cs typeface="+mn-lt"/>
              </a:rPr>
              <a:t>Edição</a:t>
            </a:r>
            <a:r>
              <a:rPr lang="en-US" dirty="0">
                <a:ea typeface="+mn-lt"/>
                <a:cs typeface="+mn-lt"/>
              </a:rPr>
              <a:t>. Rio de Janeiro: Editora </a:t>
            </a:r>
            <a:r>
              <a:rPr lang="en-US" dirty="0" err="1">
                <a:ea typeface="+mn-lt"/>
                <a:cs typeface="+mn-lt"/>
              </a:rPr>
              <a:t>Livros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Técnicos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Científicos</a:t>
            </a:r>
            <a:r>
              <a:rPr lang="en-US" dirty="0">
                <a:ea typeface="+mn-lt"/>
                <a:cs typeface="+mn-lt"/>
              </a:rPr>
              <a:t>, 2013.</a:t>
            </a: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PATTERSON, David A; HENNESSY, John L. </a:t>
            </a:r>
            <a:r>
              <a:rPr lang="en-US" dirty="0" err="1">
                <a:ea typeface="+mn-lt"/>
                <a:cs typeface="+mn-lt"/>
              </a:rPr>
              <a:t>Organização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projeto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computadores</a:t>
            </a:r>
            <a:r>
              <a:rPr lang="en-US" dirty="0">
                <a:ea typeface="+mn-lt"/>
                <a:cs typeface="+mn-lt"/>
              </a:rPr>
              <a:t>. 3ª. ed. Rio de Janeiro: Elsevier, Campus, 2005.</a:t>
            </a:r>
            <a:endParaRPr lang="en-US" dirty="0">
              <a:cs typeface="Calibri"/>
            </a:endParaRP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STALLINGS, William. </a:t>
            </a:r>
            <a:r>
              <a:rPr lang="en-US" dirty="0" err="1">
                <a:ea typeface="+mn-lt"/>
                <a:cs typeface="+mn-lt"/>
              </a:rPr>
              <a:t>Arquitetura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organização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computadores</a:t>
            </a:r>
            <a:r>
              <a:rPr lang="en-US" dirty="0">
                <a:ea typeface="+mn-lt"/>
                <a:cs typeface="+mn-lt"/>
              </a:rPr>
              <a:t>. 8. ed. São Paulo: Pearson Prentice Hall, 2010.</a:t>
            </a: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TANENBAUM, Andrew S. Sistemas </a:t>
            </a:r>
            <a:r>
              <a:rPr lang="en-US" dirty="0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modernos</a:t>
            </a:r>
            <a:r>
              <a:rPr lang="en-US" dirty="0">
                <a:ea typeface="+mn-lt"/>
                <a:cs typeface="+mn-lt"/>
              </a:rPr>
              <a:t>. 3ª. ed. São Paulo: Pearson Prentice Hall, 2010</a:t>
            </a:r>
            <a:endParaRPr lang="en-US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1A23740-EE54-4910-B21A-EBDBEFA1265A}"/>
              </a:ext>
            </a:extLst>
          </p:cNvPr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3" descr="Uma imagem contendo faca&#10;&#10;Descrição gerada automaticamente">
            <a:extLst>
              <a:ext uri="{FF2B5EF4-FFF2-40B4-BE49-F238E27FC236}">
                <a16:creationId xmlns:a16="http://schemas.microsoft.com/office/drawing/2014/main" id="{7CE9F526-3FEC-48C5-BFC7-DF2E9C157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8" y="211347"/>
            <a:ext cx="27336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933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0C22CAF-7658-453A-A95D-424154294C89}"/>
              </a:ext>
            </a:extLst>
          </p:cNvPr>
          <p:cNvSpPr txBox="1"/>
          <p:nvPr/>
        </p:nvSpPr>
        <p:spPr>
          <a:xfrm>
            <a:off x="641231" y="2539042"/>
            <a:ext cx="1092391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121C3C-328D-469F-99DD-B1DA32E3FD0D}"/>
              </a:ext>
            </a:extLst>
          </p:cNvPr>
          <p:cNvSpPr txBox="1"/>
          <p:nvPr/>
        </p:nvSpPr>
        <p:spPr>
          <a:xfrm>
            <a:off x="641230" y="396815"/>
            <a:ext cx="1092391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000" dirty="0">
                <a:ea typeface="+mn-lt"/>
                <a:cs typeface="+mn-lt"/>
              </a:rPr>
              <a:t>Referências</a:t>
            </a:r>
            <a:r>
              <a:rPr lang="pt-BR" sz="3000" b="1" dirty="0">
                <a:ea typeface="+mn-lt"/>
                <a:cs typeface="+mn-lt"/>
              </a:rPr>
              <a:t> </a:t>
            </a:r>
            <a:endParaRPr lang="pt-BR" sz="3000" b="1" dirty="0"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365182-1347-4B38-9A11-A47AF08BDDA5}"/>
              </a:ext>
            </a:extLst>
          </p:cNvPr>
          <p:cNvSpPr txBox="1"/>
          <p:nvPr/>
        </p:nvSpPr>
        <p:spPr>
          <a:xfrm>
            <a:off x="353683" y="1863305"/>
            <a:ext cx="1149901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err="1">
                <a:ea typeface="+mn-lt"/>
                <a:cs typeface="+mn-lt"/>
              </a:rPr>
              <a:t>Referências</a:t>
            </a:r>
            <a:r>
              <a:rPr lang="en-US" b="1" dirty="0">
                <a:ea typeface="+mn-lt"/>
                <a:cs typeface="+mn-lt"/>
              </a:rPr>
              <a:t> </a:t>
            </a:r>
            <a:r>
              <a:rPr lang="en-US" b="1" err="1">
                <a:ea typeface="+mn-lt"/>
                <a:cs typeface="+mn-lt"/>
              </a:rPr>
              <a:t>Complementares</a:t>
            </a:r>
            <a:endParaRPr lang="en-US" err="1">
              <a:ea typeface="+mn-lt"/>
              <a:cs typeface="+mn-lt"/>
            </a:endParaRPr>
          </a:p>
          <a:p>
            <a:pPr algn="just"/>
            <a:r>
              <a:rPr lang="en-US" dirty="0">
                <a:ea typeface="+mn-lt"/>
                <a:cs typeface="+mn-lt"/>
              </a:rPr>
              <a:t>AHO, Alfred V. </a:t>
            </a:r>
            <a:r>
              <a:rPr lang="en-US" err="1">
                <a:ea typeface="+mn-lt"/>
                <a:cs typeface="+mn-lt"/>
              </a:rPr>
              <a:t>Compiladores</a:t>
            </a:r>
            <a:r>
              <a:rPr lang="en-US" dirty="0">
                <a:ea typeface="+mn-lt"/>
                <a:cs typeface="+mn-lt"/>
              </a:rPr>
              <a:t>: </a:t>
            </a:r>
            <a:r>
              <a:rPr lang="en-US" err="1">
                <a:ea typeface="+mn-lt"/>
                <a:cs typeface="+mn-lt"/>
              </a:rPr>
              <a:t>princípios</a:t>
            </a:r>
            <a:r>
              <a:rPr lang="en-US" dirty="0">
                <a:ea typeface="+mn-lt"/>
                <a:cs typeface="+mn-lt"/>
              </a:rPr>
              <a:t>, </a:t>
            </a:r>
            <a:r>
              <a:rPr lang="en-US" err="1">
                <a:ea typeface="+mn-lt"/>
                <a:cs typeface="+mn-lt"/>
              </a:rPr>
              <a:t>técnicas</a:t>
            </a:r>
            <a:r>
              <a:rPr lang="en-US" dirty="0">
                <a:ea typeface="+mn-lt"/>
                <a:cs typeface="+mn-lt"/>
              </a:rPr>
              <a:t> e ferramentas. 2ª. ed. São Paulo, SP: Pearson Addison Wesley, 2008.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DAGHLIAN, Jacob. </a:t>
            </a:r>
            <a:r>
              <a:rPr lang="en-US" err="1">
                <a:ea typeface="+mn-lt"/>
                <a:cs typeface="+mn-lt"/>
              </a:rPr>
              <a:t>Lógica</a:t>
            </a:r>
            <a:r>
              <a:rPr lang="en-US" dirty="0">
                <a:ea typeface="+mn-lt"/>
                <a:cs typeface="+mn-lt"/>
              </a:rPr>
              <a:t> e </a:t>
            </a:r>
            <a:r>
              <a:rPr lang="en-US" err="1">
                <a:ea typeface="+mn-lt"/>
                <a:cs typeface="+mn-lt"/>
              </a:rPr>
              <a:t>álgebra</a:t>
            </a:r>
            <a:r>
              <a:rPr lang="en-US" dirty="0">
                <a:ea typeface="+mn-lt"/>
                <a:cs typeface="+mn-lt"/>
              </a:rPr>
              <a:t> de Boole. 4ª. ed. São Paulo: Atlas, 2006.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KANNO, A. </a:t>
            </a:r>
            <a:r>
              <a:rPr lang="en-US" err="1">
                <a:ea typeface="+mn-lt"/>
                <a:cs typeface="+mn-lt"/>
              </a:rPr>
              <a:t>Eletrônica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básica</a:t>
            </a:r>
            <a:r>
              <a:rPr lang="en-US" dirty="0">
                <a:ea typeface="+mn-lt"/>
                <a:cs typeface="+mn-lt"/>
              </a:rPr>
              <a:t> para </a:t>
            </a:r>
            <a:r>
              <a:rPr lang="en-US" err="1">
                <a:ea typeface="+mn-lt"/>
                <a:cs typeface="+mn-lt"/>
              </a:rPr>
              <a:t>principiantes</a:t>
            </a:r>
            <a:r>
              <a:rPr lang="en-US" dirty="0">
                <a:ea typeface="+mn-lt"/>
                <a:cs typeface="+mn-lt"/>
              </a:rPr>
              <a:t>. São Paulo: Eltec, 2002.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MONTEIRO, Mário A. (Mario Antônio). </a:t>
            </a:r>
            <a:r>
              <a:rPr lang="en-US" err="1">
                <a:ea typeface="+mn-lt"/>
                <a:cs typeface="+mn-lt"/>
              </a:rPr>
              <a:t>Introdução</a:t>
            </a:r>
            <a:r>
              <a:rPr lang="en-US" dirty="0">
                <a:ea typeface="+mn-lt"/>
                <a:cs typeface="+mn-lt"/>
              </a:rPr>
              <a:t> à </a:t>
            </a:r>
            <a:r>
              <a:rPr lang="en-US" err="1">
                <a:ea typeface="+mn-lt"/>
                <a:cs typeface="+mn-lt"/>
              </a:rPr>
              <a:t>organização</a:t>
            </a:r>
            <a:r>
              <a:rPr lang="en-US" dirty="0">
                <a:ea typeface="+mn-lt"/>
                <a:cs typeface="+mn-lt"/>
              </a:rPr>
              <a:t> de </a:t>
            </a:r>
            <a:r>
              <a:rPr lang="en-US" err="1">
                <a:ea typeface="+mn-lt"/>
                <a:cs typeface="+mn-lt"/>
              </a:rPr>
              <a:t>computadores</a:t>
            </a:r>
            <a:r>
              <a:rPr lang="en-US" dirty="0">
                <a:ea typeface="+mn-lt"/>
                <a:cs typeface="+mn-lt"/>
              </a:rPr>
              <a:t>. 5ª. ed. Rio de Janeiro: </a:t>
            </a:r>
            <a:r>
              <a:rPr lang="en-US" err="1">
                <a:ea typeface="+mn-lt"/>
                <a:cs typeface="+mn-lt"/>
              </a:rPr>
              <a:t>Livros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Técnicos</a:t>
            </a:r>
            <a:r>
              <a:rPr lang="en-US" dirty="0">
                <a:ea typeface="+mn-lt"/>
                <a:cs typeface="+mn-lt"/>
              </a:rPr>
              <a:t> e </a:t>
            </a:r>
            <a:r>
              <a:rPr lang="en-US" err="1">
                <a:ea typeface="+mn-lt"/>
                <a:cs typeface="+mn-lt"/>
              </a:rPr>
              <a:t>Científicos</a:t>
            </a:r>
            <a:r>
              <a:rPr lang="en-US" dirty="0">
                <a:ea typeface="+mn-lt"/>
                <a:cs typeface="+mn-lt"/>
              </a:rPr>
              <a:t>, 2007.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NEGUS, Christopher. Linux: a </a:t>
            </a:r>
            <a:r>
              <a:rPr lang="en-US" err="1">
                <a:ea typeface="+mn-lt"/>
                <a:cs typeface="+mn-lt"/>
              </a:rPr>
              <a:t>bíblia</a:t>
            </a:r>
            <a:r>
              <a:rPr lang="en-US" dirty="0">
                <a:ea typeface="+mn-lt"/>
                <a:cs typeface="+mn-lt"/>
              </a:rPr>
              <a:t> boot up Ubuntu, Fedora, </a:t>
            </a:r>
            <a:r>
              <a:rPr lang="en-US" err="1">
                <a:ea typeface="+mn-lt"/>
                <a:cs typeface="+mn-lt"/>
              </a:rPr>
              <a:t>Knippix</a:t>
            </a:r>
            <a:r>
              <a:rPr lang="en-US" dirty="0">
                <a:ea typeface="+mn-lt"/>
                <a:cs typeface="+mn-lt"/>
              </a:rPr>
              <a:t>, Debian, Suse e </a:t>
            </a:r>
            <a:r>
              <a:rPr lang="en-US" err="1">
                <a:ea typeface="+mn-lt"/>
                <a:cs typeface="+mn-lt"/>
              </a:rPr>
              <a:t>outras</a:t>
            </a:r>
            <a:r>
              <a:rPr lang="en-US" dirty="0">
                <a:ea typeface="+mn-lt"/>
                <a:cs typeface="+mn-lt"/>
              </a:rPr>
              <a:t>. Rio de Janeiro: Alta Books, 2008.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OLIVEIRA, </a:t>
            </a:r>
            <a:r>
              <a:rPr lang="en-US" err="1">
                <a:ea typeface="+mn-lt"/>
                <a:cs typeface="+mn-lt"/>
              </a:rPr>
              <a:t>Rômulo</a:t>
            </a:r>
            <a:r>
              <a:rPr lang="en-US" dirty="0">
                <a:ea typeface="+mn-lt"/>
                <a:cs typeface="+mn-lt"/>
              </a:rPr>
              <a:t> Silva de; CARISSIMI, Alexandre da Silva; TOSCANI, </a:t>
            </a:r>
            <a:r>
              <a:rPr lang="en-US" err="1">
                <a:ea typeface="+mn-lt"/>
                <a:cs typeface="+mn-lt"/>
              </a:rPr>
              <a:t>Simão</a:t>
            </a:r>
            <a:r>
              <a:rPr lang="en-US" dirty="0">
                <a:ea typeface="+mn-lt"/>
                <a:cs typeface="+mn-lt"/>
              </a:rPr>
              <a:t>. Sistemas </a:t>
            </a:r>
            <a:r>
              <a:rPr lang="en-US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. 4a.</a:t>
            </a:r>
          </a:p>
          <a:p>
            <a:pPr algn="just"/>
            <a:r>
              <a:rPr lang="en-US" err="1">
                <a:ea typeface="+mn-lt"/>
                <a:cs typeface="+mn-lt"/>
              </a:rPr>
              <a:t>Edição</a:t>
            </a:r>
            <a:r>
              <a:rPr lang="en-US" dirty="0">
                <a:ea typeface="+mn-lt"/>
                <a:cs typeface="+mn-lt"/>
              </a:rPr>
              <a:t>. Porto Alegre: Bookman, 2010.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TANENBAUM, Andrew S. </a:t>
            </a:r>
            <a:r>
              <a:rPr lang="en-US" err="1">
                <a:ea typeface="+mn-lt"/>
                <a:cs typeface="+mn-lt"/>
              </a:rPr>
              <a:t>Organização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estruturada</a:t>
            </a:r>
            <a:r>
              <a:rPr lang="en-US" dirty="0">
                <a:ea typeface="+mn-lt"/>
                <a:cs typeface="+mn-lt"/>
              </a:rPr>
              <a:t> de </a:t>
            </a:r>
            <a:r>
              <a:rPr lang="en-US" err="1">
                <a:ea typeface="+mn-lt"/>
                <a:cs typeface="+mn-lt"/>
              </a:rPr>
              <a:t>computadores</a:t>
            </a:r>
            <a:r>
              <a:rPr lang="en-US" dirty="0">
                <a:ea typeface="+mn-lt"/>
                <a:cs typeface="+mn-lt"/>
              </a:rPr>
              <a:t>. 5a. ed. São Paulo, SP: Pearson Prentice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Hall, 2007.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TOCCI, Ronald J. Sistemas </a:t>
            </a:r>
            <a:r>
              <a:rPr lang="en-US" err="1">
                <a:ea typeface="+mn-lt"/>
                <a:cs typeface="+mn-lt"/>
              </a:rPr>
              <a:t>digitais</a:t>
            </a:r>
            <a:r>
              <a:rPr lang="en-US" dirty="0">
                <a:ea typeface="+mn-lt"/>
                <a:cs typeface="+mn-lt"/>
              </a:rPr>
              <a:t>: </a:t>
            </a:r>
            <a:r>
              <a:rPr lang="en-US" err="1">
                <a:ea typeface="+mn-lt"/>
                <a:cs typeface="+mn-lt"/>
              </a:rPr>
              <a:t>princípios</a:t>
            </a:r>
            <a:r>
              <a:rPr lang="en-US" dirty="0">
                <a:ea typeface="+mn-lt"/>
                <a:cs typeface="+mn-lt"/>
              </a:rPr>
              <a:t> e </a:t>
            </a:r>
            <a:r>
              <a:rPr lang="en-US" err="1">
                <a:ea typeface="+mn-lt"/>
                <a:cs typeface="+mn-lt"/>
              </a:rPr>
              <a:t>aplicações</a:t>
            </a:r>
            <a:r>
              <a:rPr lang="en-US">
                <a:ea typeface="+mn-lt"/>
                <a:cs typeface="+mn-lt"/>
              </a:rPr>
              <a:t>. 10a. ed. São Paulo: Pearson Hall., 2007.</a:t>
            </a:r>
          </a:p>
          <a:p>
            <a:pPr algn="just"/>
            <a:endParaRPr lang="en-US" b="1" strike="sngStrike" dirty="0">
              <a:cs typeface="Calibri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9EADFB8-7453-4068-8BFF-A68E3A1AD7B8}"/>
              </a:ext>
            </a:extLst>
          </p:cNvPr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3" descr="Uma imagem contendo faca&#10;&#10;Descrição gerada automaticamente">
            <a:extLst>
              <a:ext uri="{FF2B5EF4-FFF2-40B4-BE49-F238E27FC236}">
                <a16:creationId xmlns:a16="http://schemas.microsoft.com/office/drawing/2014/main" id="{DA013D8B-39E4-4767-BD24-64E78B522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8" y="211347"/>
            <a:ext cx="27336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463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DEF32"/>
      </a:accent1>
      <a:accent2>
        <a:srgbClr val="ED7D31"/>
      </a:accent2>
      <a:accent3>
        <a:srgbClr val="A5A5A5"/>
      </a:accent3>
      <a:accent4>
        <a:srgbClr val="FFC000"/>
      </a:accent4>
      <a:accent5>
        <a:srgbClr val="2DEF32"/>
      </a:accent5>
      <a:accent6>
        <a:srgbClr val="0FC513"/>
      </a:accent6>
      <a:hlink>
        <a:srgbClr val="2DEF32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Widescreen</PresentationFormat>
  <Slides>26</Slides>
  <Notes>0</Notes>
  <HiddenSlides>0</HiddenSlides>
  <ScaleCrop>false</ScaleCrop>
  <HeadingPairs>
    <vt:vector size="4" baseType="variant">
      <vt:variant>
        <vt:lpstr>Tema</vt:lpstr>
      </vt:variant>
      <vt:variant>
        <vt:i4>3</vt:i4>
      </vt:variant>
      <vt:variant>
        <vt:lpstr>Títulos de slides</vt:lpstr>
      </vt:variant>
      <vt:variant>
        <vt:i4>26</vt:i4>
      </vt:variant>
    </vt:vector>
  </HeadingPairs>
  <TitlesOfParts>
    <vt:vector size="29" baseType="lpstr">
      <vt:lpstr>Office Theme</vt:lpstr>
      <vt:lpstr>Office Theme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dc:description/>
  <cp:lastModifiedBy/>
  <cp:revision>2075</cp:revision>
  <dcterms:created xsi:type="dcterms:W3CDTF">2012-07-30T23:50:35Z</dcterms:created>
  <dcterms:modified xsi:type="dcterms:W3CDTF">2020-09-16T20:12:14Z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Notes">
    <vt:i4>0</vt:i4>
  </property>
  <property fmtid="{D5CDD505-2E9C-101B-9397-08002B2CF9AE}" pid="7" name="PresentationFormat">
    <vt:lpwstr>Widescreen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26</vt:i4>
  </property>
</Properties>
</file>