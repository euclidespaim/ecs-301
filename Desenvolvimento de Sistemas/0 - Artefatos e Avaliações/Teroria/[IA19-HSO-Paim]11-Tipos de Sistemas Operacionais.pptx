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47" r:id="rId2"/>
  </p:sldMasterIdLst>
  <p:sldIdLst>
    <p:sldId id="257" r:id="rId3"/>
    <p:sldId id="374" r:id="rId4"/>
    <p:sldId id="373" r:id="rId5"/>
    <p:sldId id="372" r:id="rId6"/>
    <p:sldId id="371" r:id="rId7"/>
    <p:sldId id="370" r:id="rId8"/>
    <p:sldId id="369" r:id="rId9"/>
    <p:sldId id="368" r:id="rId10"/>
    <p:sldId id="367" r:id="rId11"/>
    <p:sldId id="366" r:id="rId12"/>
    <p:sldId id="365" r:id="rId13"/>
    <p:sldId id="364" r:id="rId14"/>
    <p:sldId id="363" r:id="rId15"/>
    <p:sldId id="362" r:id="rId16"/>
    <p:sldId id="361" r:id="rId17"/>
    <p:sldId id="360" r:id="rId18"/>
    <p:sldId id="359" r:id="rId19"/>
    <p:sldId id="358" r:id="rId20"/>
    <p:sldId id="357" r:id="rId21"/>
    <p:sldId id="356" r:id="rId22"/>
    <p:sldId id="355" r:id="rId23"/>
    <p:sldId id="354" r:id="rId24"/>
    <p:sldId id="353" r:id="rId25"/>
    <p:sldId id="260" r:id="rId26"/>
    <p:sldId id="261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30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EAF118-BC93-4483-8FB4-09D9EBB01A7B}" v="2542" dt="2020-02-16T20:38:27.894"/>
    <p1510:client id="{02B9EA7E-4D4D-4E8F-969C-17266D302EF1}" v="118" dt="2020-02-09T12:12:13.372"/>
    <p1510:client id="{080082CD-CD4A-4A59-B638-499BEFD4309B}" v="9" dt="2020-06-10T14:13:46.585"/>
    <p1510:client id="{0C28EB5A-C1C9-4E71-A770-DF81DDF1BA48}" v="332" dt="2020-08-06T18:36:29.837"/>
    <p1510:client id="{143A7383-A703-4B01-BFA6-9D49624151EF}" v="2327" dt="2019-10-30T23:29:10.569"/>
    <p1510:client id="{14F33746-8658-446B-8D84-EB72AE48467E}" v="174" dt="2020-06-26T18:31:48.409"/>
    <p1510:client id="{168138D9-161F-44CC-8D24-7FD1DF9EB66A}" v="16" dt="2020-06-02T20:17:07.221"/>
    <p1510:client id="{194212E8-6C75-4DD6-A85B-6427CBDBA6FE}" v="1" dt="2020-09-15T20:50:33.597"/>
    <p1510:client id="{1B0FA6D5-760C-40F9-A76A-C66A23210A88}" v="423" dt="2019-11-29T11:24:33.104"/>
    <p1510:client id="{229BE748-18DF-404A-8CFF-7BB15A84C7E5}" v="2529" dt="2020-06-08T19:33:42.458"/>
    <p1510:client id="{23242F81-3CE7-4A36-BDB6-B7B7A984F465}" v="2" dt="2019-10-18T12:58:11.033"/>
    <p1510:client id="{28B8C483-DAA5-4989-9001-B42B5364A4EA}" v="40" dt="2020-06-23T12:03:24.731"/>
    <p1510:client id="{2A55021F-E700-4BF7-B87F-25A17069A1AB}" v="313" dt="2019-10-14T20:03:47.839"/>
    <p1510:client id="{2FFB0F6F-3F05-4B91-8428-6A2E8B56C9B4}" v="1010" dt="2020-06-17T16:04:34.742"/>
    <p1510:client id="{33EC6143-03AC-4CAE-8BEB-64C2C35E2FE4}" v="642" dt="2020-02-09T13:21:03.234"/>
    <p1510:client id="{3696BCE3-6BD2-48B1-A9D1-9D0329A411E3}" v="23" dt="2020-06-29T20:02:56.215"/>
    <p1510:client id="{381F1F76-0090-41E8-A687-D8450B9951B8}" v="444" dt="2020-08-10T19:37:08.866"/>
    <p1510:client id="{3848E2CF-5A1F-49CB-84A5-D512A743557E}" v="2209" dt="2020-08-11T19:50:49.874"/>
    <p1510:client id="{38C8035F-E3AD-45C2-B977-922A53D0951B}" v="485" dt="2020-02-14T20:30:39.623"/>
    <p1510:client id="{442FC9E3-A72F-4F1E-842F-D3DB983CCA19}" v="59" dt="2019-11-19T17:43:47.056"/>
    <p1510:client id="{46884D5D-A57F-4EF2-8261-F2119744007C}" v="48" dt="2020-06-17T01:32:34.146"/>
    <p1510:client id="{47312A0A-2580-4E6C-A6BF-A0E372B9B604}" v="152" dt="2019-10-17T21:43:15.538"/>
    <p1510:client id="{4772D096-53B3-4388-93E6-0FAF17EF4F1D}" v="550" dt="2020-02-07T16:07:06.407"/>
    <p1510:client id="{5089FB1F-3913-4A3E-B758-F58C52B62B7E}" v="1607" dt="2020-02-11T18:25:39.535"/>
    <p1510:client id="{545DF99E-BA01-4972-8155-1589D7927983}" v="14" dt="2020-04-06T12:57:08.926"/>
    <p1510:client id="{5539FE0C-B27A-414B-9E4C-7AE9BF724BFE}" v="1132" dt="2019-11-19T19:16:19.306"/>
    <p1510:client id="{63D65995-18BD-4C38-96E2-6A1A0FBCDC63}" v="65" dt="2020-04-13T12:59:29.167"/>
    <p1510:client id="{6B79413F-ACC8-40EF-26EE-35B50D55ED31}" v="72" dt="2020-09-04T17:20:13.468"/>
    <p1510:client id="{7048AA15-626C-4275-BA79-00030568364D}" v="632" dt="2020-02-19T21:48:56.915"/>
    <p1510:client id="{7196BEDB-330C-4795-A55D-6F14357504A1}" v="219" dt="2020-04-02T14:23:12.634"/>
    <p1510:client id="{721A5559-6D7D-42CD-9F49-BA2260E3D3A9}" v="8" dt="2020-07-06T15:19:54.302"/>
    <p1510:client id="{78616127-A09B-48A1-AAD8-03A506078908}" v="1750" dt="2020-05-18T20:36:14.299"/>
    <p1510:client id="{7E5D80FC-4E43-446C-90BF-9E97AB994AD7}" v="25" dt="2019-11-21T13:47:59.916"/>
    <p1510:client id="{801B7D5C-A1E8-4E19-BC6A-1ACBA6F45069}" v="32" dt="2019-10-31T13:02:16.459"/>
    <p1510:client id="{80E3B902-7515-4580-BF16-75C5DD67161D}" v="37" dt="2020-05-18T14:48:42.533"/>
    <p1510:client id="{8A8B2A89-899F-4B08-93A3-5AA26A21A1E2}" v="4" dt="2020-06-01T19:11:49.887"/>
    <p1510:client id="{8AD2CCC6-CF5A-458D-AEFA-7104240BB863}" v="11" dt="2020-06-10T20:31:15.500"/>
    <p1510:client id="{8AE34065-CF1F-4955-89B5-2F7369EF095C}" v="749" dt="2019-11-21T21:40:32.565"/>
    <p1510:client id="{8E0CB0C3-2A50-464A-8C06-101B4A252542}" v="404" dt="2019-11-21T12:56:24.293"/>
    <p1510:client id="{908F3684-2284-4864-BDFB-3BBA8BA9C36E}" v="2807" dt="2020-06-10T20:15:04.572"/>
    <p1510:client id="{912CA45F-5824-44B9-8C53-4AAAEEF8BC85}" v="28" dt="2020-06-02T21:05:22.868"/>
    <p1510:client id="{946D074D-AD5F-43BB-92E6-812D08736660}" v="153" dt="2019-10-10T18:38:13.703"/>
    <p1510:client id="{96B5512F-042D-4F2E-88D6-B82D1B29A94A}" v="1366" dt="2020-06-08T20:46:46.205"/>
    <p1510:client id="{9924D02C-E9D9-4F12-B661-EEE7B6EA7BD8}" v="643" dt="2020-02-12T21:18:26.750"/>
    <p1510:client id="{9CEF3253-FAA8-4E4F-9D69-0311E2049452}" v="126" dt="2020-06-10T20:25:37.273"/>
    <p1510:client id="{A94ED71A-79B0-4ADD-8935-F90BD31888E5}" v="191" dt="2020-02-19T23:42:07.954"/>
    <p1510:client id="{BD374F33-7287-4294-9F31-4CBDBA795AE3}" v="1030" dt="2020-02-17T14:38:34.297"/>
    <p1510:client id="{CBFC6E05-6160-4924-905B-D0BA490B3C61}" v="2138" dt="2020-04-13T16:17:38.828"/>
    <p1510:client id="{CF0D48E7-978B-4995-C802-4D589E4851B8}" v="12" dt="2020-09-09T12:24:53.735"/>
    <p1510:client id="{D851B2E3-4752-4F2C-968E-86240BCAF5DA}" v="16" dt="2020-02-17T12:27:10.360"/>
    <p1510:client id="{D899B664-AD11-42C6-8917-B7B35A927E2C}" v="582" dt="2019-10-15T21:42:19.228"/>
    <p1510:client id="{F2DD1A2F-3BEA-4D0D-88E6-861885CD3B78}" v="447" dt="2020-05-05T19:22:10.617"/>
    <p1510:client id="{F3868ED5-50F5-4D09-A93B-A290F70CCEE9}" v="45" dt="2020-02-12T20:29:42.190"/>
    <p1510:client id="{F56AF75F-FAE8-42A6-A7F8-6F659F5F7ADC}" v="670" dt="2020-05-18T14:43:06.660"/>
    <p1510:client id="{FEB330FA-7836-45DA-B403-90CE74910486}" v="430" dt="2020-08-17T17:04:52.8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clides Paim" userId="0d84fb374bcffaab" providerId="Windows Live" clId="Web-{0C28EB5A-C1C9-4E71-A770-DF81DDF1BA48}"/>
    <pc:docChg chg="addSld modSld sldOrd">
      <pc:chgData name="Euclides Paim" userId="0d84fb374bcffaab" providerId="Windows Live" clId="Web-{0C28EB5A-C1C9-4E71-A770-DF81DDF1BA48}" dt="2020-08-06T18:36:29.837" v="330"/>
      <pc:docMkLst>
        <pc:docMk/>
      </pc:docMkLst>
      <pc:sldChg chg="modSp">
        <pc:chgData name="Euclides Paim" userId="0d84fb374bcffaab" providerId="Windows Live" clId="Web-{0C28EB5A-C1C9-4E71-A770-DF81DDF1BA48}" dt="2020-08-06T17:57:20.840" v="54" actId="1076"/>
        <pc:sldMkLst>
          <pc:docMk/>
          <pc:sldMk cId="899282184" sldId="258"/>
        </pc:sldMkLst>
        <pc:spChg chg="mod">
          <ac:chgData name="Euclides Paim" userId="0d84fb374bcffaab" providerId="Windows Live" clId="Web-{0C28EB5A-C1C9-4E71-A770-DF81DDF1BA48}" dt="2020-08-06T17:57:20.840" v="54" actId="1076"/>
          <ac:spMkLst>
            <pc:docMk/>
            <pc:sldMk cId="899282184" sldId="258"/>
            <ac:spMk id="5" creationId="{633AE23D-DCED-446F-B659-B65CA66C87D9}"/>
          </ac:spMkLst>
        </pc:spChg>
        <pc:spChg chg="mod">
          <ac:chgData name="Euclides Paim" userId="0d84fb374bcffaab" providerId="Windows Live" clId="Web-{0C28EB5A-C1C9-4E71-A770-DF81DDF1BA48}" dt="2020-08-06T17:57:13.699" v="53" actId="1076"/>
          <ac:spMkLst>
            <pc:docMk/>
            <pc:sldMk cId="899282184" sldId="258"/>
            <ac:spMk id="7" creationId="{F1E9E8CF-FE9E-4B81-B325-A5C58B74BD75}"/>
          </ac:spMkLst>
        </pc:spChg>
      </pc:sldChg>
      <pc:sldChg chg="modSp ord">
        <pc:chgData name="Euclides Paim" userId="0d84fb374bcffaab" providerId="Windows Live" clId="Web-{0C28EB5A-C1C9-4E71-A770-DF81DDF1BA48}" dt="2020-08-06T18:30:57.802" v="207" actId="20577"/>
        <pc:sldMkLst>
          <pc:docMk/>
          <pc:sldMk cId="4121298625" sldId="280"/>
        </pc:sldMkLst>
        <pc:spChg chg="mod">
          <ac:chgData name="Euclides Paim" userId="0d84fb374bcffaab" providerId="Windows Live" clId="Web-{0C28EB5A-C1C9-4E71-A770-DF81DDF1BA48}" dt="2020-08-06T17:58:01.499" v="69" actId="20577"/>
          <ac:spMkLst>
            <pc:docMk/>
            <pc:sldMk cId="4121298625" sldId="280"/>
            <ac:spMk id="9" creationId="{0BDF32E8-CAD9-433A-B2A5-8A22A3D61D59}"/>
          </ac:spMkLst>
        </pc:spChg>
        <pc:spChg chg="mod">
          <ac:chgData name="Euclides Paim" userId="0d84fb374bcffaab" providerId="Windows Live" clId="Web-{0C28EB5A-C1C9-4E71-A770-DF81DDF1BA48}" dt="2020-08-06T18:30:57.802" v="207" actId="20577"/>
          <ac:spMkLst>
            <pc:docMk/>
            <pc:sldMk cId="4121298625" sldId="280"/>
            <ac:spMk id="10" creationId="{17375172-D885-415D-99E2-63D8575E2A14}"/>
          </ac:spMkLst>
        </pc:spChg>
      </pc:sldChg>
      <pc:sldChg chg="modSp">
        <pc:chgData name="Euclides Paim" userId="0d84fb374bcffaab" providerId="Windows Live" clId="Web-{0C28EB5A-C1C9-4E71-A770-DF81DDF1BA48}" dt="2020-08-06T18:01:29.621" v="118" actId="20577"/>
        <pc:sldMkLst>
          <pc:docMk/>
          <pc:sldMk cId="3087471970" sldId="342"/>
        </pc:sldMkLst>
        <pc:spChg chg="mod">
          <ac:chgData name="Euclides Paim" userId="0d84fb374bcffaab" providerId="Windows Live" clId="Web-{0C28EB5A-C1C9-4E71-A770-DF81DDF1BA48}" dt="2020-08-06T18:01:29.621" v="118" actId="20577"/>
          <ac:spMkLst>
            <pc:docMk/>
            <pc:sldMk cId="3087471970" sldId="342"/>
            <ac:spMk id="9" creationId="{0BDF32E8-CAD9-433A-B2A5-8A22A3D61D59}"/>
          </ac:spMkLst>
        </pc:spChg>
      </pc:sldChg>
      <pc:sldChg chg="modSp">
        <pc:chgData name="Euclides Paim" userId="0d84fb374bcffaab" providerId="Windows Live" clId="Web-{0C28EB5A-C1C9-4E71-A770-DF81DDF1BA48}" dt="2020-08-06T18:01:36.402" v="121" actId="20577"/>
        <pc:sldMkLst>
          <pc:docMk/>
          <pc:sldMk cId="347281731" sldId="345"/>
        </pc:sldMkLst>
        <pc:spChg chg="mod">
          <ac:chgData name="Euclides Paim" userId="0d84fb374bcffaab" providerId="Windows Live" clId="Web-{0C28EB5A-C1C9-4E71-A770-DF81DDF1BA48}" dt="2020-08-06T18:01:36.402" v="121" actId="20577"/>
          <ac:spMkLst>
            <pc:docMk/>
            <pc:sldMk cId="347281731" sldId="345"/>
            <ac:spMk id="9" creationId="{0BDF32E8-CAD9-433A-B2A5-8A22A3D61D59}"/>
          </ac:spMkLst>
        </pc:spChg>
      </pc:sldChg>
      <pc:sldChg chg="addSp modSp add replId">
        <pc:chgData name="Euclides Paim" userId="0d84fb374bcffaab" providerId="Windows Live" clId="Web-{0C28EB5A-C1C9-4E71-A770-DF81DDF1BA48}" dt="2020-08-06T18:27:54.925" v="139" actId="1076"/>
        <pc:sldMkLst>
          <pc:docMk/>
          <pc:sldMk cId="1321319469" sldId="346"/>
        </pc:sldMkLst>
        <pc:spChg chg="mod">
          <ac:chgData name="Euclides Paim" userId="0d84fb374bcffaab" providerId="Windows Live" clId="Web-{0C28EB5A-C1C9-4E71-A770-DF81DDF1BA48}" dt="2020-08-06T18:01:46.950" v="123" actId="20577"/>
          <ac:spMkLst>
            <pc:docMk/>
            <pc:sldMk cId="1321319469" sldId="346"/>
            <ac:spMk id="9" creationId="{0BDF32E8-CAD9-433A-B2A5-8A22A3D61D59}"/>
          </ac:spMkLst>
        </pc:spChg>
        <pc:spChg chg="mod">
          <ac:chgData name="Euclides Paim" userId="0d84fb374bcffaab" providerId="Windows Live" clId="Web-{0C28EB5A-C1C9-4E71-A770-DF81DDF1BA48}" dt="2020-08-06T18:27:19.987" v="134" actId="1076"/>
          <ac:spMkLst>
            <pc:docMk/>
            <pc:sldMk cId="1321319469" sldId="346"/>
            <ac:spMk id="10" creationId="{17375172-D885-415D-99E2-63D8575E2A14}"/>
          </ac:spMkLst>
        </pc:spChg>
        <pc:picChg chg="add mod">
          <ac:chgData name="Euclides Paim" userId="0d84fb374bcffaab" providerId="Windows Live" clId="Web-{0C28EB5A-C1C9-4E71-A770-DF81DDF1BA48}" dt="2020-08-06T18:27:54.925" v="139" actId="1076"/>
          <ac:picMkLst>
            <pc:docMk/>
            <pc:sldMk cId="1321319469" sldId="346"/>
            <ac:picMk id="2" creationId="{4660DE14-6D84-4EB7-9EB1-2ADD93489B7D}"/>
          </ac:picMkLst>
        </pc:picChg>
      </pc:sldChg>
      <pc:sldChg chg="addSp delSp modSp add ord replId">
        <pc:chgData name="Euclides Paim" userId="0d84fb374bcffaab" providerId="Windows Live" clId="Web-{0C28EB5A-C1C9-4E71-A770-DF81DDF1BA48}" dt="2020-08-06T18:28:09.097" v="140"/>
        <pc:sldMkLst>
          <pc:docMk/>
          <pc:sldMk cId="4032244828" sldId="347"/>
        </pc:sldMkLst>
        <pc:spChg chg="add del mod">
          <ac:chgData name="Euclides Paim" userId="0d84fb374bcffaab" providerId="Windows Live" clId="Web-{0C28EB5A-C1C9-4E71-A770-DF81DDF1BA48}" dt="2020-08-06T18:00:30.602" v="113"/>
          <ac:spMkLst>
            <pc:docMk/>
            <pc:sldMk cId="4032244828" sldId="347"/>
            <ac:spMk id="2" creationId="{5BD39FDD-B0E7-4FB6-9E41-04813632643E}"/>
          </ac:spMkLst>
        </pc:spChg>
        <pc:spChg chg="del">
          <ac:chgData name="Euclides Paim" userId="0d84fb374bcffaab" providerId="Windows Live" clId="Web-{0C28EB5A-C1C9-4E71-A770-DF81DDF1BA48}" dt="2020-08-06T18:00:24.804" v="110"/>
          <ac:spMkLst>
            <pc:docMk/>
            <pc:sldMk cId="4032244828" sldId="347"/>
            <ac:spMk id="10" creationId="{17375172-D885-415D-99E2-63D8575E2A14}"/>
          </ac:spMkLst>
        </pc:spChg>
        <pc:picChg chg="add mod">
          <ac:chgData name="Euclides Paim" userId="0d84fb374bcffaab" providerId="Windows Live" clId="Web-{0C28EB5A-C1C9-4E71-A770-DF81DDF1BA48}" dt="2020-08-06T18:01:01.604" v="116" actId="1076"/>
          <ac:picMkLst>
            <pc:docMk/>
            <pc:sldMk cId="4032244828" sldId="347"/>
            <ac:picMk id="3" creationId="{E07E3E08-78D3-4C67-8C83-203217790A83}"/>
          </ac:picMkLst>
        </pc:picChg>
      </pc:sldChg>
      <pc:sldChg chg="modSp add ord replId">
        <pc:chgData name="Euclides Paim" userId="0d84fb374bcffaab" providerId="Windows Live" clId="Web-{0C28EB5A-C1C9-4E71-A770-DF81DDF1BA48}" dt="2020-08-06T18:36:15.665" v="327" actId="20577"/>
        <pc:sldMkLst>
          <pc:docMk/>
          <pc:sldMk cId="3988031178" sldId="348"/>
        </pc:sldMkLst>
        <pc:spChg chg="mod">
          <ac:chgData name="Euclides Paim" userId="0d84fb374bcffaab" providerId="Windows Live" clId="Web-{0C28EB5A-C1C9-4E71-A770-DF81DDF1BA48}" dt="2020-08-06T18:29:46.004" v="159" actId="20577"/>
          <ac:spMkLst>
            <pc:docMk/>
            <pc:sldMk cId="3988031178" sldId="348"/>
            <ac:spMk id="9" creationId="{0BDF32E8-CAD9-433A-B2A5-8A22A3D61D59}"/>
          </ac:spMkLst>
        </pc:spChg>
        <pc:spChg chg="mod">
          <ac:chgData name="Euclides Paim" userId="0d84fb374bcffaab" providerId="Windows Live" clId="Web-{0C28EB5A-C1C9-4E71-A770-DF81DDF1BA48}" dt="2020-08-06T18:36:15.665" v="327" actId="20577"/>
          <ac:spMkLst>
            <pc:docMk/>
            <pc:sldMk cId="3988031178" sldId="348"/>
            <ac:spMk id="10" creationId="{17375172-D885-415D-99E2-63D8575E2A14}"/>
          </ac:spMkLst>
        </pc:spChg>
      </pc:sldChg>
      <pc:sldChg chg="add replId">
        <pc:chgData name="Euclides Paim" userId="0d84fb374bcffaab" providerId="Windows Live" clId="Web-{0C28EB5A-C1C9-4E71-A770-DF81DDF1BA48}" dt="2020-08-06T18:28:18.863" v="141"/>
        <pc:sldMkLst>
          <pc:docMk/>
          <pc:sldMk cId="3338958883" sldId="349"/>
        </pc:sldMkLst>
      </pc:sldChg>
      <pc:sldChg chg="modSp add ord replId">
        <pc:chgData name="Euclides Paim" userId="0d84fb374bcffaab" providerId="Windows Live" clId="Web-{0C28EB5A-C1C9-4E71-A770-DF81DDF1BA48}" dt="2020-08-06T18:36:29.837" v="330"/>
        <pc:sldMkLst>
          <pc:docMk/>
          <pc:sldMk cId="4207410768" sldId="350"/>
        </pc:sldMkLst>
        <pc:spChg chg="mod">
          <ac:chgData name="Euclides Paim" userId="0d84fb374bcffaab" providerId="Windows Live" clId="Web-{0C28EB5A-C1C9-4E71-A770-DF81DDF1BA48}" dt="2020-08-06T18:35:05.086" v="312" actId="1076"/>
          <ac:spMkLst>
            <pc:docMk/>
            <pc:sldMk cId="4207410768" sldId="350"/>
            <ac:spMk id="10" creationId="{17375172-D885-415D-99E2-63D8575E2A14}"/>
          </ac:spMkLst>
        </pc:spChg>
      </pc:sldChg>
    </pc:docChg>
  </pc:docChgLst>
  <pc:docChgLst>
    <pc:chgData name="Euclides Paim" userId="0d84fb374bcffaab" providerId="Windows Live" clId="Web-{28B8C483-DAA5-4989-9001-B42B5364A4EA}"/>
    <pc:docChg chg="modSld">
      <pc:chgData name="Euclides Paim" userId="0d84fb374bcffaab" providerId="Windows Live" clId="Web-{28B8C483-DAA5-4989-9001-B42B5364A4EA}" dt="2020-06-23T12:03:24.731" v="38" actId="20577"/>
      <pc:docMkLst>
        <pc:docMk/>
      </pc:docMkLst>
      <pc:sldChg chg="modSp">
        <pc:chgData name="Euclides Paim" userId="0d84fb374bcffaab" providerId="Windows Live" clId="Web-{28B8C483-DAA5-4989-9001-B42B5364A4EA}" dt="2020-06-23T11:30:02.929" v="36" actId="1076"/>
        <pc:sldMkLst>
          <pc:docMk/>
          <pc:sldMk cId="899282184" sldId="258"/>
        </pc:sldMkLst>
        <pc:spChg chg="mod">
          <ac:chgData name="Euclides Paim" userId="0d84fb374bcffaab" providerId="Windows Live" clId="Web-{28B8C483-DAA5-4989-9001-B42B5364A4EA}" dt="2020-06-23T11:30:02.929" v="36" actId="1076"/>
          <ac:spMkLst>
            <pc:docMk/>
            <pc:sldMk cId="899282184" sldId="258"/>
            <ac:spMk id="5" creationId="{633AE23D-DCED-446F-B659-B65CA66C87D9}"/>
          </ac:spMkLst>
        </pc:spChg>
      </pc:sldChg>
      <pc:sldChg chg="modSp">
        <pc:chgData name="Euclides Paim" userId="0d84fb374bcffaab" providerId="Windows Live" clId="Web-{28B8C483-DAA5-4989-9001-B42B5364A4EA}" dt="2020-06-23T12:03:24.731" v="38" actId="20577"/>
        <pc:sldMkLst>
          <pc:docMk/>
          <pc:sldMk cId="4121298625" sldId="280"/>
        </pc:sldMkLst>
        <pc:spChg chg="mod">
          <ac:chgData name="Euclides Paim" userId="0d84fb374bcffaab" providerId="Windows Live" clId="Web-{28B8C483-DAA5-4989-9001-B42B5364A4EA}" dt="2020-06-23T12:03:24.731" v="38" actId="20577"/>
          <ac:spMkLst>
            <pc:docMk/>
            <pc:sldMk cId="4121298625" sldId="280"/>
            <ac:spMk id="10" creationId="{17375172-D885-415D-99E2-63D8575E2A14}"/>
          </ac:spMkLst>
        </pc:spChg>
      </pc:sldChg>
    </pc:docChg>
  </pc:docChgLst>
  <pc:docChgLst>
    <pc:chgData name="Euclides Paim" userId="0d84fb374bcffaab" providerId="Windows Live" clId="Web-{194212E8-6C75-4DD6-A85B-6427CBDBA6FE}"/>
    <pc:docChg chg="modSld">
      <pc:chgData name="Euclides Paim" userId="0d84fb374bcffaab" providerId="Windows Live" clId="Web-{194212E8-6C75-4DD6-A85B-6427CBDBA6FE}" dt="2020-09-15T20:50:33.597" v="0"/>
      <pc:docMkLst>
        <pc:docMk/>
      </pc:docMkLst>
      <pc:sldChg chg="mod modShow">
        <pc:chgData name="Euclides Paim" userId="0d84fb374bcffaab" providerId="Windows Live" clId="Web-{194212E8-6C75-4DD6-A85B-6427CBDBA6FE}" dt="2020-09-15T20:50:33.597" v="0"/>
        <pc:sldMkLst>
          <pc:docMk/>
          <pc:sldMk cId="3791435043" sldId="354"/>
        </pc:sldMkLst>
      </pc:sldChg>
    </pc:docChg>
  </pc:docChgLst>
  <pc:docChgLst>
    <pc:chgData name="Euclides Paim" userId="0d84fb374bcffaab" providerId="Windows Live" clId="Web-{721A5559-6D7D-42CD-9F49-BA2260E3D3A9}"/>
    <pc:docChg chg="modSld">
      <pc:chgData name="Euclides Paim" userId="0d84fb374bcffaab" providerId="Windows Live" clId="Web-{721A5559-6D7D-42CD-9F49-BA2260E3D3A9}" dt="2020-07-06T15:19:54.302" v="8" actId="1076"/>
      <pc:docMkLst>
        <pc:docMk/>
      </pc:docMkLst>
      <pc:sldChg chg="modSp">
        <pc:chgData name="Euclides Paim" userId="0d84fb374bcffaab" providerId="Windows Live" clId="Web-{721A5559-6D7D-42CD-9F49-BA2260E3D3A9}" dt="2020-07-06T15:19:54.302" v="8" actId="1076"/>
        <pc:sldMkLst>
          <pc:docMk/>
          <pc:sldMk cId="347281731" sldId="345"/>
        </pc:sldMkLst>
        <pc:spChg chg="mod">
          <ac:chgData name="Euclides Paim" userId="0d84fb374bcffaab" providerId="Windows Live" clId="Web-{721A5559-6D7D-42CD-9F49-BA2260E3D3A9}" dt="2020-07-06T15:19:54.302" v="8" actId="1076"/>
          <ac:spMkLst>
            <pc:docMk/>
            <pc:sldMk cId="347281731" sldId="345"/>
            <ac:spMk id="7" creationId="{95DD35BB-3EBD-40BA-9FD7-95280E520F15}"/>
          </ac:spMkLst>
        </pc:spChg>
      </pc:sldChg>
    </pc:docChg>
  </pc:docChgLst>
  <pc:docChgLst>
    <pc:chgData name="Euclides Paim" userId="0d84fb374bcffaab" providerId="Windows Live" clId="Web-{6B79413F-ACC8-40EF-26EE-35B50D55ED31}"/>
    <pc:docChg chg="addSld delSld modSld addMainMaster">
      <pc:chgData name="Euclides Paim" userId="0d84fb374bcffaab" providerId="Windows Live" clId="Web-{6B79413F-ACC8-40EF-26EE-35B50D55ED31}" dt="2020-09-04T17:20:13.468" v="71" actId="1076"/>
      <pc:docMkLst>
        <pc:docMk/>
      </pc:docMkLst>
      <pc:sldChg chg="modSp del">
        <pc:chgData name="Euclides Paim" userId="0d84fb374bcffaab" providerId="Windows Live" clId="Web-{6B79413F-ACC8-40EF-26EE-35B50D55ED31}" dt="2020-09-04T17:17:44.468" v="52"/>
        <pc:sldMkLst>
          <pc:docMk/>
          <pc:sldMk cId="899282184" sldId="258"/>
        </pc:sldMkLst>
        <pc:spChg chg="mod">
          <ac:chgData name="Euclides Paim" userId="0d84fb374bcffaab" providerId="Windows Live" clId="Web-{6B79413F-ACC8-40EF-26EE-35B50D55ED31}" dt="2020-09-04T17:16:21.577" v="8" actId="1076"/>
          <ac:spMkLst>
            <pc:docMk/>
            <pc:sldMk cId="899282184" sldId="258"/>
            <ac:spMk id="5" creationId="{633AE23D-DCED-446F-B659-B65CA66C87D9}"/>
          </ac:spMkLst>
        </pc:spChg>
      </pc:sldChg>
      <pc:sldChg chg="modSp del">
        <pc:chgData name="Euclides Paim" userId="0d84fb374bcffaab" providerId="Windows Live" clId="Web-{6B79413F-ACC8-40EF-26EE-35B50D55ED31}" dt="2020-09-04T17:17:44.468" v="51"/>
        <pc:sldMkLst>
          <pc:docMk/>
          <pc:sldMk cId="4121298625" sldId="280"/>
        </pc:sldMkLst>
        <pc:spChg chg="mod">
          <ac:chgData name="Euclides Paim" userId="0d84fb374bcffaab" providerId="Windows Live" clId="Web-{6B79413F-ACC8-40EF-26EE-35B50D55ED31}" dt="2020-09-04T17:16:47.108" v="23" actId="20577"/>
          <ac:spMkLst>
            <pc:docMk/>
            <pc:sldMk cId="4121298625" sldId="280"/>
            <ac:spMk id="9" creationId="{0BDF32E8-CAD9-433A-B2A5-8A22A3D61D59}"/>
          </ac:spMkLst>
        </pc:spChg>
      </pc:sldChg>
      <pc:sldChg chg="del">
        <pc:chgData name="Euclides Paim" userId="0d84fb374bcffaab" providerId="Windows Live" clId="Web-{6B79413F-ACC8-40EF-26EE-35B50D55ED31}" dt="2020-09-04T17:17:44.452" v="47"/>
        <pc:sldMkLst>
          <pc:docMk/>
          <pc:sldMk cId="3087471970" sldId="342"/>
        </pc:sldMkLst>
      </pc:sldChg>
      <pc:sldChg chg="del">
        <pc:chgData name="Euclides Paim" userId="0d84fb374bcffaab" providerId="Windows Live" clId="Web-{6B79413F-ACC8-40EF-26EE-35B50D55ED31}" dt="2020-09-04T17:17:44.468" v="49"/>
        <pc:sldMkLst>
          <pc:docMk/>
          <pc:sldMk cId="4207410768" sldId="350"/>
        </pc:sldMkLst>
      </pc:sldChg>
      <pc:sldChg chg="del">
        <pc:chgData name="Euclides Paim" userId="0d84fb374bcffaab" providerId="Windows Live" clId="Web-{6B79413F-ACC8-40EF-26EE-35B50D55ED31}" dt="2020-09-04T17:17:44.468" v="50"/>
        <pc:sldMkLst>
          <pc:docMk/>
          <pc:sldMk cId="1891884423" sldId="351"/>
        </pc:sldMkLst>
      </pc:sldChg>
      <pc:sldChg chg="del">
        <pc:chgData name="Euclides Paim" userId="0d84fb374bcffaab" providerId="Windows Live" clId="Web-{6B79413F-ACC8-40EF-26EE-35B50D55ED31}" dt="2020-09-04T17:17:44.452" v="48"/>
        <pc:sldMkLst>
          <pc:docMk/>
          <pc:sldMk cId="2639387092" sldId="352"/>
        </pc:sldMkLst>
      </pc:sldChg>
      <pc:sldChg chg="add">
        <pc:chgData name="Euclides Paim" userId="0d84fb374bcffaab" providerId="Windows Live" clId="Web-{6B79413F-ACC8-40EF-26EE-35B50D55ED31}" dt="2020-09-04T17:17:24.066" v="25"/>
        <pc:sldMkLst>
          <pc:docMk/>
          <pc:sldMk cId="4129457968" sldId="353"/>
        </pc:sldMkLst>
      </pc:sldChg>
      <pc:sldChg chg="add">
        <pc:chgData name="Euclides Paim" userId="0d84fb374bcffaab" providerId="Windows Live" clId="Web-{6B79413F-ACC8-40EF-26EE-35B50D55ED31}" dt="2020-09-04T17:17:24.171" v="26"/>
        <pc:sldMkLst>
          <pc:docMk/>
          <pc:sldMk cId="3791435043" sldId="354"/>
        </pc:sldMkLst>
      </pc:sldChg>
      <pc:sldChg chg="add">
        <pc:chgData name="Euclides Paim" userId="0d84fb374bcffaab" providerId="Windows Live" clId="Web-{6B79413F-ACC8-40EF-26EE-35B50D55ED31}" dt="2020-09-04T17:17:24.265" v="27"/>
        <pc:sldMkLst>
          <pc:docMk/>
          <pc:sldMk cId="3673241775" sldId="355"/>
        </pc:sldMkLst>
      </pc:sldChg>
      <pc:sldChg chg="add">
        <pc:chgData name="Euclides Paim" userId="0d84fb374bcffaab" providerId="Windows Live" clId="Web-{6B79413F-ACC8-40EF-26EE-35B50D55ED31}" dt="2020-09-04T17:17:24.468" v="28"/>
        <pc:sldMkLst>
          <pc:docMk/>
          <pc:sldMk cId="1812142579" sldId="356"/>
        </pc:sldMkLst>
      </pc:sldChg>
      <pc:sldChg chg="add">
        <pc:chgData name="Euclides Paim" userId="0d84fb374bcffaab" providerId="Windows Live" clId="Web-{6B79413F-ACC8-40EF-26EE-35B50D55ED31}" dt="2020-09-04T17:17:24.546" v="29"/>
        <pc:sldMkLst>
          <pc:docMk/>
          <pc:sldMk cId="2218162217" sldId="357"/>
        </pc:sldMkLst>
      </pc:sldChg>
      <pc:sldChg chg="add">
        <pc:chgData name="Euclides Paim" userId="0d84fb374bcffaab" providerId="Windows Live" clId="Web-{6B79413F-ACC8-40EF-26EE-35B50D55ED31}" dt="2020-09-04T17:17:24.608" v="30"/>
        <pc:sldMkLst>
          <pc:docMk/>
          <pc:sldMk cId="1984436951" sldId="358"/>
        </pc:sldMkLst>
      </pc:sldChg>
      <pc:sldChg chg="add">
        <pc:chgData name="Euclides Paim" userId="0d84fb374bcffaab" providerId="Windows Live" clId="Web-{6B79413F-ACC8-40EF-26EE-35B50D55ED31}" dt="2020-09-04T17:17:24.749" v="31"/>
        <pc:sldMkLst>
          <pc:docMk/>
          <pc:sldMk cId="4039933385" sldId="359"/>
        </pc:sldMkLst>
      </pc:sldChg>
      <pc:sldChg chg="add">
        <pc:chgData name="Euclides Paim" userId="0d84fb374bcffaab" providerId="Windows Live" clId="Web-{6B79413F-ACC8-40EF-26EE-35B50D55ED31}" dt="2020-09-04T17:17:24.827" v="32"/>
        <pc:sldMkLst>
          <pc:docMk/>
          <pc:sldMk cId="668084724" sldId="360"/>
        </pc:sldMkLst>
      </pc:sldChg>
      <pc:sldChg chg="add">
        <pc:chgData name="Euclides Paim" userId="0d84fb374bcffaab" providerId="Windows Live" clId="Web-{6B79413F-ACC8-40EF-26EE-35B50D55ED31}" dt="2020-09-04T17:17:24.968" v="33"/>
        <pc:sldMkLst>
          <pc:docMk/>
          <pc:sldMk cId="2760762590" sldId="361"/>
        </pc:sldMkLst>
      </pc:sldChg>
      <pc:sldChg chg="add">
        <pc:chgData name="Euclides Paim" userId="0d84fb374bcffaab" providerId="Windows Live" clId="Web-{6B79413F-ACC8-40EF-26EE-35B50D55ED31}" dt="2020-09-04T17:17:25.124" v="34"/>
        <pc:sldMkLst>
          <pc:docMk/>
          <pc:sldMk cId="1011005051" sldId="362"/>
        </pc:sldMkLst>
      </pc:sldChg>
      <pc:sldChg chg="add">
        <pc:chgData name="Euclides Paim" userId="0d84fb374bcffaab" providerId="Windows Live" clId="Web-{6B79413F-ACC8-40EF-26EE-35B50D55ED31}" dt="2020-09-04T17:17:25.202" v="35"/>
        <pc:sldMkLst>
          <pc:docMk/>
          <pc:sldMk cId="330850208" sldId="363"/>
        </pc:sldMkLst>
      </pc:sldChg>
      <pc:sldChg chg="add">
        <pc:chgData name="Euclides Paim" userId="0d84fb374bcffaab" providerId="Windows Live" clId="Web-{6B79413F-ACC8-40EF-26EE-35B50D55ED31}" dt="2020-09-04T17:17:25.265" v="36"/>
        <pc:sldMkLst>
          <pc:docMk/>
          <pc:sldMk cId="442160356" sldId="364"/>
        </pc:sldMkLst>
      </pc:sldChg>
      <pc:sldChg chg="add">
        <pc:chgData name="Euclides Paim" userId="0d84fb374bcffaab" providerId="Windows Live" clId="Web-{6B79413F-ACC8-40EF-26EE-35B50D55ED31}" dt="2020-09-04T17:17:25.343" v="37"/>
        <pc:sldMkLst>
          <pc:docMk/>
          <pc:sldMk cId="1890306222" sldId="365"/>
        </pc:sldMkLst>
      </pc:sldChg>
      <pc:sldChg chg="add">
        <pc:chgData name="Euclides Paim" userId="0d84fb374bcffaab" providerId="Windows Live" clId="Web-{6B79413F-ACC8-40EF-26EE-35B50D55ED31}" dt="2020-09-04T17:17:25.436" v="38"/>
        <pc:sldMkLst>
          <pc:docMk/>
          <pc:sldMk cId="427088956" sldId="366"/>
        </pc:sldMkLst>
      </pc:sldChg>
      <pc:sldChg chg="add">
        <pc:chgData name="Euclides Paim" userId="0d84fb374bcffaab" providerId="Windows Live" clId="Web-{6B79413F-ACC8-40EF-26EE-35B50D55ED31}" dt="2020-09-04T17:17:25.546" v="39"/>
        <pc:sldMkLst>
          <pc:docMk/>
          <pc:sldMk cId="1789520673" sldId="367"/>
        </pc:sldMkLst>
      </pc:sldChg>
      <pc:sldChg chg="add">
        <pc:chgData name="Euclides Paim" userId="0d84fb374bcffaab" providerId="Windows Live" clId="Web-{6B79413F-ACC8-40EF-26EE-35B50D55ED31}" dt="2020-09-04T17:17:25.624" v="40"/>
        <pc:sldMkLst>
          <pc:docMk/>
          <pc:sldMk cId="3487599744" sldId="368"/>
        </pc:sldMkLst>
      </pc:sldChg>
      <pc:sldChg chg="add">
        <pc:chgData name="Euclides Paim" userId="0d84fb374bcffaab" providerId="Windows Live" clId="Web-{6B79413F-ACC8-40EF-26EE-35B50D55ED31}" dt="2020-09-04T17:17:25.874" v="41"/>
        <pc:sldMkLst>
          <pc:docMk/>
          <pc:sldMk cId="111684228" sldId="369"/>
        </pc:sldMkLst>
      </pc:sldChg>
      <pc:sldChg chg="modSp add">
        <pc:chgData name="Euclides Paim" userId="0d84fb374bcffaab" providerId="Windows Live" clId="Web-{6B79413F-ACC8-40EF-26EE-35B50D55ED31}" dt="2020-09-04T17:20:13.468" v="71" actId="1076"/>
        <pc:sldMkLst>
          <pc:docMk/>
          <pc:sldMk cId="2108659384" sldId="370"/>
        </pc:sldMkLst>
        <pc:spChg chg="mod">
          <ac:chgData name="Euclides Paim" userId="0d84fb374bcffaab" providerId="Windows Live" clId="Web-{6B79413F-ACC8-40EF-26EE-35B50D55ED31}" dt="2020-09-04T17:19:57.171" v="69" actId="1076"/>
          <ac:spMkLst>
            <pc:docMk/>
            <pc:sldMk cId="2108659384" sldId="370"/>
            <ac:spMk id="5" creationId="{633AE23D-DCED-446F-B659-B65CA66C87D9}"/>
          </ac:spMkLst>
        </pc:spChg>
        <pc:spChg chg="mod">
          <ac:chgData name="Euclides Paim" userId="0d84fb374bcffaab" providerId="Windows Live" clId="Web-{6B79413F-ACC8-40EF-26EE-35B50D55ED31}" dt="2020-09-04T17:20:13.359" v="70" actId="1076"/>
          <ac:spMkLst>
            <pc:docMk/>
            <pc:sldMk cId="2108659384" sldId="370"/>
            <ac:spMk id="26" creationId="{89CA0D8D-414B-46C1-A39A-575125B6A927}"/>
          </ac:spMkLst>
        </pc:spChg>
        <pc:grpChg chg="mod">
          <ac:chgData name="Euclides Paim" userId="0d84fb374bcffaab" providerId="Windows Live" clId="Web-{6B79413F-ACC8-40EF-26EE-35B50D55ED31}" dt="2020-09-04T17:20:13.468" v="71" actId="1076"/>
          <ac:grpSpMkLst>
            <pc:docMk/>
            <pc:sldMk cId="2108659384" sldId="370"/>
            <ac:grpSpMk id="6" creationId="{A8FC091D-87AB-4E9D-B2E6-65191E98F3D0}"/>
          </ac:grpSpMkLst>
        </pc:grpChg>
      </pc:sldChg>
      <pc:sldChg chg="add">
        <pc:chgData name="Euclides Paim" userId="0d84fb374bcffaab" providerId="Windows Live" clId="Web-{6B79413F-ACC8-40EF-26EE-35B50D55ED31}" dt="2020-09-04T17:17:26.124" v="43"/>
        <pc:sldMkLst>
          <pc:docMk/>
          <pc:sldMk cId="4078205292" sldId="371"/>
        </pc:sldMkLst>
      </pc:sldChg>
      <pc:sldChg chg="add">
        <pc:chgData name="Euclides Paim" userId="0d84fb374bcffaab" providerId="Windows Live" clId="Web-{6B79413F-ACC8-40EF-26EE-35B50D55ED31}" dt="2020-09-04T17:17:26.249" v="44"/>
        <pc:sldMkLst>
          <pc:docMk/>
          <pc:sldMk cId="3883715283" sldId="372"/>
        </pc:sldMkLst>
      </pc:sldChg>
      <pc:sldChg chg="modSp add">
        <pc:chgData name="Euclides Paim" userId="0d84fb374bcffaab" providerId="Windows Live" clId="Web-{6B79413F-ACC8-40EF-26EE-35B50D55ED31}" dt="2020-09-04T17:19:05.187" v="63" actId="20577"/>
        <pc:sldMkLst>
          <pc:docMk/>
          <pc:sldMk cId="3992371106" sldId="373"/>
        </pc:sldMkLst>
        <pc:spChg chg="mod">
          <ac:chgData name="Euclides Paim" userId="0d84fb374bcffaab" providerId="Windows Live" clId="Web-{6B79413F-ACC8-40EF-26EE-35B50D55ED31}" dt="2020-09-04T17:19:05.187" v="63" actId="20577"/>
          <ac:spMkLst>
            <pc:docMk/>
            <pc:sldMk cId="3992371106" sldId="373"/>
            <ac:spMk id="6" creationId="{4B1434DD-739D-48EE-822A-8E8DCC1A72EA}"/>
          </ac:spMkLst>
        </pc:spChg>
      </pc:sldChg>
      <pc:sldChg chg="add">
        <pc:chgData name="Euclides Paim" userId="0d84fb374bcffaab" providerId="Windows Live" clId="Web-{6B79413F-ACC8-40EF-26EE-35B50D55ED31}" dt="2020-09-04T17:17:26.343" v="46"/>
        <pc:sldMkLst>
          <pc:docMk/>
          <pc:sldMk cId="380939989" sldId="374"/>
        </pc:sldMkLst>
      </pc:sldChg>
      <pc:sldMasterChg chg="add addSldLayout">
        <pc:chgData name="Euclides Paim" userId="0d84fb374bcffaab" providerId="Windows Live" clId="Web-{6B79413F-ACC8-40EF-26EE-35B50D55ED31}" dt="2020-09-04T17:17:24.066" v="25"/>
        <pc:sldMasterMkLst>
          <pc:docMk/>
          <pc:sldMasterMk cId="1927129494" sldId="2147483847"/>
        </pc:sldMasterMkLst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1727980696" sldId="2147483848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3084070357" sldId="2147483849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2724551639" sldId="2147483850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3586005054" sldId="2147483851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3682010934" sldId="2147483852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1172598983" sldId="2147483853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774780945" sldId="2147483854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2934938022" sldId="2147483855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496463734" sldId="2147483856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2219022059" sldId="2147483857"/>
          </pc:sldLayoutMkLst>
        </pc:sldLayoutChg>
        <pc:sldLayoutChg chg="add">
          <pc:chgData name="Euclides Paim" userId="0d84fb374bcffaab" providerId="Windows Live" clId="Web-{6B79413F-ACC8-40EF-26EE-35B50D55ED31}" dt="2020-09-04T17:17:24.066" v="25"/>
          <pc:sldLayoutMkLst>
            <pc:docMk/>
            <pc:sldMasterMk cId="1927129494" sldId="2147483847"/>
            <pc:sldLayoutMk cId="4059534954" sldId="2147483858"/>
          </pc:sldLayoutMkLst>
        </pc:sldLayoutChg>
      </pc:sldMasterChg>
    </pc:docChg>
  </pc:docChgLst>
  <pc:docChgLst>
    <pc:chgData name="Euclides Paim" userId="0d84fb374bcffaab" providerId="Windows Live" clId="Web-{3848E2CF-5A1F-49CB-84A5-D512A743557E}"/>
    <pc:docChg chg="addSld delSld modSld sldOrd">
      <pc:chgData name="Euclides Paim" userId="0d84fb374bcffaab" providerId="Windows Live" clId="Web-{3848E2CF-5A1F-49CB-84A5-D512A743557E}" dt="2020-08-11T19:50:49.874" v="2188" actId="20577"/>
      <pc:docMkLst>
        <pc:docMk/>
      </pc:docMkLst>
      <pc:sldChg chg="modSp">
        <pc:chgData name="Euclides Paim" userId="0d84fb374bcffaab" providerId="Windows Live" clId="Web-{3848E2CF-5A1F-49CB-84A5-D512A743557E}" dt="2020-08-11T17:55:04.739" v="2151" actId="20577"/>
        <pc:sldMkLst>
          <pc:docMk/>
          <pc:sldMk cId="2875433905" sldId="261"/>
        </pc:sldMkLst>
        <pc:spChg chg="mod">
          <ac:chgData name="Euclides Paim" userId="0d84fb374bcffaab" providerId="Windows Live" clId="Web-{3848E2CF-5A1F-49CB-84A5-D512A743557E}" dt="2020-08-11T17:55:04.739" v="2151" actId="20577"/>
          <ac:spMkLst>
            <pc:docMk/>
            <pc:sldMk cId="2875433905" sldId="261"/>
            <ac:spMk id="2" creationId="{06365182-1347-4B38-9A11-A47AF08BDDA5}"/>
          </ac:spMkLst>
        </pc:spChg>
      </pc:sldChg>
      <pc:sldChg chg="modSp">
        <pc:chgData name="Euclides Paim" userId="0d84fb374bcffaab" providerId="Windows Live" clId="Web-{3848E2CF-5A1F-49CB-84A5-D512A743557E}" dt="2020-08-11T17:54:00.582" v="2144" actId="20577"/>
        <pc:sldMkLst>
          <pc:docMk/>
          <pc:sldMk cId="4121298625" sldId="280"/>
        </pc:sldMkLst>
        <pc:spChg chg="mod">
          <ac:chgData name="Euclides Paim" userId="0d84fb374bcffaab" providerId="Windows Live" clId="Web-{3848E2CF-5A1F-49CB-84A5-D512A743557E}" dt="2020-08-11T17:54:00.582" v="2144" actId="20577"/>
          <ac:spMkLst>
            <pc:docMk/>
            <pc:sldMk cId="4121298625" sldId="280"/>
            <ac:spMk id="10" creationId="{17375172-D885-415D-99E2-63D8575E2A14}"/>
          </ac:spMkLst>
        </pc:spChg>
      </pc:sldChg>
      <pc:sldChg chg="addSp delSp modSp add del">
        <pc:chgData name="Euclides Paim" userId="0d84fb374bcffaab" providerId="Windows Live" clId="Web-{3848E2CF-5A1F-49CB-84A5-D512A743557E}" dt="2020-08-11T17:57:19.585" v="2168"/>
        <pc:sldMkLst>
          <pc:docMk/>
          <pc:sldMk cId="3087471970" sldId="342"/>
        </pc:sldMkLst>
        <pc:spChg chg="add mod">
          <ac:chgData name="Euclides Paim" userId="0d84fb374bcffaab" providerId="Windows Live" clId="Web-{3848E2CF-5A1F-49CB-84A5-D512A743557E}" dt="2020-08-11T17:57:12.116" v="2165" actId="20577"/>
          <ac:spMkLst>
            <pc:docMk/>
            <pc:sldMk cId="3087471970" sldId="342"/>
            <ac:spMk id="3" creationId="{75D733CA-E48F-494C-9514-0553B6F1E542}"/>
          </ac:spMkLst>
        </pc:spChg>
        <pc:spChg chg="mod">
          <ac:chgData name="Euclides Paim" userId="0d84fb374bcffaab" providerId="Windows Live" clId="Web-{3848E2CF-5A1F-49CB-84A5-D512A743557E}" dt="2020-08-11T15:14:12.836" v="1392" actId="20577"/>
          <ac:spMkLst>
            <pc:docMk/>
            <pc:sldMk cId="3087471970" sldId="342"/>
            <ac:spMk id="9" creationId="{0BDF32E8-CAD9-433A-B2A5-8A22A3D61D59}"/>
          </ac:spMkLst>
        </pc:spChg>
        <pc:spChg chg="del">
          <ac:chgData name="Euclides Paim" userId="0d84fb374bcffaab" providerId="Windows Live" clId="Web-{3848E2CF-5A1F-49CB-84A5-D512A743557E}" dt="2020-08-11T17:39:22.379" v="1937"/>
          <ac:spMkLst>
            <pc:docMk/>
            <pc:sldMk cId="3087471970" sldId="342"/>
            <ac:spMk id="10" creationId="{17375172-D885-415D-99E2-63D8575E2A14}"/>
          </ac:spMkLst>
        </pc:spChg>
      </pc:sldChg>
      <pc:sldChg chg="del">
        <pc:chgData name="Euclides Paim" userId="0d84fb374bcffaab" providerId="Windows Live" clId="Web-{3848E2CF-5A1F-49CB-84A5-D512A743557E}" dt="2020-08-11T14:46:55.906" v="1043"/>
        <pc:sldMkLst>
          <pc:docMk/>
          <pc:sldMk cId="347281731" sldId="345"/>
        </pc:sldMkLst>
      </pc:sldChg>
      <pc:sldChg chg="modSp">
        <pc:chgData name="Euclides Paim" userId="0d84fb374bcffaab" providerId="Windows Live" clId="Web-{3848E2CF-5A1F-49CB-84A5-D512A743557E}" dt="2020-08-11T19:07:38.478" v="2177" actId="20577"/>
        <pc:sldMkLst>
          <pc:docMk/>
          <pc:sldMk cId="1321319469" sldId="346"/>
        </pc:sldMkLst>
        <pc:spChg chg="mod">
          <ac:chgData name="Euclides Paim" userId="0d84fb374bcffaab" providerId="Windows Live" clId="Web-{3848E2CF-5A1F-49CB-84A5-D512A743557E}" dt="2020-08-11T13:28:52.982" v="11" actId="20577"/>
          <ac:spMkLst>
            <pc:docMk/>
            <pc:sldMk cId="1321319469" sldId="346"/>
            <ac:spMk id="9" creationId="{0BDF32E8-CAD9-433A-B2A5-8A22A3D61D59}"/>
          </ac:spMkLst>
        </pc:spChg>
        <pc:spChg chg="mod">
          <ac:chgData name="Euclides Paim" userId="0d84fb374bcffaab" providerId="Windows Live" clId="Web-{3848E2CF-5A1F-49CB-84A5-D512A743557E}" dt="2020-08-11T19:07:38.478" v="2177" actId="20577"/>
          <ac:spMkLst>
            <pc:docMk/>
            <pc:sldMk cId="1321319469" sldId="346"/>
            <ac:spMk id="10" creationId="{17375172-D885-415D-99E2-63D8575E2A14}"/>
          </ac:spMkLst>
        </pc:spChg>
      </pc:sldChg>
      <pc:sldChg chg="modSp">
        <pc:chgData name="Euclides Paim" userId="0d84fb374bcffaab" providerId="Windows Live" clId="Web-{3848E2CF-5A1F-49CB-84A5-D512A743557E}" dt="2020-08-11T13:28:07.575" v="4" actId="14100"/>
        <pc:sldMkLst>
          <pc:docMk/>
          <pc:sldMk cId="4032244828" sldId="347"/>
        </pc:sldMkLst>
        <pc:picChg chg="mod">
          <ac:chgData name="Euclides Paim" userId="0d84fb374bcffaab" providerId="Windows Live" clId="Web-{3848E2CF-5A1F-49CB-84A5-D512A743557E}" dt="2020-08-11T13:28:07.575" v="4" actId="14100"/>
          <ac:picMkLst>
            <pc:docMk/>
            <pc:sldMk cId="4032244828" sldId="347"/>
            <ac:picMk id="3" creationId="{D3DF84E7-ADE8-4D3F-B3D0-9F2AC05377B7}"/>
          </ac:picMkLst>
        </pc:picChg>
      </pc:sldChg>
      <pc:sldChg chg="modSp">
        <pc:chgData name="Euclides Paim" userId="0d84fb374bcffaab" providerId="Windows Live" clId="Web-{3848E2CF-5A1F-49CB-84A5-D512A743557E}" dt="2020-08-11T13:29:18.373" v="24" actId="20577"/>
        <pc:sldMkLst>
          <pc:docMk/>
          <pc:sldMk cId="3988031178" sldId="348"/>
        </pc:sldMkLst>
        <pc:spChg chg="mod">
          <ac:chgData name="Euclides Paim" userId="0d84fb374bcffaab" providerId="Windows Live" clId="Web-{3848E2CF-5A1F-49CB-84A5-D512A743557E}" dt="2020-08-11T13:29:18.373" v="24" actId="20577"/>
          <ac:spMkLst>
            <pc:docMk/>
            <pc:sldMk cId="3988031178" sldId="348"/>
            <ac:spMk id="9" creationId="{0BDF32E8-CAD9-433A-B2A5-8A22A3D61D59}"/>
          </ac:spMkLst>
        </pc:spChg>
      </pc:sldChg>
      <pc:sldChg chg="addSp modSp">
        <pc:chgData name="Euclides Paim" userId="0d84fb374bcffaab" providerId="Windows Live" clId="Web-{3848E2CF-5A1F-49CB-84A5-D512A743557E}" dt="2020-08-11T13:48:24.479" v="266" actId="14100"/>
        <pc:sldMkLst>
          <pc:docMk/>
          <pc:sldMk cId="3338958883" sldId="349"/>
        </pc:sldMkLst>
        <pc:spChg chg="add mod">
          <ac:chgData name="Euclides Paim" userId="0d84fb374bcffaab" providerId="Windows Live" clId="Web-{3848E2CF-5A1F-49CB-84A5-D512A743557E}" dt="2020-08-11T13:48:24.479" v="266" actId="14100"/>
          <ac:spMkLst>
            <pc:docMk/>
            <pc:sldMk cId="3338958883" sldId="349"/>
            <ac:spMk id="5" creationId="{D8FBF796-04F8-46DC-8947-0AA87153F54F}"/>
          </ac:spMkLst>
        </pc:spChg>
        <pc:spChg chg="mod">
          <ac:chgData name="Euclides Paim" userId="0d84fb374bcffaab" providerId="Windows Live" clId="Web-{3848E2CF-5A1F-49CB-84A5-D512A743557E}" dt="2020-08-11T13:28:49.107" v="9" actId="20577"/>
          <ac:spMkLst>
            <pc:docMk/>
            <pc:sldMk cId="3338958883" sldId="349"/>
            <ac:spMk id="9" creationId="{0BDF32E8-CAD9-433A-B2A5-8A22A3D61D59}"/>
          </ac:spMkLst>
        </pc:spChg>
        <pc:spChg chg="mod">
          <ac:chgData name="Euclides Paim" userId="0d84fb374bcffaab" providerId="Windows Live" clId="Web-{3848E2CF-5A1F-49CB-84A5-D512A743557E}" dt="2020-08-11T13:47:55.134" v="260" actId="1076"/>
          <ac:spMkLst>
            <pc:docMk/>
            <pc:sldMk cId="3338958883" sldId="349"/>
            <ac:spMk id="10" creationId="{17375172-D885-415D-99E2-63D8575E2A14}"/>
          </ac:spMkLst>
        </pc:spChg>
        <pc:picChg chg="add mod">
          <ac:chgData name="Euclides Paim" userId="0d84fb374bcffaab" providerId="Windows Live" clId="Web-{3848E2CF-5A1F-49CB-84A5-D512A743557E}" dt="2020-08-11T13:48:03.838" v="261" actId="1076"/>
          <ac:picMkLst>
            <pc:docMk/>
            <pc:sldMk cId="3338958883" sldId="349"/>
            <ac:picMk id="3" creationId="{55375F6B-1FF2-4D5A-B599-3E0CAFE5F835}"/>
          </ac:picMkLst>
        </pc:picChg>
      </pc:sldChg>
      <pc:sldChg chg="modSp">
        <pc:chgData name="Euclides Paim" userId="0d84fb374bcffaab" providerId="Windows Live" clId="Web-{3848E2CF-5A1F-49CB-84A5-D512A743557E}" dt="2020-08-11T13:29:34.655" v="31" actId="1076"/>
        <pc:sldMkLst>
          <pc:docMk/>
          <pc:sldMk cId="4207410768" sldId="350"/>
        </pc:sldMkLst>
        <pc:spChg chg="mod">
          <ac:chgData name="Euclides Paim" userId="0d84fb374bcffaab" providerId="Windows Live" clId="Web-{3848E2CF-5A1F-49CB-84A5-D512A743557E}" dt="2020-08-11T13:29:34.655" v="31" actId="1076"/>
          <ac:spMkLst>
            <pc:docMk/>
            <pc:sldMk cId="4207410768" sldId="350"/>
            <ac:spMk id="9" creationId="{0BDF32E8-CAD9-433A-B2A5-8A22A3D61D59}"/>
          </ac:spMkLst>
        </pc:spChg>
      </pc:sldChg>
      <pc:sldChg chg="modSp">
        <pc:chgData name="Euclides Paim" userId="0d84fb374bcffaab" providerId="Windows Live" clId="Web-{3848E2CF-5A1F-49CB-84A5-D512A743557E}" dt="2020-08-11T13:29:06.842" v="19" actId="1076"/>
        <pc:sldMkLst>
          <pc:docMk/>
          <pc:sldMk cId="3760851105" sldId="351"/>
        </pc:sldMkLst>
        <pc:spChg chg="mod">
          <ac:chgData name="Euclides Paim" userId="0d84fb374bcffaab" providerId="Windows Live" clId="Web-{3848E2CF-5A1F-49CB-84A5-D512A743557E}" dt="2020-08-11T13:29:06.842" v="19" actId="1076"/>
          <ac:spMkLst>
            <pc:docMk/>
            <pc:sldMk cId="3760851105" sldId="351"/>
            <ac:spMk id="9" creationId="{0BDF32E8-CAD9-433A-B2A5-8A22A3D61D59}"/>
          </ac:spMkLst>
        </pc:spChg>
      </pc:sldChg>
      <pc:sldChg chg="addSp modSp add ord replId">
        <pc:chgData name="Euclides Paim" userId="0d84fb374bcffaab" providerId="Windows Live" clId="Web-{3848E2CF-5A1F-49CB-84A5-D512A743557E}" dt="2020-08-11T13:55:17.176" v="486" actId="1076"/>
        <pc:sldMkLst>
          <pc:docMk/>
          <pc:sldMk cId="3480934186" sldId="352"/>
        </pc:sldMkLst>
        <pc:spChg chg="add mod">
          <ac:chgData name="Euclides Paim" userId="0d84fb374bcffaab" providerId="Windows Live" clId="Web-{3848E2CF-5A1F-49CB-84A5-D512A743557E}" dt="2020-08-11T13:55:17.176" v="486" actId="1076"/>
          <ac:spMkLst>
            <pc:docMk/>
            <pc:sldMk cId="3480934186" sldId="352"/>
            <ac:spMk id="8" creationId="{B26670F5-5D98-400B-B7FF-A09F210361BC}"/>
          </ac:spMkLst>
        </pc:spChg>
        <pc:spChg chg="mod">
          <ac:chgData name="Euclides Paim" userId="0d84fb374bcffaab" providerId="Windows Live" clId="Web-{3848E2CF-5A1F-49CB-84A5-D512A743557E}" dt="2020-08-11T13:53:22.033" v="441" actId="1076"/>
          <ac:spMkLst>
            <pc:docMk/>
            <pc:sldMk cId="3480934186" sldId="352"/>
            <ac:spMk id="10" creationId="{17375172-D885-415D-99E2-63D8575E2A14}"/>
          </ac:spMkLst>
        </pc:spChg>
        <pc:picChg chg="add mod">
          <ac:chgData name="Euclides Paim" userId="0d84fb374bcffaab" providerId="Windows Live" clId="Web-{3848E2CF-5A1F-49CB-84A5-D512A743557E}" dt="2020-08-11T13:52:22.348" v="431" actId="14100"/>
          <ac:picMkLst>
            <pc:docMk/>
            <pc:sldMk cId="3480934186" sldId="352"/>
            <ac:picMk id="3" creationId="{5B5A3DA3-0CA6-4CC3-B3AC-A7FE99CF5BA3}"/>
          </ac:picMkLst>
        </pc:picChg>
        <pc:picChg chg="add mod">
          <ac:chgData name="Euclides Paim" userId="0d84fb374bcffaab" providerId="Windows Live" clId="Web-{3848E2CF-5A1F-49CB-84A5-D512A743557E}" dt="2020-08-11T13:53:14.923" v="440" actId="14100"/>
          <ac:picMkLst>
            <pc:docMk/>
            <pc:sldMk cId="3480934186" sldId="352"/>
            <ac:picMk id="5" creationId="{1B2DB30D-FD7E-4CF7-BD63-6B170FCADEBA}"/>
          </ac:picMkLst>
        </pc:picChg>
      </pc:sldChg>
      <pc:sldChg chg="addSp delSp modSp add replId">
        <pc:chgData name="Euclides Paim" userId="0d84fb374bcffaab" providerId="Windows Live" clId="Web-{3848E2CF-5A1F-49CB-84A5-D512A743557E}" dt="2020-08-11T15:13:26.116" v="1374"/>
        <pc:sldMkLst>
          <pc:docMk/>
          <pc:sldMk cId="1786420965" sldId="353"/>
        </pc:sldMkLst>
        <pc:spChg chg="add">
          <ac:chgData name="Euclides Paim" userId="0d84fb374bcffaab" providerId="Windows Live" clId="Web-{3848E2CF-5A1F-49CB-84A5-D512A743557E}" dt="2020-08-11T15:13:26.116" v="1374"/>
          <ac:spMkLst>
            <pc:docMk/>
            <pc:sldMk cId="1786420965" sldId="353"/>
            <ac:spMk id="3" creationId="{8A420D13-5CDC-41DA-AE72-3F0DF6B81C8D}"/>
          </ac:spMkLst>
        </pc:spChg>
        <pc:spChg chg="del mod">
          <ac:chgData name="Euclides Paim" userId="0d84fb374bcffaab" providerId="Windows Live" clId="Web-{3848E2CF-5A1F-49CB-84A5-D512A743557E}" dt="2020-08-11T15:13:25.429" v="1373"/>
          <ac:spMkLst>
            <pc:docMk/>
            <pc:sldMk cId="1786420965" sldId="353"/>
            <ac:spMk id="9" creationId="{0BDF32E8-CAD9-433A-B2A5-8A22A3D61D59}"/>
          </ac:spMkLst>
        </pc:spChg>
        <pc:spChg chg="mod">
          <ac:chgData name="Euclides Paim" userId="0d84fb374bcffaab" providerId="Windows Live" clId="Web-{3848E2CF-5A1F-49CB-84A5-D512A743557E}" dt="2020-08-11T14:15:08.455" v="798" actId="20577"/>
          <ac:spMkLst>
            <pc:docMk/>
            <pc:sldMk cId="1786420965" sldId="353"/>
            <ac:spMk id="10" creationId="{17375172-D885-415D-99E2-63D8575E2A14}"/>
          </ac:spMkLst>
        </pc:spChg>
      </pc:sldChg>
      <pc:sldChg chg="addSp delSp modSp add replId">
        <pc:chgData name="Euclides Paim" userId="0d84fb374bcffaab" providerId="Windows Live" clId="Web-{3848E2CF-5A1F-49CB-84A5-D512A743557E}" dt="2020-08-11T15:13:20.632" v="1370" actId="20577"/>
        <pc:sldMkLst>
          <pc:docMk/>
          <pc:sldMk cId="2120836718" sldId="354"/>
        </pc:sldMkLst>
        <pc:spChg chg="add mod">
          <ac:chgData name="Euclides Paim" userId="0d84fb374bcffaab" providerId="Windows Live" clId="Web-{3848E2CF-5A1F-49CB-84A5-D512A743557E}" dt="2020-08-11T15:13:20.632" v="1370" actId="20577"/>
          <ac:spMkLst>
            <pc:docMk/>
            <pc:sldMk cId="2120836718" sldId="354"/>
            <ac:spMk id="3" creationId="{1612F0C7-A8F7-47D5-B04E-4624E8D5383A}"/>
          </ac:spMkLst>
        </pc:spChg>
        <pc:spChg chg="del">
          <ac:chgData name="Euclides Paim" userId="0d84fb374bcffaab" providerId="Windows Live" clId="Web-{3848E2CF-5A1F-49CB-84A5-D512A743557E}" dt="2020-08-11T14:15:40.143" v="800"/>
          <ac:spMkLst>
            <pc:docMk/>
            <pc:sldMk cId="2120836718" sldId="354"/>
            <ac:spMk id="9" creationId="{0BDF32E8-CAD9-433A-B2A5-8A22A3D61D59}"/>
          </ac:spMkLst>
        </pc:spChg>
        <pc:spChg chg="mod">
          <ac:chgData name="Euclides Paim" userId="0d84fb374bcffaab" providerId="Windows Live" clId="Web-{3848E2CF-5A1F-49CB-84A5-D512A743557E}" dt="2020-08-11T14:09:08.477" v="765" actId="20577"/>
          <ac:spMkLst>
            <pc:docMk/>
            <pc:sldMk cId="2120836718" sldId="354"/>
            <ac:spMk id="10" creationId="{17375172-D885-415D-99E2-63D8575E2A14}"/>
          </ac:spMkLst>
        </pc:spChg>
      </pc:sldChg>
      <pc:sldChg chg="addSp delSp modSp add replId">
        <pc:chgData name="Euclides Paim" userId="0d84fb374bcffaab" providerId="Windows Live" clId="Web-{3848E2CF-5A1F-49CB-84A5-D512A743557E}" dt="2020-08-11T15:13:07.819" v="1365"/>
        <pc:sldMkLst>
          <pc:docMk/>
          <pc:sldMk cId="1925643894" sldId="355"/>
        </pc:sldMkLst>
        <pc:spChg chg="add">
          <ac:chgData name="Euclides Paim" userId="0d84fb374bcffaab" providerId="Windows Live" clId="Web-{3848E2CF-5A1F-49CB-84A5-D512A743557E}" dt="2020-08-11T15:13:07.819" v="1365"/>
          <ac:spMkLst>
            <pc:docMk/>
            <pc:sldMk cId="1925643894" sldId="355"/>
            <ac:spMk id="3" creationId="{D512D890-BD78-4F20-9516-DA6A2CF35B4A}"/>
          </ac:spMkLst>
        </pc:spChg>
        <pc:spChg chg="del mod">
          <ac:chgData name="Euclides Paim" userId="0d84fb374bcffaab" providerId="Windows Live" clId="Web-{3848E2CF-5A1F-49CB-84A5-D512A743557E}" dt="2020-08-11T15:13:07.288" v="1364"/>
          <ac:spMkLst>
            <pc:docMk/>
            <pc:sldMk cId="1925643894" sldId="355"/>
            <ac:spMk id="9" creationId="{0BDF32E8-CAD9-433A-B2A5-8A22A3D61D59}"/>
          </ac:spMkLst>
        </pc:spChg>
        <pc:spChg chg="mod">
          <ac:chgData name="Euclides Paim" userId="0d84fb374bcffaab" providerId="Windows Live" clId="Web-{3848E2CF-5A1F-49CB-84A5-D512A743557E}" dt="2020-08-11T14:17:25.520" v="832" actId="20577"/>
          <ac:spMkLst>
            <pc:docMk/>
            <pc:sldMk cId="1925643894" sldId="355"/>
            <ac:spMk id="10" creationId="{17375172-D885-415D-99E2-63D8575E2A14}"/>
          </ac:spMkLst>
        </pc:spChg>
      </pc:sldChg>
      <pc:sldChg chg="addSp delSp modSp add replId">
        <pc:chgData name="Euclides Paim" userId="0d84fb374bcffaab" providerId="Windows Live" clId="Web-{3848E2CF-5A1F-49CB-84A5-D512A743557E}" dt="2020-08-11T15:13:03.022" v="1363"/>
        <pc:sldMkLst>
          <pc:docMk/>
          <pc:sldMk cId="3632607484" sldId="356"/>
        </pc:sldMkLst>
        <pc:spChg chg="add del">
          <ac:chgData name="Euclides Paim" userId="0d84fb374bcffaab" providerId="Windows Live" clId="Web-{3848E2CF-5A1F-49CB-84A5-D512A743557E}" dt="2020-08-11T15:13:02.428" v="1362"/>
          <ac:spMkLst>
            <pc:docMk/>
            <pc:sldMk cId="3632607484" sldId="356"/>
            <ac:spMk id="3" creationId="{A2B21DF2-431F-4E5E-9737-14BD0E0E9AC5}"/>
          </ac:spMkLst>
        </pc:spChg>
        <pc:spChg chg="add">
          <ac:chgData name="Euclides Paim" userId="0d84fb374bcffaab" providerId="Windows Live" clId="Web-{3848E2CF-5A1F-49CB-84A5-D512A743557E}" dt="2020-08-11T15:13:03.022" v="1363"/>
          <ac:spMkLst>
            <pc:docMk/>
            <pc:sldMk cId="3632607484" sldId="356"/>
            <ac:spMk id="5" creationId="{BAD29E90-ADFD-4B57-94D6-1ED605F10046}"/>
          </ac:spMkLst>
        </pc:spChg>
        <pc:spChg chg="del">
          <ac:chgData name="Euclides Paim" userId="0d84fb374bcffaab" providerId="Windows Live" clId="Web-{3848E2CF-5A1F-49CB-84A5-D512A743557E}" dt="2020-08-11T14:18:23.117" v="835"/>
          <ac:spMkLst>
            <pc:docMk/>
            <pc:sldMk cId="3632607484" sldId="356"/>
            <ac:spMk id="9" creationId="{0BDF32E8-CAD9-433A-B2A5-8A22A3D61D59}"/>
          </ac:spMkLst>
        </pc:spChg>
        <pc:spChg chg="mod">
          <ac:chgData name="Euclides Paim" userId="0d84fb374bcffaab" providerId="Windows Live" clId="Web-{3848E2CF-5A1F-49CB-84A5-D512A743557E}" dt="2020-08-11T14:29:03.147" v="963" actId="20577"/>
          <ac:spMkLst>
            <pc:docMk/>
            <pc:sldMk cId="3632607484" sldId="356"/>
            <ac:spMk id="10" creationId="{17375172-D885-415D-99E2-63D8575E2A14}"/>
          </ac:spMkLst>
        </pc:spChg>
      </pc:sldChg>
      <pc:sldChg chg="addSp delSp modSp add replId">
        <pc:chgData name="Euclides Paim" userId="0d84fb374bcffaab" providerId="Windows Live" clId="Web-{3848E2CF-5A1F-49CB-84A5-D512A743557E}" dt="2020-08-11T15:12:58.303" v="1361"/>
        <pc:sldMkLst>
          <pc:docMk/>
          <pc:sldMk cId="3978411462" sldId="357"/>
        </pc:sldMkLst>
        <pc:spChg chg="del">
          <ac:chgData name="Euclides Paim" userId="0d84fb374bcffaab" providerId="Windows Live" clId="Web-{3848E2CF-5A1F-49CB-84A5-D512A743557E}" dt="2020-08-11T15:12:57.834" v="1360"/>
          <ac:spMkLst>
            <pc:docMk/>
            <pc:sldMk cId="3978411462" sldId="357"/>
            <ac:spMk id="3" creationId="{A2B21DF2-431F-4E5E-9737-14BD0E0E9AC5}"/>
          </ac:spMkLst>
        </pc:spChg>
        <pc:spChg chg="add">
          <ac:chgData name="Euclides Paim" userId="0d84fb374bcffaab" providerId="Windows Live" clId="Web-{3848E2CF-5A1F-49CB-84A5-D512A743557E}" dt="2020-08-11T15:12:58.303" v="1361"/>
          <ac:spMkLst>
            <pc:docMk/>
            <pc:sldMk cId="3978411462" sldId="357"/>
            <ac:spMk id="6" creationId="{BC4D7AA6-FA41-4B4B-B552-E07E65DC77D4}"/>
          </ac:spMkLst>
        </pc:spChg>
        <pc:spChg chg="mod">
          <ac:chgData name="Euclides Paim" userId="0d84fb374bcffaab" providerId="Windows Live" clId="Web-{3848E2CF-5A1F-49CB-84A5-D512A743557E}" dt="2020-08-11T14:25:17.797" v="958" actId="20577"/>
          <ac:spMkLst>
            <pc:docMk/>
            <pc:sldMk cId="3978411462" sldId="357"/>
            <ac:spMk id="10" creationId="{17375172-D885-415D-99E2-63D8575E2A14}"/>
          </ac:spMkLst>
        </pc:spChg>
        <pc:picChg chg="add mod">
          <ac:chgData name="Euclides Paim" userId="0d84fb374bcffaab" providerId="Windows Live" clId="Web-{3848E2CF-5A1F-49CB-84A5-D512A743557E}" dt="2020-08-11T14:23:40.029" v="918" actId="1076"/>
          <ac:picMkLst>
            <pc:docMk/>
            <pc:sldMk cId="3978411462" sldId="357"/>
            <ac:picMk id="5" creationId="{3AC769E9-5AE1-4830-BD84-F44A391D1028}"/>
          </ac:picMkLst>
        </pc:picChg>
      </pc:sldChg>
      <pc:sldChg chg="addSp delSp modSp add replId">
        <pc:chgData name="Euclides Paim" userId="0d84fb374bcffaab" providerId="Windows Live" clId="Web-{3848E2CF-5A1F-49CB-84A5-D512A743557E}" dt="2020-08-11T15:12:53.491" v="1359"/>
        <pc:sldMkLst>
          <pc:docMk/>
          <pc:sldMk cId="3104139409" sldId="358"/>
        </pc:sldMkLst>
        <pc:spChg chg="del">
          <ac:chgData name="Euclides Paim" userId="0d84fb374bcffaab" providerId="Windows Live" clId="Web-{3848E2CF-5A1F-49CB-84A5-D512A743557E}" dt="2020-08-11T15:12:52.897" v="1358"/>
          <ac:spMkLst>
            <pc:docMk/>
            <pc:sldMk cId="3104139409" sldId="358"/>
            <ac:spMk id="3" creationId="{A2B21DF2-431F-4E5E-9737-14BD0E0E9AC5}"/>
          </ac:spMkLst>
        </pc:spChg>
        <pc:spChg chg="add">
          <ac:chgData name="Euclides Paim" userId="0d84fb374bcffaab" providerId="Windows Live" clId="Web-{3848E2CF-5A1F-49CB-84A5-D512A743557E}" dt="2020-08-11T15:12:53.491" v="1359"/>
          <ac:spMkLst>
            <pc:docMk/>
            <pc:sldMk cId="3104139409" sldId="358"/>
            <ac:spMk id="5" creationId="{59FC881C-C7F8-49B5-A7EF-3DB36971D909}"/>
          </ac:spMkLst>
        </pc:spChg>
        <pc:spChg chg="mod">
          <ac:chgData name="Euclides Paim" userId="0d84fb374bcffaab" providerId="Windows Live" clId="Web-{3848E2CF-5A1F-49CB-84A5-D512A743557E}" dt="2020-08-11T14:31:25.697" v="1013" actId="20577"/>
          <ac:spMkLst>
            <pc:docMk/>
            <pc:sldMk cId="3104139409" sldId="358"/>
            <ac:spMk id="10" creationId="{17375172-D885-415D-99E2-63D8575E2A14}"/>
          </ac:spMkLst>
        </pc:spChg>
      </pc:sldChg>
      <pc:sldChg chg="modSp add replId">
        <pc:chgData name="Euclides Paim" userId="0d84fb374bcffaab" providerId="Windows Live" clId="Web-{3848E2CF-5A1F-49CB-84A5-D512A743557E}" dt="2020-08-11T15:12:40.162" v="1357" actId="14100"/>
        <pc:sldMkLst>
          <pc:docMk/>
          <pc:sldMk cId="3052198484" sldId="359"/>
        </pc:sldMkLst>
        <pc:spChg chg="mod">
          <ac:chgData name="Euclides Paim" userId="0d84fb374bcffaab" providerId="Windows Live" clId="Web-{3848E2CF-5A1F-49CB-84A5-D512A743557E}" dt="2020-08-11T15:12:40.162" v="1357" actId="14100"/>
          <ac:spMkLst>
            <pc:docMk/>
            <pc:sldMk cId="3052198484" sldId="359"/>
            <ac:spMk id="3" creationId="{A2B21DF2-431F-4E5E-9737-14BD0E0E9AC5}"/>
          </ac:spMkLst>
        </pc:spChg>
        <pc:spChg chg="mod">
          <ac:chgData name="Euclides Paim" userId="0d84fb374bcffaab" providerId="Windows Live" clId="Web-{3848E2CF-5A1F-49CB-84A5-D512A743557E}" dt="2020-08-11T14:33:23.746" v="1040" actId="20577"/>
          <ac:spMkLst>
            <pc:docMk/>
            <pc:sldMk cId="3052198484" sldId="359"/>
            <ac:spMk id="10" creationId="{17375172-D885-415D-99E2-63D8575E2A14}"/>
          </ac:spMkLst>
        </pc:spChg>
      </pc:sldChg>
      <pc:sldChg chg="modSp add replId">
        <pc:chgData name="Euclides Paim" userId="0d84fb374bcffaab" providerId="Windows Live" clId="Web-{3848E2CF-5A1F-49CB-84A5-D512A743557E}" dt="2020-08-11T15:12:29.052" v="1349" actId="20577"/>
        <pc:sldMkLst>
          <pc:docMk/>
          <pc:sldMk cId="3122078078" sldId="360"/>
        </pc:sldMkLst>
        <pc:spChg chg="mod">
          <ac:chgData name="Euclides Paim" userId="0d84fb374bcffaab" providerId="Windows Live" clId="Web-{3848E2CF-5A1F-49CB-84A5-D512A743557E}" dt="2020-08-11T15:12:29.052" v="1349" actId="20577"/>
          <ac:spMkLst>
            <pc:docMk/>
            <pc:sldMk cId="3122078078" sldId="360"/>
            <ac:spMk id="3" creationId="{A2B21DF2-431F-4E5E-9737-14BD0E0E9AC5}"/>
          </ac:spMkLst>
        </pc:spChg>
        <pc:spChg chg="mod">
          <ac:chgData name="Euclides Paim" userId="0d84fb374bcffaab" providerId="Windows Live" clId="Web-{3848E2CF-5A1F-49CB-84A5-D512A743557E}" dt="2020-08-11T15:10:20.190" v="1305" actId="20577"/>
          <ac:spMkLst>
            <pc:docMk/>
            <pc:sldMk cId="3122078078" sldId="360"/>
            <ac:spMk id="10" creationId="{17375172-D885-415D-99E2-63D8575E2A14}"/>
          </ac:spMkLst>
        </pc:spChg>
      </pc:sldChg>
      <pc:sldChg chg="addSp modSp add replId">
        <pc:chgData name="Euclides Paim" userId="0d84fb374bcffaab" providerId="Windows Live" clId="Web-{3848E2CF-5A1F-49CB-84A5-D512A743557E}" dt="2020-08-11T17:24:59.037" v="1667" actId="20577"/>
        <pc:sldMkLst>
          <pc:docMk/>
          <pc:sldMk cId="1957526547" sldId="361"/>
        </pc:sldMkLst>
        <pc:spChg chg="mod">
          <ac:chgData name="Euclides Paim" userId="0d84fb374bcffaab" providerId="Windows Live" clId="Web-{3848E2CF-5A1F-49CB-84A5-D512A743557E}" dt="2020-08-11T15:12:13.427" v="1343" actId="20577"/>
          <ac:spMkLst>
            <pc:docMk/>
            <pc:sldMk cId="1957526547" sldId="361"/>
            <ac:spMk id="3" creationId="{A2B21DF2-431F-4E5E-9737-14BD0E0E9AC5}"/>
          </ac:spMkLst>
        </pc:spChg>
        <pc:spChg chg="add mod">
          <ac:chgData name="Euclides Paim" userId="0d84fb374bcffaab" providerId="Windows Live" clId="Web-{3848E2CF-5A1F-49CB-84A5-D512A743557E}" dt="2020-08-11T17:24:59.037" v="1667" actId="20577"/>
          <ac:spMkLst>
            <pc:docMk/>
            <pc:sldMk cId="1957526547" sldId="361"/>
            <ac:spMk id="7" creationId="{49A0B4DA-6F7E-423B-A2A7-D58636B65358}"/>
          </ac:spMkLst>
        </pc:spChg>
        <pc:spChg chg="mod">
          <ac:chgData name="Euclides Paim" userId="0d84fb374bcffaab" providerId="Windows Live" clId="Web-{3848E2CF-5A1F-49CB-84A5-D512A743557E}" dt="2020-08-11T17:23:40.833" v="1638" actId="1076"/>
          <ac:spMkLst>
            <pc:docMk/>
            <pc:sldMk cId="1957526547" sldId="361"/>
            <ac:spMk id="10" creationId="{17375172-D885-415D-99E2-63D8575E2A14}"/>
          </ac:spMkLst>
        </pc:spChg>
        <pc:picChg chg="add mod">
          <ac:chgData name="Euclides Paim" userId="0d84fb374bcffaab" providerId="Windows Live" clId="Web-{3848E2CF-5A1F-49CB-84A5-D512A743557E}" dt="2020-08-11T17:22:26.253" v="1617" actId="14100"/>
          <ac:picMkLst>
            <pc:docMk/>
            <pc:sldMk cId="1957526547" sldId="361"/>
            <ac:picMk id="5" creationId="{00079E68-0C3B-4344-B794-5B85E909494E}"/>
          </ac:picMkLst>
        </pc:picChg>
      </pc:sldChg>
      <pc:sldChg chg="modSp add ord replId">
        <pc:chgData name="Euclides Paim" userId="0d84fb374bcffaab" providerId="Windows Live" clId="Web-{3848E2CF-5A1F-49CB-84A5-D512A743557E}" dt="2020-08-11T15:12:22.787" v="1346" actId="20577"/>
        <pc:sldMkLst>
          <pc:docMk/>
          <pc:sldMk cId="67939047" sldId="362"/>
        </pc:sldMkLst>
        <pc:spChg chg="mod">
          <ac:chgData name="Euclides Paim" userId="0d84fb374bcffaab" providerId="Windows Live" clId="Web-{3848E2CF-5A1F-49CB-84A5-D512A743557E}" dt="2020-08-11T15:12:22.787" v="1346" actId="20577"/>
          <ac:spMkLst>
            <pc:docMk/>
            <pc:sldMk cId="67939047" sldId="362"/>
            <ac:spMk id="3" creationId="{A2B21DF2-431F-4E5E-9737-14BD0E0E9AC5}"/>
          </ac:spMkLst>
        </pc:spChg>
        <pc:spChg chg="mod">
          <ac:chgData name="Euclides Paim" userId="0d84fb374bcffaab" providerId="Windows Live" clId="Web-{3848E2CF-5A1F-49CB-84A5-D512A743557E}" dt="2020-08-11T15:02:22.335" v="1277" actId="20577"/>
          <ac:spMkLst>
            <pc:docMk/>
            <pc:sldMk cId="67939047" sldId="362"/>
            <ac:spMk id="10" creationId="{17375172-D885-415D-99E2-63D8575E2A14}"/>
          </ac:spMkLst>
        </pc:spChg>
      </pc:sldChg>
      <pc:sldChg chg="modSp add replId">
        <pc:chgData name="Euclides Paim" userId="0d84fb374bcffaab" providerId="Windows Live" clId="Web-{3848E2CF-5A1F-49CB-84A5-D512A743557E}" dt="2020-08-11T17:45:09.823" v="2025" actId="20577"/>
        <pc:sldMkLst>
          <pc:docMk/>
          <pc:sldMk cId="1116149981" sldId="363"/>
        </pc:sldMkLst>
        <pc:spChg chg="mod">
          <ac:chgData name="Euclides Paim" userId="0d84fb374bcffaab" providerId="Windows Live" clId="Web-{3848E2CF-5A1F-49CB-84A5-D512A743557E}" dt="2020-08-11T17:45:09.823" v="2025" actId="20577"/>
          <ac:spMkLst>
            <pc:docMk/>
            <pc:sldMk cId="1116149981" sldId="363"/>
            <ac:spMk id="3" creationId="{A2B21DF2-431F-4E5E-9737-14BD0E0E9AC5}"/>
          </ac:spMkLst>
        </pc:spChg>
        <pc:spChg chg="mod">
          <ac:chgData name="Euclides Paim" userId="0d84fb374bcffaab" providerId="Windows Live" clId="Web-{3848E2CF-5A1F-49CB-84A5-D512A743557E}" dt="2020-08-11T15:20:02.688" v="1457" actId="20577"/>
          <ac:spMkLst>
            <pc:docMk/>
            <pc:sldMk cId="1116149981" sldId="363"/>
            <ac:spMk id="10" creationId="{17375172-D885-415D-99E2-63D8575E2A14}"/>
          </ac:spMkLst>
        </pc:spChg>
      </pc:sldChg>
      <pc:sldChg chg="modSp add replId">
        <pc:chgData name="Euclides Paim" userId="0d84fb374bcffaab" providerId="Windows Live" clId="Web-{3848E2CF-5A1F-49CB-84A5-D512A743557E}" dt="2020-08-11T17:45:04.776" v="2022" actId="20577"/>
        <pc:sldMkLst>
          <pc:docMk/>
          <pc:sldMk cId="2269932032" sldId="364"/>
        </pc:sldMkLst>
        <pc:spChg chg="mod">
          <ac:chgData name="Euclides Paim" userId="0d84fb374bcffaab" providerId="Windows Live" clId="Web-{3848E2CF-5A1F-49CB-84A5-D512A743557E}" dt="2020-08-11T17:45:04.776" v="2022" actId="20577"/>
          <ac:spMkLst>
            <pc:docMk/>
            <pc:sldMk cId="2269932032" sldId="364"/>
            <ac:spMk id="3" creationId="{A2B21DF2-431F-4E5E-9737-14BD0E0E9AC5}"/>
          </ac:spMkLst>
        </pc:spChg>
        <pc:spChg chg="mod">
          <ac:chgData name="Euclides Paim" userId="0d84fb374bcffaab" providerId="Windows Live" clId="Web-{3848E2CF-5A1F-49CB-84A5-D512A743557E}" dt="2020-08-11T15:24:33.851" v="1501" actId="20577"/>
          <ac:spMkLst>
            <pc:docMk/>
            <pc:sldMk cId="2269932032" sldId="364"/>
            <ac:spMk id="10" creationId="{17375172-D885-415D-99E2-63D8575E2A14}"/>
          </ac:spMkLst>
        </pc:spChg>
      </pc:sldChg>
      <pc:sldChg chg="addSp delSp modSp add replId">
        <pc:chgData name="Euclides Paim" userId="0d84fb374bcffaab" providerId="Windows Live" clId="Web-{3848E2CF-5A1F-49CB-84A5-D512A743557E}" dt="2020-08-11T17:44:59.666" v="2019" actId="20577"/>
        <pc:sldMkLst>
          <pc:docMk/>
          <pc:sldMk cId="3504716702" sldId="365"/>
        </pc:sldMkLst>
        <pc:spChg chg="mod">
          <ac:chgData name="Euclides Paim" userId="0d84fb374bcffaab" providerId="Windows Live" clId="Web-{3848E2CF-5A1F-49CB-84A5-D512A743557E}" dt="2020-08-11T17:44:59.666" v="2019" actId="20577"/>
          <ac:spMkLst>
            <pc:docMk/>
            <pc:sldMk cId="3504716702" sldId="365"/>
            <ac:spMk id="3" creationId="{A2B21DF2-431F-4E5E-9737-14BD0E0E9AC5}"/>
          </ac:spMkLst>
        </pc:spChg>
        <pc:spChg chg="mod">
          <ac:chgData name="Euclides Paim" userId="0d84fb374bcffaab" providerId="Windows Live" clId="Web-{3848E2CF-5A1F-49CB-84A5-D512A743557E}" dt="2020-08-11T17:37:00.815" v="1790" actId="1076"/>
          <ac:spMkLst>
            <pc:docMk/>
            <pc:sldMk cId="3504716702" sldId="365"/>
            <ac:spMk id="10" creationId="{17375172-D885-415D-99E2-63D8575E2A14}"/>
          </ac:spMkLst>
        </pc:spChg>
        <pc:picChg chg="add del mod">
          <ac:chgData name="Euclides Paim" userId="0d84fb374bcffaab" providerId="Windows Live" clId="Web-{3848E2CF-5A1F-49CB-84A5-D512A743557E}" dt="2020-08-11T17:36:26.189" v="1784"/>
          <ac:picMkLst>
            <pc:docMk/>
            <pc:sldMk cId="3504716702" sldId="365"/>
            <ac:picMk id="5" creationId="{C31040BB-2515-4FE4-85D5-319BA051CD29}"/>
          </ac:picMkLst>
        </pc:picChg>
      </pc:sldChg>
      <pc:sldChg chg="addSp delSp modSp add replId">
        <pc:chgData name="Euclides Paim" userId="0d84fb374bcffaab" providerId="Windows Live" clId="Web-{3848E2CF-5A1F-49CB-84A5-D512A743557E}" dt="2020-08-11T17:19:49.438" v="1607" actId="20577"/>
        <pc:sldMkLst>
          <pc:docMk/>
          <pc:sldMk cId="2014984740" sldId="366"/>
        </pc:sldMkLst>
        <pc:spChg chg="add mod">
          <ac:chgData name="Euclides Paim" userId="0d84fb374bcffaab" providerId="Windows Live" clId="Web-{3848E2CF-5A1F-49CB-84A5-D512A743557E}" dt="2020-08-11T17:19:49.438" v="1607" actId="20577"/>
          <ac:spMkLst>
            <pc:docMk/>
            <pc:sldMk cId="2014984740" sldId="366"/>
            <ac:spMk id="6" creationId="{165ADBC1-6342-4586-A35E-47637F464D3F}"/>
          </ac:spMkLst>
        </pc:spChg>
        <pc:spChg chg="del">
          <ac:chgData name="Euclides Paim" userId="0d84fb374bcffaab" providerId="Windows Live" clId="Web-{3848E2CF-5A1F-49CB-84A5-D512A743557E}" dt="2020-08-11T17:13:54.432" v="1531"/>
          <ac:spMkLst>
            <pc:docMk/>
            <pc:sldMk cId="2014984740" sldId="366"/>
            <ac:spMk id="10" creationId="{17375172-D885-415D-99E2-63D8575E2A14}"/>
          </ac:spMkLst>
        </pc:spChg>
        <pc:picChg chg="add mod">
          <ac:chgData name="Euclides Paim" userId="0d84fb374bcffaab" providerId="Windows Live" clId="Web-{3848E2CF-5A1F-49CB-84A5-D512A743557E}" dt="2020-08-11T17:14:04.057" v="1535" actId="1076"/>
          <ac:picMkLst>
            <pc:docMk/>
            <pc:sldMk cId="2014984740" sldId="366"/>
            <ac:picMk id="5" creationId="{18E969B8-651E-4AC4-831F-EADCB0596C2D}"/>
          </ac:picMkLst>
        </pc:picChg>
      </pc:sldChg>
      <pc:sldChg chg="addSp modSp add replId">
        <pc:chgData name="Euclides Paim" userId="0d84fb374bcffaab" providerId="Windows Live" clId="Web-{3848E2CF-5A1F-49CB-84A5-D512A743557E}" dt="2020-08-11T19:50:41.562" v="2186" actId="20577"/>
        <pc:sldMkLst>
          <pc:docMk/>
          <pc:sldMk cId="1053135969" sldId="367"/>
        </pc:sldMkLst>
        <pc:spChg chg="mod">
          <ac:chgData name="Euclides Paim" userId="0d84fb374bcffaab" providerId="Windows Live" clId="Web-{3848E2CF-5A1F-49CB-84A5-D512A743557E}" dt="2020-08-11T19:50:41.562" v="2186" actId="20577"/>
          <ac:spMkLst>
            <pc:docMk/>
            <pc:sldMk cId="1053135969" sldId="367"/>
            <ac:spMk id="3" creationId="{A2B21DF2-431F-4E5E-9737-14BD0E0E9AC5}"/>
          </ac:spMkLst>
        </pc:spChg>
        <pc:spChg chg="add mod">
          <ac:chgData name="Euclides Paim" userId="0d84fb374bcffaab" providerId="Windows Live" clId="Web-{3848E2CF-5A1F-49CB-84A5-D512A743557E}" dt="2020-08-11T17:35:46.048" v="1778" actId="20577"/>
          <ac:spMkLst>
            <pc:docMk/>
            <pc:sldMk cId="1053135969" sldId="367"/>
            <ac:spMk id="8" creationId="{57F3480E-5BD4-4260-A5A8-67B9D7E8B4B4}"/>
          </ac:spMkLst>
        </pc:spChg>
        <pc:spChg chg="mod">
          <ac:chgData name="Euclides Paim" userId="0d84fb374bcffaab" providerId="Windows Live" clId="Web-{3848E2CF-5A1F-49CB-84A5-D512A743557E}" dt="2020-08-11T17:34:59.125" v="1771" actId="1076"/>
          <ac:spMkLst>
            <pc:docMk/>
            <pc:sldMk cId="1053135969" sldId="367"/>
            <ac:spMk id="10" creationId="{17375172-D885-415D-99E2-63D8575E2A14}"/>
          </ac:spMkLst>
        </pc:spChg>
        <pc:picChg chg="add mod">
          <ac:chgData name="Euclides Paim" userId="0d84fb374bcffaab" providerId="Windows Live" clId="Web-{3848E2CF-5A1F-49CB-84A5-D512A743557E}" dt="2020-08-11T17:34:55.594" v="1770" actId="1076"/>
          <ac:picMkLst>
            <pc:docMk/>
            <pc:sldMk cId="1053135969" sldId="367"/>
            <ac:picMk id="5" creationId="{1E6158EE-4CE6-47B7-9084-6EDC280A5B30}"/>
          </ac:picMkLst>
        </pc:picChg>
        <pc:picChg chg="add mod">
          <ac:chgData name="Euclides Paim" userId="0d84fb374bcffaab" providerId="Windows Live" clId="Web-{3848E2CF-5A1F-49CB-84A5-D512A743557E}" dt="2020-08-11T17:35:21.579" v="1774" actId="14100"/>
          <ac:picMkLst>
            <pc:docMk/>
            <pc:sldMk cId="1053135969" sldId="367"/>
            <ac:picMk id="6" creationId="{7F388953-9AB7-42C9-A161-2C6FED236DE9}"/>
          </ac:picMkLst>
        </pc:picChg>
      </pc:sldChg>
      <pc:sldChg chg="addSp delSp modSp add ord replId">
        <pc:chgData name="Euclides Paim" userId="0d84fb374bcffaab" providerId="Windows Live" clId="Web-{3848E2CF-5A1F-49CB-84A5-D512A743557E}" dt="2020-08-11T17:55:20.145" v="2157" actId="20577"/>
        <pc:sldMkLst>
          <pc:docMk/>
          <pc:sldMk cId="1786469486" sldId="368"/>
        </pc:sldMkLst>
        <pc:spChg chg="mod">
          <ac:chgData name="Euclides Paim" userId="0d84fb374bcffaab" providerId="Windows Live" clId="Web-{3848E2CF-5A1F-49CB-84A5-D512A743557E}" dt="2020-08-11T17:48:05.060" v="2089" actId="20577"/>
          <ac:spMkLst>
            <pc:docMk/>
            <pc:sldMk cId="1786469486" sldId="368"/>
            <ac:spMk id="3" creationId="{A2B21DF2-431F-4E5E-9737-14BD0E0E9AC5}"/>
          </ac:spMkLst>
        </pc:spChg>
        <pc:spChg chg="add del">
          <ac:chgData name="Euclides Paim" userId="0d84fb374bcffaab" providerId="Windows Live" clId="Web-{3848E2CF-5A1F-49CB-84A5-D512A743557E}" dt="2020-08-11T17:49:34.702" v="2099"/>
          <ac:spMkLst>
            <pc:docMk/>
            <pc:sldMk cId="1786469486" sldId="368"/>
            <ac:spMk id="5" creationId="{0DFB512E-BC96-4191-8325-30FAD14F8B3D}"/>
          </ac:spMkLst>
        </pc:spChg>
        <pc:spChg chg="mod">
          <ac:chgData name="Euclides Paim" userId="0d84fb374bcffaab" providerId="Windows Live" clId="Web-{3848E2CF-5A1F-49CB-84A5-D512A743557E}" dt="2020-08-11T17:55:20.145" v="2157" actId="20577"/>
          <ac:spMkLst>
            <pc:docMk/>
            <pc:sldMk cId="1786469486" sldId="368"/>
            <ac:spMk id="10" creationId="{17375172-D885-415D-99E2-63D8575E2A14}"/>
          </ac:spMkLst>
        </pc:spChg>
      </pc:sldChg>
      <pc:sldChg chg="modSp add replId">
        <pc:chgData name="Euclides Paim" userId="0d84fb374bcffaab" providerId="Windows Live" clId="Web-{3848E2CF-5A1F-49CB-84A5-D512A743557E}" dt="2020-08-11T17:56:45.319" v="2162" actId="20577"/>
        <pc:sldMkLst>
          <pc:docMk/>
          <pc:sldMk cId="2525004921" sldId="369"/>
        </pc:sldMkLst>
        <pc:spChg chg="mod">
          <ac:chgData name="Euclides Paim" userId="0d84fb374bcffaab" providerId="Windows Live" clId="Web-{3848E2CF-5A1F-49CB-84A5-D512A743557E}" dt="2020-08-11T17:56:45.319" v="2162" actId="20577"/>
          <ac:spMkLst>
            <pc:docMk/>
            <pc:sldMk cId="2525004921" sldId="369"/>
            <ac:spMk id="10" creationId="{17375172-D885-415D-99E2-63D8575E2A14}"/>
          </ac:spMkLst>
        </pc:spChg>
      </pc:sldChg>
      <pc:sldChg chg="modSp add del replId">
        <pc:chgData name="Euclides Paim" userId="0d84fb374bcffaab" providerId="Windows Live" clId="Web-{3848E2CF-5A1F-49CB-84A5-D512A743557E}" dt="2020-08-11T17:52:15.611" v="2130"/>
        <pc:sldMkLst>
          <pc:docMk/>
          <pc:sldMk cId="3627290670" sldId="369"/>
        </pc:sldMkLst>
        <pc:spChg chg="mod">
          <ac:chgData name="Euclides Paim" userId="0d84fb374bcffaab" providerId="Windows Live" clId="Web-{3848E2CF-5A1F-49CB-84A5-D512A743557E}" dt="2020-08-11T17:48:20.482" v="2093" actId="20577"/>
          <ac:spMkLst>
            <pc:docMk/>
            <pc:sldMk cId="3627290670" sldId="369"/>
            <ac:spMk id="10" creationId="{17375172-D885-415D-99E2-63D8575E2A14}"/>
          </ac:spMkLst>
        </pc:spChg>
      </pc:sldChg>
    </pc:docChg>
  </pc:docChgLst>
  <pc:docChgLst>
    <pc:chgData name="Euclides Paim" userId="0d84fb374bcffaab" providerId="Windows Live" clId="Web-{3696BCE3-6BD2-48B1-A9D1-9D0329A411E3}"/>
    <pc:docChg chg="modSld">
      <pc:chgData name="Euclides Paim" userId="0d84fb374bcffaab" providerId="Windows Live" clId="Web-{3696BCE3-6BD2-48B1-A9D1-9D0329A411E3}" dt="2020-06-29T20:02:53.277" v="21" actId="20577"/>
      <pc:docMkLst>
        <pc:docMk/>
      </pc:docMkLst>
      <pc:sldChg chg="modSp">
        <pc:chgData name="Euclides Paim" userId="0d84fb374bcffaab" providerId="Windows Live" clId="Web-{3696BCE3-6BD2-48B1-A9D1-9D0329A411E3}" dt="2020-06-29T20:02:50.590" v="19" actId="20577"/>
        <pc:sldMkLst>
          <pc:docMk/>
          <pc:sldMk cId="347281731" sldId="345"/>
        </pc:sldMkLst>
        <pc:spChg chg="mod">
          <ac:chgData name="Euclides Paim" userId="0d84fb374bcffaab" providerId="Windows Live" clId="Web-{3696BCE3-6BD2-48B1-A9D1-9D0329A411E3}" dt="2020-06-29T20:02:50.590" v="19" actId="20577"/>
          <ac:spMkLst>
            <pc:docMk/>
            <pc:sldMk cId="347281731" sldId="345"/>
            <ac:spMk id="7" creationId="{95DD35BB-3EBD-40BA-9FD7-95280E520F15}"/>
          </ac:spMkLst>
        </pc:spChg>
      </pc:sldChg>
    </pc:docChg>
  </pc:docChgLst>
  <pc:docChgLst>
    <pc:chgData name="Euclides Paim" userId="0d84fb374bcffaab" providerId="Windows Live" clId="Web-{CF0D48E7-978B-4995-C802-4D589E4851B8}"/>
    <pc:docChg chg="modSld">
      <pc:chgData name="Euclides Paim" userId="0d84fb374bcffaab" providerId="Windows Live" clId="Web-{CF0D48E7-978B-4995-C802-4D589E4851B8}" dt="2020-09-09T12:24:53.735" v="11" actId="20577"/>
      <pc:docMkLst>
        <pc:docMk/>
      </pc:docMkLst>
      <pc:sldChg chg="modSp">
        <pc:chgData name="Euclides Paim" userId="0d84fb374bcffaab" providerId="Windows Live" clId="Web-{CF0D48E7-978B-4995-C802-4D589E4851B8}" dt="2020-09-09T12:24:53.735" v="10" actId="20577"/>
        <pc:sldMkLst>
          <pc:docMk/>
          <pc:sldMk cId="4078205292" sldId="371"/>
        </pc:sldMkLst>
        <pc:spChg chg="mod">
          <ac:chgData name="Euclides Paim" userId="0d84fb374bcffaab" providerId="Windows Live" clId="Web-{CF0D48E7-978B-4995-C802-4D589E4851B8}" dt="2020-09-09T12:24:53.735" v="10" actId="20577"/>
          <ac:spMkLst>
            <pc:docMk/>
            <pc:sldMk cId="4078205292" sldId="371"/>
            <ac:spMk id="2" creationId="{E5AC153A-AD22-4524-8D57-9C5A5B91B9B8}"/>
          </ac:spMkLst>
        </pc:spChg>
      </pc:sldChg>
    </pc:docChg>
  </pc:docChgLst>
  <pc:docChgLst>
    <pc:chgData name="Euclides Paim" userId="0d84fb374bcffaab" providerId="Windows Live" clId="Web-{14F33746-8658-446B-8D84-EB72AE48467E}"/>
    <pc:docChg chg="delSld modSld">
      <pc:chgData name="Euclides Paim" userId="0d84fb374bcffaab" providerId="Windows Live" clId="Web-{14F33746-8658-446B-8D84-EB72AE48467E}" dt="2020-06-26T18:31:48.409" v="172" actId="20577"/>
      <pc:docMkLst>
        <pc:docMk/>
      </pc:docMkLst>
      <pc:sldChg chg="modSp">
        <pc:chgData name="Euclides Paim" userId="0d84fb374bcffaab" providerId="Windows Live" clId="Web-{14F33746-8658-446B-8D84-EB72AE48467E}" dt="2020-06-26T18:31:41.550" v="168" actId="20577"/>
        <pc:sldMkLst>
          <pc:docMk/>
          <pc:sldMk cId="4121298625" sldId="280"/>
        </pc:sldMkLst>
        <pc:spChg chg="mod">
          <ac:chgData name="Euclides Paim" userId="0d84fb374bcffaab" providerId="Windows Live" clId="Web-{14F33746-8658-446B-8D84-EB72AE48467E}" dt="2020-06-26T18:31:07.783" v="109" actId="20577"/>
          <ac:spMkLst>
            <pc:docMk/>
            <pc:sldMk cId="4121298625" sldId="280"/>
            <ac:spMk id="9" creationId="{0BDF32E8-CAD9-433A-B2A5-8A22A3D61D59}"/>
          </ac:spMkLst>
        </pc:spChg>
        <pc:spChg chg="mod">
          <ac:chgData name="Euclides Paim" userId="0d84fb374bcffaab" providerId="Windows Live" clId="Web-{14F33746-8658-446B-8D84-EB72AE48467E}" dt="2020-06-26T18:31:41.550" v="168" actId="20577"/>
          <ac:spMkLst>
            <pc:docMk/>
            <pc:sldMk cId="4121298625" sldId="280"/>
            <ac:spMk id="10" creationId="{17375172-D885-415D-99E2-63D8575E2A14}"/>
          </ac:spMkLst>
        </pc:spChg>
      </pc:sldChg>
      <pc:sldChg chg="del">
        <pc:chgData name="Euclides Paim" userId="0d84fb374bcffaab" providerId="Windows Live" clId="Web-{14F33746-8658-446B-8D84-EB72AE48467E}" dt="2020-06-26T14:38:32.157" v="16"/>
        <pc:sldMkLst>
          <pc:docMk/>
          <pc:sldMk cId="3786904381" sldId="328"/>
        </pc:sldMkLst>
      </pc:sldChg>
      <pc:sldChg chg="del">
        <pc:chgData name="Euclides Paim" userId="0d84fb374bcffaab" providerId="Windows Live" clId="Web-{14F33746-8658-446B-8D84-EB72AE48467E}" dt="2020-06-26T14:38:32.157" v="15"/>
        <pc:sldMkLst>
          <pc:docMk/>
          <pc:sldMk cId="2851972792" sldId="329"/>
        </pc:sldMkLst>
      </pc:sldChg>
      <pc:sldChg chg="del">
        <pc:chgData name="Euclides Paim" userId="0d84fb374bcffaab" providerId="Windows Live" clId="Web-{14F33746-8658-446B-8D84-EB72AE48467E}" dt="2020-06-26T14:38:32.157" v="14"/>
        <pc:sldMkLst>
          <pc:docMk/>
          <pc:sldMk cId="965309364" sldId="330"/>
        </pc:sldMkLst>
      </pc:sldChg>
      <pc:sldChg chg="del">
        <pc:chgData name="Euclides Paim" userId="0d84fb374bcffaab" providerId="Windows Live" clId="Web-{14F33746-8658-446B-8D84-EB72AE48467E}" dt="2020-06-26T14:38:32.157" v="13"/>
        <pc:sldMkLst>
          <pc:docMk/>
          <pc:sldMk cId="567957327" sldId="331"/>
        </pc:sldMkLst>
      </pc:sldChg>
      <pc:sldChg chg="del">
        <pc:chgData name="Euclides Paim" userId="0d84fb374bcffaab" providerId="Windows Live" clId="Web-{14F33746-8658-446B-8D84-EB72AE48467E}" dt="2020-06-26T14:38:32.157" v="12"/>
        <pc:sldMkLst>
          <pc:docMk/>
          <pc:sldMk cId="4285228975" sldId="332"/>
        </pc:sldMkLst>
      </pc:sldChg>
      <pc:sldChg chg="del">
        <pc:chgData name="Euclides Paim" userId="0d84fb374bcffaab" providerId="Windows Live" clId="Web-{14F33746-8658-446B-8D84-EB72AE48467E}" dt="2020-06-26T14:38:32.157" v="11"/>
        <pc:sldMkLst>
          <pc:docMk/>
          <pc:sldMk cId="2097252514" sldId="333"/>
        </pc:sldMkLst>
      </pc:sldChg>
      <pc:sldChg chg="del">
        <pc:chgData name="Euclides Paim" userId="0d84fb374bcffaab" providerId="Windows Live" clId="Web-{14F33746-8658-446B-8D84-EB72AE48467E}" dt="2020-06-26T14:38:32.141" v="4"/>
        <pc:sldMkLst>
          <pc:docMk/>
          <pc:sldMk cId="3801062209" sldId="335"/>
        </pc:sldMkLst>
      </pc:sldChg>
      <pc:sldChg chg="del">
        <pc:chgData name="Euclides Paim" userId="0d84fb374bcffaab" providerId="Windows Live" clId="Web-{14F33746-8658-446B-8D84-EB72AE48467E}" dt="2020-06-26T14:38:32.141" v="3"/>
        <pc:sldMkLst>
          <pc:docMk/>
          <pc:sldMk cId="3761277059" sldId="336"/>
        </pc:sldMkLst>
      </pc:sldChg>
      <pc:sldChg chg="del">
        <pc:chgData name="Euclides Paim" userId="0d84fb374bcffaab" providerId="Windows Live" clId="Web-{14F33746-8658-446B-8D84-EB72AE48467E}" dt="2020-06-26T14:38:32.157" v="5"/>
        <pc:sldMkLst>
          <pc:docMk/>
          <pc:sldMk cId="1630630906" sldId="337"/>
        </pc:sldMkLst>
      </pc:sldChg>
      <pc:sldChg chg="del">
        <pc:chgData name="Euclides Paim" userId="0d84fb374bcffaab" providerId="Windows Live" clId="Web-{14F33746-8658-446B-8D84-EB72AE48467E}" dt="2020-06-26T14:38:32.172" v="17"/>
        <pc:sldMkLst>
          <pc:docMk/>
          <pc:sldMk cId="4004962030" sldId="338"/>
        </pc:sldMkLst>
      </pc:sldChg>
      <pc:sldChg chg="del">
        <pc:chgData name="Euclides Paim" userId="0d84fb374bcffaab" providerId="Windows Live" clId="Web-{14F33746-8658-446B-8D84-EB72AE48467E}" dt="2020-06-26T14:38:32.141" v="2"/>
        <pc:sldMkLst>
          <pc:docMk/>
          <pc:sldMk cId="213746008" sldId="339"/>
        </pc:sldMkLst>
      </pc:sldChg>
      <pc:sldChg chg="del">
        <pc:chgData name="Euclides Paim" userId="0d84fb374bcffaab" providerId="Windows Live" clId="Web-{14F33746-8658-446B-8D84-EB72AE48467E}" dt="2020-06-26T14:38:32.157" v="7"/>
        <pc:sldMkLst>
          <pc:docMk/>
          <pc:sldMk cId="1383580403" sldId="340"/>
        </pc:sldMkLst>
      </pc:sldChg>
      <pc:sldChg chg="del">
        <pc:chgData name="Euclides Paim" userId="0d84fb374bcffaab" providerId="Windows Live" clId="Web-{14F33746-8658-446B-8D84-EB72AE48467E}" dt="2020-06-26T14:38:32.157" v="6"/>
        <pc:sldMkLst>
          <pc:docMk/>
          <pc:sldMk cId="952662610" sldId="341"/>
        </pc:sldMkLst>
      </pc:sldChg>
      <pc:sldChg chg="del">
        <pc:chgData name="Euclides Paim" userId="0d84fb374bcffaab" providerId="Windows Live" clId="Web-{14F33746-8658-446B-8D84-EB72AE48467E}" dt="2020-06-26T14:38:32.141" v="1"/>
        <pc:sldMkLst>
          <pc:docMk/>
          <pc:sldMk cId="1785731373" sldId="343"/>
        </pc:sldMkLst>
      </pc:sldChg>
      <pc:sldChg chg="del">
        <pc:chgData name="Euclides Paim" userId="0d84fb374bcffaab" providerId="Windows Live" clId="Web-{14F33746-8658-446B-8D84-EB72AE48467E}" dt="2020-06-26T14:38:32.141" v="0"/>
        <pc:sldMkLst>
          <pc:docMk/>
          <pc:sldMk cId="909590404" sldId="344"/>
        </pc:sldMkLst>
      </pc:sldChg>
      <pc:sldChg chg="modSp">
        <pc:chgData name="Euclides Paim" userId="0d84fb374bcffaab" providerId="Windows Live" clId="Web-{14F33746-8658-446B-8D84-EB72AE48467E}" dt="2020-06-26T18:31:48.409" v="172" actId="20577"/>
        <pc:sldMkLst>
          <pc:docMk/>
          <pc:sldMk cId="347281731" sldId="345"/>
        </pc:sldMkLst>
        <pc:spChg chg="mod">
          <ac:chgData name="Euclides Paim" userId="0d84fb374bcffaab" providerId="Windows Live" clId="Web-{14F33746-8658-446B-8D84-EB72AE48467E}" dt="2020-06-26T18:31:48.409" v="172" actId="20577"/>
          <ac:spMkLst>
            <pc:docMk/>
            <pc:sldMk cId="347281731" sldId="345"/>
            <ac:spMk id="9" creationId="{0BDF32E8-CAD9-433A-B2A5-8A22A3D61D59}"/>
          </ac:spMkLst>
        </pc:spChg>
      </pc:sldChg>
      <pc:sldChg chg="del">
        <pc:chgData name="Euclides Paim" userId="0d84fb374bcffaab" providerId="Windows Live" clId="Web-{14F33746-8658-446B-8D84-EB72AE48467E}" dt="2020-06-26T14:38:32.157" v="8"/>
        <pc:sldMkLst>
          <pc:docMk/>
          <pc:sldMk cId="2858958829" sldId="346"/>
        </pc:sldMkLst>
      </pc:sldChg>
      <pc:sldChg chg="del">
        <pc:chgData name="Euclides Paim" userId="0d84fb374bcffaab" providerId="Windows Live" clId="Web-{14F33746-8658-446B-8D84-EB72AE48467E}" dt="2020-06-26T14:38:32.157" v="9"/>
        <pc:sldMkLst>
          <pc:docMk/>
          <pc:sldMk cId="952587728" sldId="347"/>
        </pc:sldMkLst>
      </pc:sldChg>
      <pc:sldChg chg="del">
        <pc:chgData name="Euclides Paim" userId="0d84fb374bcffaab" providerId="Windows Live" clId="Web-{14F33746-8658-446B-8D84-EB72AE48467E}" dt="2020-06-26T14:38:32.157" v="10"/>
        <pc:sldMkLst>
          <pc:docMk/>
          <pc:sldMk cId="16304758" sldId="348"/>
        </pc:sldMkLst>
      </pc:sldChg>
    </pc:docChg>
  </pc:docChgLst>
  <pc:docChgLst>
    <pc:chgData name="Euclides Paim" userId="0d84fb374bcffaab" providerId="Windows Live" clId="Web-{FEB330FA-7836-45DA-B403-90CE74910486}"/>
    <pc:docChg chg="addSld delSld modSld sldOrd">
      <pc:chgData name="Euclides Paim" userId="0d84fb374bcffaab" providerId="Windows Live" clId="Web-{FEB330FA-7836-45DA-B403-90CE74910486}" dt="2020-08-17T17:04:52.498" v="423" actId="1076"/>
      <pc:docMkLst>
        <pc:docMk/>
      </pc:docMkLst>
      <pc:sldChg chg="modSp">
        <pc:chgData name="Euclides Paim" userId="0d84fb374bcffaab" providerId="Windows Live" clId="Web-{FEB330FA-7836-45DA-B403-90CE74910486}" dt="2020-08-17T13:18:00.274" v="18" actId="20577"/>
        <pc:sldMkLst>
          <pc:docMk/>
          <pc:sldMk cId="899282184" sldId="258"/>
        </pc:sldMkLst>
        <pc:spChg chg="mod">
          <ac:chgData name="Euclides Paim" userId="0d84fb374bcffaab" providerId="Windows Live" clId="Web-{FEB330FA-7836-45DA-B403-90CE74910486}" dt="2020-08-17T13:18:00.274" v="18" actId="20577"/>
          <ac:spMkLst>
            <pc:docMk/>
            <pc:sldMk cId="899282184" sldId="258"/>
            <ac:spMk id="5" creationId="{633AE23D-DCED-446F-B659-B65CA66C87D9}"/>
          </ac:spMkLst>
        </pc:spChg>
      </pc:sldChg>
      <pc:sldChg chg="modSp">
        <pc:chgData name="Euclides Paim" userId="0d84fb374bcffaab" providerId="Windows Live" clId="Web-{FEB330FA-7836-45DA-B403-90CE74910486}" dt="2020-08-17T13:21:27.436" v="111" actId="20577"/>
        <pc:sldMkLst>
          <pc:docMk/>
          <pc:sldMk cId="4121298625" sldId="280"/>
        </pc:sldMkLst>
        <pc:spChg chg="mod">
          <ac:chgData name="Euclides Paim" userId="0d84fb374bcffaab" providerId="Windows Live" clId="Web-{FEB330FA-7836-45DA-B403-90CE74910486}" dt="2020-08-17T13:21:27.436" v="111" actId="20577"/>
          <ac:spMkLst>
            <pc:docMk/>
            <pc:sldMk cId="4121298625" sldId="280"/>
            <ac:spMk id="10" creationId="{17375172-D885-415D-99E2-63D8575E2A14}"/>
          </ac:spMkLst>
        </pc:spChg>
      </pc:sldChg>
      <pc:sldChg chg="del">
        <pc:chgData name="Euclides Paim" userId="0d84fb374bcffaab" providerId="Windows Live" clId="Web-{FEB330FA-7836-45DA-B403-90CE74910486}" dt="2020-08-17T13:20:06.636" v="41"/>
        <pc:sldMkLst>
          <pc:docMk/>
          <pc:sldMk cId="1321319469" sldId="346"/>
        </pc:sldMkLst>
      </pc:sldChg>
      <pc:sldChg chg="del">
        <pc:chgData name="Euclides Paim" userId="0d84fb374bcffaab" providerId="Windows Live" clId="Web-{FEB330FA-7836-45DA-B403-90CE74910486}" dt="2020-08-17T13:20:06.636" v="40"/>
        <pc:sldMkLst>
          <pc:docMk/>
          <pc:sldMk cId="4032244828" sldId="347"/>
        </pc:sldMkLst>
      </pc:sldChg>
      <pc:sldChg chg="del">
        <pc:chgData name="Euclides Paim" userId="0d84fb374bcffaab" providerId="Windows Live" clId="Web-{FEB330FA-7836-45DA-B403-90CE74910486}" dt="2020-08-17T13:20:06.636" v="43"/>
        <pc:sldMkLst>
          <pc:docMk/>
          <pc:sldMk cId="3988031178" sldId="348"/>
        </pc:sldMkLst>
      </pc:sldChg>
      <pc:sldChg chg="del">
        <pc:chgData name="Euclides Paim" userId="0d84fb374bcffaab" providerId="Windows Live" clId="Web-{FEB330FA-7836-45DA-B403-90CE74910486}" dt="2020-08-17T13:20:06.636" v="39"/>
        <pc:sldMkLst>
          <pc:docMk/>
          <pc:sldMk cId="3338958883" sldId="349"/>
        </pc:sldMkLst>
      </pc:sldChg>
      <pc:sldChg chg="addSp modSp">
        <pc:chgData name="Euclides Paim" userId="0d84fb374bcffaab" providerId="Windows Live" clId="Web-{FEB330FA-7836-45DA-B403-90CE74910486}" dt="2020-08-17T17:02:56.994" v="421" actId="1076"/>
        <pc:sldMkLst>
          <pc:docMk/>
          <pc:sldMk cId="4207410768" sldId="350"/>
        </pc:sldMkLst>
        <pc:spChg chg="mod">
          <ac:chgData name="Euclides Paim" userId="0d84fb374bcffaab" providerId="Windows Live" clId="Web-{FEB330FA-7836-45DA-B403-90CE74910486}" dt="2020-08-17T13:22:21.375" v="209" actId="20577"/>
          <ac:spMkLst>
            <pc:docMk/>
            <pc:sldMk cId="4207410768" sldId="350"/>
            <ac:spMk id="10" creationId="{17375172-D885-415D-99E2-63D8575E2A14}"/>
          </ac:spMkLst>
        </pc:spChg>
        <pc:picChg chg="add mod">
          <ac:chgData name="Euclides Paim" userId="0d84fb374bcffaab" providerId="Windows Live" clId="Web-{FEB330FA-7836-45DA-B403-90CE74910486}" dt="2020-08-17T17:02:56.994" v="421" actId="1076"/>
          <ac:picMkLst>
            <pc:docMk/>
            <pc:sldMk cId="4207410768" sldId="350"/>
            <ac:picMk id="3" creationId="{9930734B-04D6-4918-904C-54BFC1413378}"/>
          </ac:picMkLst>
        </pc:picChg>
      </pc:sldChg>
      <pc:sldChg chg="addSp modSp add ord replId">
        <pc:chgData name="Euclides Paim" userId="0d84fb374bcffaab" providerId="Windows Live" clId="Web-{FEB330FA-7836-45DA-B403-90CE74910486}" dt="2020-08-17T17:04:52.498" v="423" actId="1076"/>
        <pc:sldMkLst>
          <pc:docMk/>
          <pc:sldMk cId="1891884423" sldId="351"/>
        </pc:sldMkLst>
        <pc:spChg chg="mod">
          <ac:chgData name="Euclides Paim" userId="0d84fb374bcffaab" providerId="Windows Live" clId="Web-{FEB330FA-7836-45DA-B403-90CE74910486}" dt="2020-08-17T13:23:45.471" v="381" actId="20577"/>
          <ac:spMkLst>
            <pc:docMk/>
            <pc:sldMk cId="1891884423" sldId="351"/>
            <ac:spMk id="10" creationId="{17375172-D885-415D-99E2-63D8575E2A14}"/>
          </ac:spMkLst>
        </pc:spChg>
        <pc:picChg chg="add mod">
          <ac:chgData name="Euclides Paim" userId="0d84fb374bcffaab" providerId="Windows Live" clId="Web-{FEB330FA-7836-45DA-B403-90CE74910486}" dt="2020-08-17T17:04:52.498" v="423" actId="1076"/>
          <ac:picMkLst>
            <pc:docMk/>
            <pc:sldMk cId="1891884423" sldId="351"/>
            <ac:picMk id="3" creationId="{AD371C14-0DF7-4FB5-AC21-AF653DC0727A}"/>
          </ac:picMkLst>
        </pc:picChg>
      </pc:sldChg>
      <pc:sldChg chg="del">
        <pc:chgData name="Euclides Paim" userId="0d84fb374bcffaab" providerId="Windows Live" clId="Web-{FEB330FA-7836-45DA-B403-90CE74910486}" dt="2020-08-17T13:20:06.636" v="42"/>
        <pc:sldMkLst>
          <pc:docMk/>
          <pc:sldMk cId="3760851105" sldId="351"/>
        </pc:sldMkLst>
      </pc:sldChg>
      <pc:sldChg chg="modSp add replId">
        <pc:chgData name="Euclides Paim" userId="0d84fb374bcffaab" providerId="Windows Live" clId="Web-{FEB330FA-7836-45DA-B403-90CE74910486}" dt="2020-08-17T13:24:12.081" v="416" actId="20577"/>
        <pc:sldMkLst>
          <pc:docMk/>
          <pc:sldMk cId="2639387092" sldId="352"/>
        </pc:sldMkLst>
        <pc:spChg chg="mod">
          <ac:chgData name="Euclides Paim" userId="0d84fb374bcffaab" providerId="Windows Live" clId="Web-{FEB330FA-7836-45DA-B403-90CE74910486}" dt="2020-08-17T13:24:12.081" v="416" actId="20577"/>
          <ac:spMkLst>
            <pc:docMk/>
            <pc:sldMk cId="2639387092" sldId="352"/>
            <ac:spMk id="10" creationId="{17375172-D885-415D-99E2-63D8575E2A14}"/>
          </ac:spMkLst>
        </pc:spChg>
      </pc:sldChg>
      <pc:sldChg chg="del">
        <pc:chgData name="Euclides Paim" userId="0d84fb374bcffaab" providerId="Windows Live" clId="Web-{FEB330FA-7836-45DA-B403-90CE74910486}" dt="2020-08-17T13:20:06.636" v="38"/>
        <pc:sldMkLst>
          <pc:docMk/>
          <pc:sldMk cId="3480934186" sldId="352"/>
        </pc:sldMkLst>
      </pc:sldChg>
      <pc:sldChg chg="del">
        <pc:chgData name="Euclides Paim" userId="0d84fb374bcffaab" providerId="Windows Live" clId="Web-{FEB330FA-7836-45DA-B403-90CE74910486}" dt="2020-08-17T13:20:06.636" v="37"/>
        <pc:sldMkLst>
          <pc:docMk/>
          <pc:sldMk cId="1786420965" sldId="353"/>
        </pc:sldMkLst>
      </pc:sldChg>
      <pc:sldChg chg="del">
        <pc:chgData name="Euclides Paim" userId="0d84fb374bcffaab" providerId="Windows Live" clId="Web-{FEB330FA-7836-45DA-B403-90CE74910486}" dt="2020-08-17T13:20:06.636" v="36"/>
        <pc:sldMkLst>
          <pc:docMk/>
          <pc:sldMk cId="2120836718" sldId="354"/>
        </pc:sldMkLst>
      </pc:sldChg>
      <pc:sldChg chg="del">
        <pc:chgData name="Euclides Paim" userId="0d84fb374bcffaab" providerId="Windows Live" clId="Web-{FEB330FA-7836-45DA-B403-90CE74910486}" dt="2020-08-17T13:20:06.621" v="34"/>
        <pc:sldMkLst>
          <pc:docMk/>
          <pc:sldMk cId="1925643894" sldId="355"/>
        </pc:sldMkLst>
      </pc:sldChg>
      <pc:sldChg chg="del">
        <pc:chgData name="Euclides Paim" userId="0d84fb374bcffaab" providerId="Windows Live" clId="Web-{FEB330FA-7836-45DA-B403-90CE74910486}" dt="2020-08-17T13:20:06.621" v="33"/>
        <pc:sldMkLst>
          <pc:docMk/>
          <pc:sldMk cId="3632607484" sldId="356"/>
        </pc:sldMkLst>
      </pc:sldChg>
      <pc:sldChg chg="del">
        <pc:chgData name="Euclides Paim" userId="0d84fb374bcffaab" providerId="Windows Live" clId="Web-{FEB330FA-7836-45DA-B403-90CE74910486}" dt="2020-08-17T13:20:06.621" v="32"/>
        <pc:sldMkLst>
          <pc:docMk/>
          <pc:sldMk cId="3978411462" sldId="357"/>
        </pc:sldMkLst>
      </pc:sldChg>
      <pc:sldChg chg="del">
        <pc:chgData name="Euclides Paim" userId="0d84fb374bcffaab" providerId="Windows Live" clId="Web-{FEB330FA-7836-45DA-B403-90CE74910486}" dt="2020-08-17T13:20:06.621" v="31"/>
        <pc:sldMkLst>
          <pc:docMk/>
          <pc:sldMk cId="3104139409" sldId="358"/>
        </pc:sldMkLst>
      </pc:sldChg>
      <pc:sldChg chg="del">
        <pc:chgData name="Euclides Paim" userId="0d84fb374bcffaab" providerId="Windows Live" clId="Web-{FEB330FA-7836-45DA-B403-90CE74910486}" dt="2020-08-17T13:20:06.621" v="30"/>
        <pc:sldMkLst>
          <pc:docMk/>
          <pc:sldMk cId="3052198484" sldId="359"/>
        </pc:sldMkLst>
      </pc:sldChg>
      <pc:sldChg chg="del">
        <pc:chgData name="Euclides Paim" userId="0d84fb374bcffaab" providerId="Windows Live" clId="Web-{FEB330FA-7836-45DA-B403-90CE74910486}" dt="2020-08-17T13:20:06.621" v="29"/>
        <pc:sldMkLst>
          <pc:docMk/>
          <pc:sldMk cId="3122078078" sldId="360"/>
        </pc:sldMkLst>
      </pc:sldChg>
      <pc:sldChg chg="del">
        <pc:chgData name="Euclides Paim" userId="0d84fb374bcffaab" providerId="Windows Live" clId="Web-{FEB330FA-7836-45DA-B403-90CE74910486}" dt="2020-08-17T13:20:06.621" v="27"/>
        <pc:sldMkLst>
          <pc:docMk/>
          <pc:sldMk cId="1957526547" sldId="361"/>
        </pc:sldMkLst>
      </pc:sldChg>
      <pc:sldChg chg="del">
        <pc:chgData name="Euclides Paim" userId="0d84fb374bcffaab" providerId="Windows Live" clId="Web-{FEB330FA-7836-45DA-B403-90CE74910486}" dt="2020-08-17T13:20:06.621" v="28"/>
        <pc:sldMkLst>
          <pc:docMk/>
          <pc:sldMk cId="67939047" sldId="362"/>
        </pc:sldMkLst>
      </pc:sldChg>
      <pc:sldChg chg="del">
        <pc:chgData name="Euclides Paim" userId="0d84fb374bcffaab" providerId="Windows Live" clId="Web-{FEB330FA-7836-45DA-B403-90CE74910486}" dt="2020-08-17T13:20:06.621" v="26"/>
        <pc:sldMkLst>
          <pc:docMk/>
          <pc:sldMk cId="1116149981" sldId="363"/>
        </pc:sldMkLst>
      </pc:sldChg>
      <pc:sldChg chg="del">
        <pc:chgData name="Euclides Paim" userId="0d84fb374bcffaab" providerId="Windows Live" clId="Web-{FEB330FA-7836-45DA-B403-90CE74910486}" dt="2020-08-17T13:20:06.621" v="25"/>
        <pc:sldMkLst>
          <pc:docMk/>
          <pc:sldMk cId="2269932032" sldId="364"/>
        </pc:sldMkLst>
      </pc:sldChg>
      <pc:sldChg chg="del">
        <pc:chgData name="Euclides Paim" userId="0d84fb374bcffaab" providerId="Windows Live" clId="Web-{FEB330FA-7836-45DA-B403-90CE74910486}" dt="2020-08-17T13:20:06.605" v="24"/>
        <pc:sldMkLst>
          <pc:docMk/>
          <pc:sldMk cId="3504716702" sldId="365"/>
        </pc:sldMkLst>
      </pc:sldChg>
      <pc:sldChg chg="del">
        <pc:chgData name="Euclides Paim" userId="0d84fb374bcffaab" providerId="Windows Live" clId="Web-{FEB330FA-7836-45DA-B403-90CE74910486}" dt="2020-08-17T13:20:06.636" v="35"/>
        <pc:sldMkLst>
          <pc:docMk/>
          <pc:sldMk cId="2014984740" sldId="366"/>
        </pc:sldMkLst>
      </pc:sldChg>
      <pc:sldChg chg="del">
        <pc:chgData name="Euclides Paim" userId="0d84fb374bcffaab" providerId="Windows Live" clId="Web-{FEB330FA-7836-45DA-B403-90CE74910486}" dt="2020-08-17T13:20:06.605" v="23"/>
        <pc:sldMkLst>
          <pc:docMk/>
          <pc:sldMk cId="1053135969" sldId="367"/>
        </pc:sldMkLst>
      </pc:sldChg>
      <pc:sldChg chg="del">
        <pc:chgData name="Euclides Paim" userId="0d84fb374bcffaab" providerId="Windows Live" clId="Web-{FEB330FA-7836-45DA-B403-90CE74910486}" dt="2020-08-17T13:20:06.605" v="22"/>
        <pc:sldMkLst>
          <pc:docMk/>
          <pc:sldMk cId="1786469486" sldId="368"/>
        </pc:sldMkLst>
      </pc:sldChg>
      <pc:sldChg chg="del">
        <pc:chgData name="Euclides Paim" userId="0d84fb374bcffaab" providerId="Windows Live" clId="Web-{FEB330FA-7836-45DA-B403-90CE74910486}" dt="2020-08-17T13:20:06.605" v="21"/>
        <pc:sldMkLst>
          <pc:docMk/>
          <pc:sldMk cId="2525004921" sldId="369"/>
        </pc:sldMkLst>
      </pc:sldChg>
    </pc:docChg>
  </pc:docChgLst>
  <pc:docChgLst>
    <pc:chgData name="Euclides Paim" userId="0d84fb374bcffaab" providerId="Windows Live" clId="Web-{381F1F76-0090-41E8-A687-D8450B9951B8}"/>
    <pc:docChg chg="addSld modSld">
      <pc:chgData name="Euclides Paim" userId="0d84fb374bcffaab" providerId="Windows Live" clId="Web-{381F1F76-0090-41E8-A687-D8450B9951B8}" dt="2020-08-10T19:37:08.866" v="439" actId="1076"/>
      <pc:docMkLst>
        <pc:docMk/>
      </pc:docMkLst>
      <pc:sldChg chg="addSp delSp modSp">
        <pc:chgData name="Euclides Paim" userId="0d84fb374bcffaab" providerId="Windows Live" clId="Web-{381F1F76-0090-41E8-A687-D8450B9951B8}" dt="2020-08-10T14:47:21.109" v="13" actId="1076"/>
        <pc:sldMkLst>
          <pc:docMk/>
          <pc:sldMk cId="1912989895" sldId="257"/>
        </pc:sldMkLst>
        <pc:spChg chg="add mod">
          <ac:chgData name="Euclides Paim" userId="0d84fb374bcffaab" providerId="Windows Live" clId="Web-{381F1F76-0090-41E8-A687-D8450B9951B8}" dt="2020-08-10T14:47:21.109" v="13" actId="1076"/>
          <ac:spMkLst>
            <pc:docMk/>
            <pc:sldMk cId="1912989895" sldId="257"/>
            <ac:spMk id="2" creationId="{A3BCB967-DB78-40C0-A72A-F09C5D44A7F7}"/>
          </ac:spMkLst>
        </pc:spChg>
        <pc:spChg chg="del">
          <ac:chgData name="Euclides Paim" userId="0d84fb374bcffaab" providerId="Windows Live" clId="Web-{381F1F76-0090-41E8-A687-D8450B9951B8}" dt="2020-08-10T14:47:12.483" v="12"/>
          <ac:spMkLst>
            <pc:docMk/>
            <pc:sldMk cId="1912989895" sldId="257"/>
            <ac:spMk id="6" creationId="{8336EA6A-68C1-4BC1-B366-88CABF4B31C2}"/>
          </ac:spMkLst>
        </pc:spChg>
      </pc:sldChg>
      <pc:sldChg chg="addSp delSp">
        <pc:chgData name="Euclides Paim" userId="0d84fb374bcffaab" providerId="Windows Live" clId="Web-{381F1F76-0090-41E8-A687-D8450B9951B8}" dt="2020-08-10T14:47:27.922" v="15"/>
        <pc:sldMkLst>
          <pc:docMk/>
          <pc:sldMk cId="899282184" sldId="258"/>
        </pc:sldMkLst>
        <pc:spChg chg="add">
          <ac:chgData name="Euclides Paim" userId="0d84fb374bcffaab" providerId="Windows Live" clId="Web-{381F1F76-0090-41E8-A687-D8450B9951B8}" dt="2020-08-10T14:47:27.922" v="15"/>
          <ac:spMkLst>
            <pc:docMk/>
            <pc:sldMk cId="899282184" sldId="258"/>
            <ac:spMk id="2" creationId="{81CC1743-1608-430D-9929-DC6E4D0B74F7}"/>
          </ac:spMkLst>
        </pc:spChg>
        <pc:spChg chg="del">
          <ac:chgData name="Euclides Paim" userId="0d84fb374bcffaab" providerId="Windows Live" clId="Web-{381F1F76-0090-41E8-A687-D8450B9951B8}" dt="2020-08-10T14:47:27.267" v="14"/>
          <ac:spMkLst>
            <pc:docMk/>
            <pc:sldMk cId="899282184" sldId="258"/>
            <ac:spMk id="6" creationId="{8336EA6A-68C1-4BC1-B366-88CABF4B31C2}"/>
          </ac:spMkLst>
        </pc:spChg>
      </pc:sldChg>
      <pc:sldChg chg="addSp delSp">
        <pc:chgData name="Euclides Paim" userId="0d84fb374bcffaab" providerId="Windows Live" clId="Web-{381F1F76-0090-41E8-A687-D8450B9951B8}" dt="2020-08-10T14:48:45.724" v="57"/>
        <pc:sldMkLst>
          <pc:docMk/>
          <pc:sldMk cId="2020304264" sldId="260"/>
        </pc:sldMkLst>
        <pc:spChg chg="add">
          <ac:chgData name="Euclides Paim" userId="0d84fb374bcffaab" providerId="Windows Live" clId="Web-{381F1F76-0090-41E8-A687-D8450B9951B8}" dt="2020-08-10T14:48:45.724" v="57"/>
          <ac:spMkLst>
            <pc:docMk/>
            <pc:sldMk cId="2020304264" sldId="260"/>
            <ac:spMk id="3" creationId="{61A23740-EE54-4910-B21A-EBDBEFA1265A}"/>
          </ac:spMkLst>
        </pc:spChg>
        <pc:spChg chg="del">
          <ac:chgData name="Euclides Paim" userId="0d84fb374bcffaab" providerId="Windows Live" clId="Web-{381F1F76-0090-41E8-A687-D8450B9951B8}" dt="2020-08-10T14:48:44.365" v="56"/>
          <ac:spMkLst>
            <pc:docMk/>
            <pc:sldMk cId="2020304264" sldId="260"/>
            <ac:spMk id="6" creationId="{8336EA6A-68C1-4BC1-B366-88CABF4B31C2}"/>
          </ac:spMkLst>
        </pc:spChg>
      </pc:sldChg>
      <pc:sldChg chg="addSp delSp">
        <pc:chgData name="Euclides Paim" userId="0d84fb374bcffaab" providerId="Windows Live" clId="Web-{381F1F76-0090-41E8-A687-D8450B9951B8}" dt="2020-08-10T14:48:50.443" v="59"/>
        <pc:sldMkLst>
          <pc:docMk/>
          <pc:sldMk cId="2875433905" sldId="261"/>
        </pc:sldMkLst>
        <pc:spChg chg="add">
          <ac:chgData name="Euclides Paim" userId="0d84fb374bcffaab" providerId="Windows Live" clId="Web-{381F1F76-0090-41E8-A687-D8450B9951B8}" dt="2020-08-10T14:48:50.443" v="59"/>
          <ac:spMkLst>
            <pc:docMk/>
            <pc:sldMk cId="2875433905" sldId="261"/>
            <ac:spMk id="3" creationId="{F9EADFB8-7453-4068-8BFF-A68E3A1AD7B8}"/>
          </ac:spMkLst>
        </pc:spChg>
        <pc:spChg chg="del">
          <ac:chgData name="Euclides Paim" userId="0d84fb374bcffaab" providerId="Windows Live" clId="Web-{381F1F76-0090-41E8-A687-D8450B9951B8}" dt="2020-08-10T14:48:49.818" v="58"/>
          <ac:spMkLst>
            <pc:docMk/>
            <pc:sldMk cId="2875433905" sldId="261"/>
            <ac:spMk id="6" creationId="{8336EA6A-68C1-4BC1-B366-88CABF4B31C2}"/>
          </ac:spMkLst>
        </pc:spChg>
      </pc:sldChg>
      <pc:sldChg chg="addSp delSp modSp">
        <pc:chgData name="Euclides Paim" userId="0d84fb374bcffaab" providerId="Windows Live" clId="Web-{381F1F76-0090-41E8-A687-D8450B9951B8}" dt="2020-08-10T19:14:48.239" v="433" actId="20577"/>
        <pc:sldMkLst>
          <pc:docMk/>
          <pc:sldMk cId="4121298625" sldId="280"/>
        </pc:sldMkLst>
        <pc:spChg chg="add">
          <ac:chgData name="Euclides Paim" userId="0d84fb374bcffaab" providerId="Windows Live" clId="Web-{381F1F76-0090-41E8-A687-D8450B9951B8}" dt="2020-08-10T14:47:34.063" v="17"/>
          <ac:spMkLst>
            <pc:docMk/>
            <pc:sldMk cId="4121298625" sldId="280"/>
            <ac:spMk id="2" creationId="{DD838077-E240-4768-B6F3-933F8DAF4DB8}"/>
          </ac:spMkLst>
        </pc:spChg>
        <pc:spChg chg="del">
          <ac:chgData name="Euclides Paim" userId="0d84fb374bcffaab" providerId="Windows Live" clId="Web-{381F1F76-0090-41E8-A687-D8450B9951B8}" dt="2020-08-10T14:47:33.469" v="16"/>
          <ac:spMkLst>
            <pc:docMk/>
            <pc:sldMk cId="4121298625" sldId="280"/>
            <ac:spMk id="6" creationId="{8336EA6A-68C1-4BC1-B366-88CABF4B31C2}"/>
          </ac:spMkLst>
        </pc:spChg>
        <pc:spChg chg="mod">
          <ac:chgData name="Euclides Paim" userId="0d84fb374bcffaab" providerId="Windows Live" clId="Web-{381F1F76-0090-41E8-A687-D8450B9951B8}" dt="2020-08-10T19:14:48.239" v="433" actId="20577"/>
          <ac:spMkLst>
            <pc:docMk/>
            <pc:sldMk cId="4121298625" sldId="280"/>
            <ac:spMk id="10" creationId="{17375172-D885-415D-99E2-63D8575E2A14}"/>
          </ac:spMkLst>
        </pc:spChg>
      </pc:sldChg>
      <pc:sldChg chg="addSp delSp modSp">
        <pc:chgData name="Euclides Paim" userId="0d84fb374bcffaab" providerId="Windows Live" clId="Web-{381F1F76-0090-41E8-A687-D8450B9951B8}" dt="2020-08-10T14:48:37.302" v="54" actId="20577"/>
        <pc:sldMkLst>
          <pc:docMk/>
          <pc:sldMk cId="3087471970" sldId="342"/>
        </pc:sldMkLst>
        <pc:spChg chg="add">
          <ac:chgData name="Euclides Paim" userId="0d84fb374bcffaab" providerId="Windows Live" clId="Web-{381F1F76-0090-41E8-A687-D8450B9951B8}" dt="2020-08-10T14:48:27.504" v="38"/>
          <ac:spMkLst>
            <pc:docMk/>
            <pc:sldMk cId="3087471970" sldId="342"/>
            <ac:spMk id="2" creationId="{C122C445-05DA-4133-BCDD-4C43D0B8E314}"/>
          </ac:spMkLst>
        </pc:spChg>
        <pc:spChg chg="del">
          <ac:chgData name="Euclides Paim" userId="0d84fb374bcffaab" providerId="Windows Live" clId="Web-{381F1F76-0090-41E8-A687-D8450B9951B8}" dt="2020-08-10T14:48:26.910" v="37"/>
          <ac:spMkLst>
            <pc:docMk/>
            <pc:sldMk cId="3087471970" sldId="342"/>
            <ac:spMk id="6" creationId="{8336EA6A-68C1-4BC1-B366-88CABF4B31C2}"/>
          </ac:spMkLst>
        </pc:spChg>
        <pc:spChg chg="mod">
          <ac:chgData name="Euclides Paim" userId="0d84fb374bcffaab" providerId="Windows Live" clId="Web-{381F1F76-0090-41E8-A687-D8450B9951B8}" dt="2020-08-10T14:48:37.302" v="54" actId="20577"/>
          <ac:spMkLst>
            <pc:docMk/>
            <pc:sldMk cId="3087471970" sldId="342"/>
            <ac:spMk id="10" creationId="{17375172-D885-415D-99E2-63D8575E2A14}"/>
          </ac:spMkLst>
        </pc:spChg>
      </pc:sldChg>
      <pc:sldChg chg="addSp delSp modSp">
        <pc:chgData name="Euclides Paim" userId="0d84fb374bcffaab" providerId="Windows Live" clId="Web-{381F1F76-0090-41E8-A687-D8450B9951B8}" dt="2020-08-10T14:48:22.332" v="34" actId="20577"/>
        <pc:sldMkLst>
          <pc:docMk/>
          <pc:sldMk cId="347281731" sldId="345"/>
        </pc:sldMkLst>
        <pc:spChg chg="add">
          <ac:chgData name="Euclides Paim" userId="0d84fb374bcffaab" providerId="Windows Live" clId="Web-{381F1F76-0090-41E8-A687-D8450B9951B8}" dt="2020-08-10T14:48:16.410" v="29"/>
          <ac:spMkLst>
            <pc:docMk/>
            <pc:sldMk cId="347281731" sldId="345"/>
            <ac:spMk id="3" creationId="{27DBAF79-7954-492A-BAC2-34F7252EDC8C}"/>
          </ac:spMkLst>
        </pc:spChg>
        <pc:spChg chg="del">
          <ac:chgData name="Euclides Paim" userId="0d84fb374bcffaab" providerId="Windows Live" clId="Web-{381F1F76-0090-41E8-A687-D8450B9951B8}" dt="2020-08-10T14:48:15.816" v="28"/>
          <ac:spMkLst>
            <pc:docMk/>
            <pc:sldMk cId="347281731" sldId="345"/>
            <ac:spMk id="6" creationId="{8336EA6A-68C1-4BC1-B366-88CABF4B31C2}"/>
          </ac:spMkLst>
        </pc:spChg>
        <pc:spChg chg="mod">
          <ac:chgData name="Euclides Paim" userId="0d84fb374bcffaab" providerId="Windows Live" clId="Web-{381F1F76-0090-41E8-A687-D8450B9951B8}" dt="2020-08-10T14:48:22.332" v="34" actId="20577"/>
          <ac:spMkLst>
            <pc:docMk/>
            <pc:sldMk cId="347281731" sldId="345"/>
            <ac:spMk id="7" creationId="{95DD35BB-3EBD-40BA-9FD7-95280E520F15}"/>
          </ac:spMkLst>
        </pc:spChg>
      </pc:sldChg>
      <pc:sldChg chg="addSp delSp modSp">
        <pc:chgData name="Euclides Paim" userId="0d84fb374bcffaab" providerId="Windows Live" clId="Web-{381F1F76-0090-41E8-A687-D8450B9951B8}" dt="2020-08-10T18:19:43.336" v="311" actId="20577"/>
        <pc:sldMkLst>
          <pc:docMk/>
          <pc:sldMk cId="1321319469" sldId="346"/>
        </pc:sldMkLst>
        <pc:spChg chg="add">
          <ac:chgData name="Euclides Paim" userId="0d84fb374bcffaab" providerId="Windows Live" clId="Web-{381F1F76-0090-41E8-A687-D8450B9951B8}" dt="2020-08-10T14:47:57.189" v="23"/>
          <ac:spMkLst>
            <pc:docMk/>
            <pc:sldMk cId="1321319469" sldId="346"/>
            <ac:spMk id="3" creationId="{BE92E5EE-EFB7-4F21-8795-1E7C7753D9C9}"/>
          </ac:spMkLst>
        </pc:spChg>
        <pc:spChg chg="del">
          <ac:chgData name="Euclides Paim" userId="0d84fb374bcffaab" providerId="Windows Live" clId="Web-{381F1F76-0090-41E8-A687-D8450B9951B8}" dt="2020-08-10T14:47:56.643" v="22"/>
          <ac:spMkLst>
            <pc:docMk/>
            <pc:sldMk cId="1321319469" sldId="346"/>
            <ac:spMk id="6" creationId="{8336EA6A-68C1-4BC1-B366-88CABF4B31C2}"/>
          </ac:spMkLst>
        </pc:spChg>
        <pc:spChg chg="mod">
          <ac:chgData name="Euclides Paim" userId="0d84fb374bcffaab" providerId="Windows Live" clId="Web-{381F1F76-0090-41E8-A687-D8450B9951B8}" dt="2020-08-10T18:16:31.619" v="143" actId="14100"/>
          <ac:spMkLst>
            <pc:docMk/>
            <pc:sldMk cId="1321319469" sldId="346"/>
            <ac:spMk id="9" creationId="{0BDF32E8-CAD9-433A-B2A5-8A22A3D61D59}"/>
          </ac:spMkLst>
        </pc:spChg>
        <pc:spChg chg="mod">
          <ac:chgData name="Euclides Paim" userId="0d84fb374bcffaab" providerId="Windows Live" clId="Web-{381F1F76-0090-41E8-A687-D8450B9951B8}" dt="2020-08-10T18:19:43.336" v="311" actId="20577"/>
          <ac:spMkLst>
            <pc:docMk/>
            <pc:sldMk cId="1321319469" sldId="346"/>
            <ac:spMk id="10" creationId="{17375172-D885-415D-99E2-63D8575E2A14}"/>
          </ac:spMkLst>
        </pc:spChg>
        <pc:picChg chg="del">
          <ac:chgData name="Euclides Paim" userId="0d84fb374bcffaab" providerId="Windows Live" clId="Web-{381F1F76-0090-41E8-A687-D8450B9951B8}" dt="2020-08-10T18:16:34.588" v="144"/>
          <ac:picMkLst>
            <pc:docMk/>
            <pc:sldMk cId="1321319469" sldId="346"/>
            <ac:picMk id="2" creationId="{4660DE14-6D84-4EB7-9EB1-2ADD93489B7D}"/>
          </ac:picMkLst>
        </pc:picChg>
      </pc:sldChg>
      <pc:sldChg chg="addSp delSp modSp">
        <pc:chgData name="Euclides Paim" userId="0d84fb374bcffaab" providerId="Windows Live" clId="Web-{381F1F76-0090-41E8-A687-D8450B9951B8}" dt="2020-08-10T19:11:56.487" v="351" actId="1076"/>
        <pc:sldMkLst>
          <pc:docMk/>
          <pc:sldMk cId="4032244828" sldId="347"/>
        </pc:sldMkLst>
        <pc:spChg chg="add">
          <ac:chgData name="Euclides Paim" userId="0d84fb374bcffaab" providerId="Windows Live" clId="Web-{381F1F76-0090-41E8-A687-D8450B9951B8}" dt="2020-08-10T14:48:02.784" v="25"/>
          <ac:spMkLst>
            <pc:docMk/>
            <pc:sldMk cId="4032244828" sldId="347"/>
            <ac:spMk id="2" creationId="{5AAC0610-657E-4EDD-B27C-AF56590E68B7}"/>
          </ac:spMkLst>
        </pc:spChg>
        <pc:spChg chg="del">
          <ac:chgData name="Euclides Paim" userId="0d84fb374bcffaab" providerId="Windows Live" clId="Web-{381F1F76-0090-41E8-A687-D8450B9951B8}" dt="2020-08-10T14:48:02.112" v="24"/>
          <ac:spMkLst>
            <pc:docMk/>
            <pc:sldMk cId="4032244828" sldId="347"/>
            <ac:spMk id="6" creationId="{8336EA6A-68C1-4BC1-B366-88CABF4B31C2}"/>
          </ac:spMkLst>
        </pc:spChg>
        <pc:spChg chg="mod">
          <ac:chgData name="Euclides Paim" userId="0d84fb374bcffaab" providerId="Windows Live" clId="Web-{381F1F76-0090-41E8-A687-D8450B9951B8}" dt="2020-08-10T18:24:23.308" v="344" actId="1076"/>
          <ac:spMkLst>
            <pc:docMk/>
            <pc:sldMk cId="4032244828" sldId="347"/>
            <ac:spMk id="9" creationId="{0BDF32E8-CAD9-433A-B2A5-8A22A3D61D59}"/>
          </ac:spMkLst>
        </pc:spChg>
        <pc:picChg chg="add mod">
          <ac:chgData name="Euclides Paim" userId="0d84fb374bcffaab" providerId="Windows Live" clId="Web-{381F1F76-0090-41E8-A687-D8450B9951B8}" dt="2020-08-10T19:11:56.487" v="351" actId="1076"/>
          <ac:picMkLst>
            <pc:docMk/>
            <pc:sldMk cId="4032244828" sldId="347"/>
            <ac:picMk id="3" creationId="{D3DF84E7-ADE8-4D3F-B3D0-9F2AC05377B7}"/>
          </ac:picMkLst>
        </pc:picChg>
        <pc:picChg chg="del mod modCrop">
          <ac:chgData name="Euclides Paim" userId="0d84fb374bcffaab" providerId="Windows Live" clId="Web-{381F1F76-0090-41E8-A687-D8450B9951B8}" dt="2020-08-10T18:22:47.458" v="323"/>
          <ac:picMkLst>
            <pc:docMk/>
            <pc:sldMk cId="4032244828" sldId="347"/>
            <ac:picMk id="3" creationId="{E07E3E08-78D3-4C67-8C83-203217790A83}"/>
          </ac:picMkLst>
        </pc:picChg>
        <pc:picChg chg="add del mod">
          <ac:chgData name="Euclides Paim" userId="0d84fb374bcffaab" providerId="Windows Live" clId="Web-{381F1F76-0090-41E8-A687-D8450B9951B8}" dt="2020-08-10T19:11:25.533" v="345"/>
          <ac:picMkLst>
            <pc:docMk/>
            <pc:sldMk cId="4032244828" sldId="347"/>
            <ac:picMk id="5" creationId="{89AE2831-073A-40F0-9356-D9F9B5C31527}"/>
          </ac:picMkLst>
        </pc:picChg>
      </pc:sldChg>
      <pc:sldChg chg="addSp delSp modSp">
        <pc:chgData name="Euclides Paim" userId="0d84fb374bcffaab" providerId="Windows Live" clId="Web-{381F1F76-0090-41E8-A687-D8450B9951B8}" dt="2020-08-10T14:50:08.636" v="82" actId="20577"/>
        <pc:sldMkLst>
          <pc:docMk/>
          <pc:sldMk cId="3988031178" sldId="348"/>
        </pc:sldMkLst>
        <pc:spChg chg="add">
          <ac:chgData name="Euclides Paim" userId="0d84fb374bcffaab" providerId="Windows Live" clId="Web-{381F1F76-0090-41E8-A687-D8450B9951B8}" dt="2020-08-10T14:47:51.845" v="21"/>
          <ac:spMkLst>
            <pc:docMk/>
            <pc:sldMk cId="3988031178" sldId="348"/>
            <ac:spMk id="2" creationId="{DBDC9E84-0D9A-4D19-B332-407A2520FA95}"/>
          </ac:spMkLst>
        </pc:spChg>
        <pc:spChg chg="del">
          <ac:chgData name="Euclides Paim" userId="0d84fb374bcffaab" providerId="Windows Live" clId="Web-{381F1F76-0090-41E8-A687-D8450B9951B8}" dt="2020-08-10T14:47:51.002" v="20"/>
          <ac:spMkLst>
            <pc:docMk/>
            <pc:sldMk cId="3988031178" sldId="348"/>
            <ac:spMk id="6" creationId="{8336EA6A-68C1-4BC1-B366-88CABF4B31C2}"/>
          </ac:spMkLst>
        </pc:spChg>
        <pc:spChg chg="mod">
          <ac:chgData name="Euclides Paim" userId="0d84fb374bcffaab" providerId="Windows Live" clId="Web-{381F1F76-0090-41E8-A687-D8450B9951B8}" dt="2020-08-10T14:50:08.636" v="82" actId="20577"/>
          <ac:spMkLst>
            <pc:docMk/>
            <pc:sldMk cId="3988031178" sldId="348"/>
            <ac:spMk id="10" creationId="{17375172-D885-415D-99E2-63D8575E2A14}"/>
          </ac:spMkLst>
        </pc:spChg>
      </pc:sldChg>
      <pc:sldChg chg="addSp delSp modSp">
        <pc:chgData name="Euclides Paim" userId="0d84fb374bcffaab" providerId="Windows Live" clId="Web-{381F1F76-0090-41E8-A687-D8450B9951B8}" dt="2020-08-10T19:37:08.866" v="439" actId="1076"/>
        <pc:sldMkLst>
          <pc:docMk/>
          <pc:sldMk cId="3338958883" sldId="349"/>
        </pc:sldMkLst>
        <pc:spChg chg="add">
          <ac:chgData name="Euclides Paim" userId="0d84fb374bcffaab" providerId="Windows Live" clId="Web-{381F1F76-0090-41E8-A687-D8450B9951B8}" dt="2020-08-10T14:48:10.143" v="27"/>
          <ac:spMkLst>
            <pc:docMk/>
            <pc:sldMk cId="3338958883" sldId="349"/>
            <ac:spMk id="2" creationId="{45921CA4-7EDC-479E-93FD-E4BB2F7DE43F}"/>
          </ac:spMkLst>
        </pc:spChg>
        <pc:spChg chg="del">
          <ac:chgData name="Euclides Paim" userId="0d84fb374bcffaab" providerId="Windows Live" clId="Web-{381F1F76-0090-41E8-A687-D8450B9951B8}" dt="2020-08-10T14:48:09.565" v="26"/>
          <ac:spMkLst>
            <pc:docMk/>
            <pc:sldMk cId="3338958883" sldId="349"/>
            <ac:spMk id="6" creationId="{8336EA6A-68C1-4BC1-B366-88CABF4B31C2}"/>
          </ac:spMkLst>
        </pc:spChg>
        <pc:spChg chg="mod">
          <ac:chgData name="Euclides Paim" userId="0d84fb374bcffaab" providerId="Windows Live" clId="Web-{381F1F76-0090-41E8-A687-D8450B9951B8}" dt="2020-08-10T19:14:28.801" v="406" actId="20577"/>
          <ac:spMkLst>
            <pc:docMk/>
            <pc:sldMk cId="3338958883" sldId="349"/>
            <ac:spMk id="9" creationId="{0BDF32E8-CAD9-433A-B2A5-8A22A3D61D59}"/>
          </ac:spMkLst>
        </pc:spChg>
        <pc:spChg chg="mod">
          <ac:chgData name="Euclides Paim" userId="0d84fb374bcffaab" providerId="Windows Live" clId="Web-{381F1F76-0090-41E8-A687-D8450B9951B8}" dt="2020-08-10T19:37:08.866" v="439" actId="1076"/>
          <ac:spMkLst>
            <pc:docMk/>
            <pc:sldMk cId="3338958883" sldId="349"/>
            <ac:spMk id="10" creationId="{17375172-D885-415D-99E2-63D8575E2A14}"/>
          </ac:spMkLst>
        </pc:spChg>
      </pc:sldChg>
      <pc:sldChg chg="addSp delSp">
        <pc:chgData name="Euclides Paim" userId="0d84fb374bcffaab" providerId="Windows Live" clId="Web-{381F1F76-0090-41E8-A687-D8450B9951B8}" dt="2020-08-10T14:47:42.548" v="19"/>
        <pc:sldMkLst>
          <pc:docMk/>
          <pc:sldMk cId="4207410768" sldId="350"/>
        </pc:sldMkLst>
        <pc:spChg chg="add">
          <ac:chgData name="Euclides Paim" userId="0d84fb374bcffaab" providerId="Windows Live" clId="Web-{381F1F76-0090-41E8-A687-D8450B9951B8}" dt="2020-08-10T14:47:42.548" v="19"/>
          <ac:spMkLst>
            <pc:docMk/>
            <pc:sldMk cId="4207410768" sldId="350"/>
            <ac:spMk id="2" creationId="{BD15867F-41CB-4C82-BD92-5F1F20189ED6}"/>
          </ac:spMkLst>
        </pc:spChg>
        <pc:spChg chg="del">
          <ac:chgData name="Euclides Paim" userId="0d84fb374bcffaab" providerId="Windows Live" clId="Web-{381F1F76-0090-41E8-A687-D8450B9951B8}" dt="2020-08-10T14:47:42.235" v="18"/>
          <ac:spMkLst>
            <pc:docMk/>
            <pc:sldMk cId="4207410768" sldId="350"/>
            <ac:spMk id="6" creationId="{8336EA6A-68C1-4BC1-B366-88CABF4B31C2}"/>
          </ac:spMkLst>
        </pc:spChg>
      </pc:sldChg>
      <pc:sldChg chg="modSp add replId">
        <pc:chgData name="Euclides Paim" userId="0d84fb374bcffaab" providerId="Windows Live" clId="Web-{381F1F76-0090-41E8-A687-D8450B9951B8}" dt="2020-08-10T14:50:51.420" v="104" actId="1076"/>
        <pc:sldMkLst>
          <pc:docMk/>
          <pc:sldMk cId="3760851105" sldId="351"/>
        </pc:sldMkLst>
        <pc:spChg chg="mod">
          <ac:chgData name="Euclides Paim" userId="0d84fb374bcffaab" providerId="Windows Live" clId="Web-{381F1F76-0090-41E8-A687-D8450B9951B8}" dt="2020-08-10T14:50:51.420" v="104" actId="1076"/>
          <ac:spMkLst>
            <pc:docMk/>
            <pc:sldMk cId="3760851105" sldId="351"/>
            <ac:spMk id="10" creationId="{17375172-D885-415D-99E2-63D8575E2A14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98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07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55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00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10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8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8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63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022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53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15.09.2020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14C849-749F-4401-99B3-6A8C4A7AA7D0}" type="datetimeFigureOut">
              <a:rPr lang="pt-BR" smtClean="0"/>
              <a:pPr/>
              <a:t>15/09/2020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12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png"/><Relationship Id="rId4" Type="http://schemas.openxmlformats.org/officeDocument/2006/relationships/image" Target="../media/image9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cs typeface="Calibri" panose="020F0502020204030204"/>
              </a:rPr>
              <a:t>euclides.paim@ifc.edu.br</a:t>
            </a: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0CE7AA5-E1E6-4D1E-91AC-CA05762D0EAA}"/>
              </a:ext>
            </a:extLst>
          </p:cNvPr>
          <p:cNvSpPr txBox="1"/>
          <p:nvPr/>
        </p:nvSpPr>
        <p:spPr>
          <a:xfrm>
            <a:off x="1733910" y="3071004"/>
            <a:ext cx="87385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000" b="1" dirty="0"/>
              <a:t>Hardware e Sistemas Operacionais</a:t>
            </a:r>
            <a:endParaRPr lang="pt-BR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BCB967-DB78-40C0-A72A-F09C5D44A7F7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989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ea typeface="+mn-lt"/>
                <a:cs typeface="+mn-lt"/>
              </a:rPr>
              <a:t>euclides.paim@ifc.edu.br</a:t>
            </a:r>
            <a:endParaRPr lang="de-DE">
              <a:ea typeface="+mn-lt"/>
              <a:cs typeface="+mn-lt"/>
            </a:endParaRPr>
          </a:p>
          <a:p>
            <a:endParaRPr lang="de-DE" i="1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372930" y="3142889"/>
            <a:ext cx="57336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200" b="1">
                <a:cs typeface="Calibri"/>
              </a:rPr>
              <a:t>Tipos de Sistemas Operacionais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58B6992-D464-4E9E-9004-33BB3AF6F50F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939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>
                <a:ea typeface="+mn-lt"/>
                <a:cs typeface="+mn-lt"/>
              </a:rPr>
              <a:t>Sumário</a:t>
            </a:r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1434DD-739D-48EE-822A-8E8DCC1A72EA}"/>
              </a:ext>
            </a:extLst>
          </p:cNvPr>
          <p:cNvSpPr txBox="1"/>
          <p:nvPr/>
        </p:nvSpPr>
        <p:spPr>
          <a:xfrm>
            <a:off x="253041" y="1446363"/>
            <a:ext cx="11700294" cy="5216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,Sans-Serif"/>
              <a:buChar char="•"/>
            </a:pPr>
            <a:r>
              <a:rPr lang="pt-BR" sz="2200" b="1" dirty="0">
                <a:ea typeface="+mn-lt"/>
                <a:cs typeface="+mn-lt"/>
              </a:rPr>
              <a:t>Sistemas Operacionais</a:t>
            </a:r>
            <a:br>
              <a:rPr lang="pt-BR" sz="22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100" dirty="0">
                <a:ea typeface="+mn-lt"/>
                <a:cs typeface="+mn-lt"/>
              </a:rPr>
              <a:t>Mono tarefa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Multitarefa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Batch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Sistemas de tempo compartilhado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Sistemas de tempo real</a:t>
            </a:r>
            <a:br>
              <a:rPr lang="pt-BR" sz="2100" dirty="0">
                <a:ea typeface="+mn-lt"/>
                <a:cs typeface="+mn-lt"/>
              </a:rPr>
            </a:b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Sistemas com múltiplos processadores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Fracamente acoplados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SO de redes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Sistemas distribuídos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 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Fortemente acoplados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Simétricos 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Assimétricos</a:t>
            </a:r>
            <a:br>
              <a:rPr lang="pt-BR" sz="2100" dirty="0">
                <a:ea typeface="+mn-lt"/>
                <a:cs typeface="+mn-lt"/>
              </a:rPr>
            </a:b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cs typeface="Calibri"/>
              </a:rPr>
              <a:t>=&gt; Outros</a:t>
            </a:r>
          </a:p>
        </p:txBody>
      </p:sp>
      <p:pic>
        <p:nvPicPr>
          <p:cNvPr id="2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E871C1AB-BD80-4112-8E35-BCEEAD91D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0">
            <a:off x="8125004" y="2179788"/>
            <a:ext cx="2541198" cy="24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371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2">
            <a:extLst>
              <a:ext uri="{FF2B5EF4-FFF2-40B4-BE49-F238E27FC236}">
                <a16:creationId xmlns:a16="http://schemas.microsoft.com/office/drawing/2014/main" id="{C80FA54D-9A93-4696-B94E-D4C48C5442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834107"/>
              </p:ext>
            </p:extLst>
          </p:nvPr>
        </p:nvGraphicFramePr>
        <p:xfrm>
          <a:off x="4433271" y="3608619"/>
          <a:ext cx="4159831" cy="3188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35" name="CorelDRAW" r:id="rId3" imgW="3844080" imgH="3072960" progId="CorelDRAW.Graphic.12">
                  <p:embed/>
                </p:oleObj>
              </mc:Choice>
              <mc:Fallback>
                <p:oleObj name="CorelDRAW" r:id="rId3" imgW="3844080" imgH="3072960" progId="CorelDRAW.Graphic.12">
                  <p:embed/>
                  <p:pic>
                    <p:nvPicPr>
                      <p:cNvPr id="13" name="Object 2">
                        <a:extLst>
                          <a:ext uri="{FF2B5EF4-FFF2-40B4-BE49-F238E27FC236}">
                            <a16:creationId xmlns:a16="http://schemas.microsoft.com/office/drawing/2014/main" id="{C80FA54D-9A93-4696-B94E-D4C48C5442B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271" y="3608619"/>
                        <a:ext cx="4159831" cy="31880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cs typeface="Calibri"/>
              </a:rPr>
              <a:t>Mono programáveis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23646" y="1719533"/>
            <a:ext cx="11987840" cy="24365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Permite que os recursos (processador,  a memória e os dispositivos de E/S) permaneçam </a:t>
            </a:r>
            <a:r>
              <a:rPr lang="pt-BR" sz="2000" b="1" i="1" dirty="0">
                <a:solidFill>
                  <a:srgbClr val="F37207"/>
                </a:solidFill>
                <a:ea typeface="+mn-lt"/>
                <a:cs typeface="+mn-lt"/>
              </a:rPr>
              <a:t>exclusivamente </a:t>
            </a:r>
            <a:br>
              <a:rPr lang="pt-BR" sz="2000" b="1" i="1" dirty="0">
                <a:solidFill>
                  <a:srgbClr val="F37207"/>
                </a:solidFill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dedicados à execução de um </a:t>
            </a:r>
            <a:r>
              <a:rPr lang="pt-BR" sz="2000" b="1" i="1" dirty="0">
                <a:ea typeface="+mn-lt"/>
                <a:cs typeface="+mn-lt"/>
              </a:rPr>
              <a:t>único</a:t>
            </a:r>
            <a:r>
              <a:rPr lang="pt-BR" sz="2000" dirty="0">
                <a:ea typeface="+mn-lt"/>
                <a:cs typeface="+mn-lt"/>
              </a:rPr>
              <a:t> programa;</a:t>
            </a:r>
            <a:endParaRPr lang="en-US" sz="20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Cada tarefa para ser executada deve aguardar o encerramento da tarefa atual;</a:t>
            </a:r>
            <a:endParaRPr lang="en-US" sz="20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São de simples implementação, pois não existe a preocupação com problemas decorrentes do </a:t>
            </a:r>
            <a:br>
              <a:rPr lang="pt-BR" sz="2000" dirty="0">
                <a:solidFill>
                  <a:srgbClr val="000000"/>
                </a:solidFill>
                <a:ea typeface="+mn-lt"/>
                <a:cs typeface="+mn-lt"/>
              </a:rPr>
            </a:br>
            <a:r>
              <a:rPr lang="pt-BR" sz="2000" b="1" i="1" dirty="0">
                <a:solidFill>
                  <a:srgbClr val="F37207"/>
                </a:solidFill>
                <a:ea typeface="+mn-lt"/>
                <a:cs typeface="+mn-lt"/>
              </a:rPr>
              <a:t>compartilhamento</a:t>
            </a:r>
            <a:r>
              <a:rPr lang="pt-BR" sz="2000" dirty="0">
                <a:ea typeface="+mn-lt"/>
                <a:cs typeface="+mn-lt"/>
              </a:rPr>
              <a:t> de recursos. </a:t>
            </a:r>
            <a:endParaRPr lang="en-US" dirty="0">
              <a:cs typeface="Calibri" panose="020F0502020204030204"/>
            </a:endParaRPr>
          </a:p>
          <a:p>
            <a:pPr marL="342900" indent="-342900" algn="just">
              <a:spcBef>
                <a:spcPct val="20000"/>
              </a:spcBef>
              <a:buFont typeface="Arial"/>
              <a:buChar char="•"/>
            </a:pPr>
            <a:endParaRPr lang="pt-BR" sz="2000" b="1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6A08EEF2-DD4A-46A2-A67C-280797C38BCF}"/>
              </a:ext>
            </a:extLst>
          </p:cNvPr>
          <p:cNvSpPr/>
          <p:nvPr/>
        </p:nvSpPr>
        <p:spPr>
          <a:xfrm>
            <a:off x="4505157" y="3670143"/>
            <a:ext cx="3221746" cy="3073058"/>
          </a:xfrm>
          <a:prstGeom prst="ellipse">
            <a:avLst/>
          </a:prstGeom>
          <a:noFill/>
          <a:ln w="155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  <p:sp>
        <p:nvSpPr>
          <p:cNvPr id="16" name="CaixaDeTexto 1">
            <a:extLst>
              <a:ext uri="{FF2B5EF4-FFF2-40B4-BE49-F238E27FC236}">
                <a16:creationId xmlns:a16="http://schemas.microsoft.com/office/drawing/2014/main" id="{86F5C6D5-0FA5-4483-B6AD-71B5E885588A}"/>
              </a:ext>
            </a:extLst>
          </p:cNvPr>
          <p:cNvSpPr txBox="1"/>
          <p:nvPr/>
        </p:nvSpPr>
        <p:spPr>
          <a:xfrm>
            <a:off x="5762900" y="4466957"/>
            <a:ext cx="512896" cy="3231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500" b="1" dirty="0"/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388371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66137" y="1431985"/>
            <a:ext cx="11987840" cy="53696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Multiprogramáveis vem da palavra </a:t>
            </a:r>
            <a:r>
              <a:rPr lang="pt-BR" sz="2100" i="1" dirty="0">
                <a:ea typeface="+mn-lt"/>
                <a:cs typeface="+mn-lt"/>
              </a:rPr>
              <a:t>multiprogramação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Sistemas operacionais capazes de executar diversas aplicações simultâneas;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Permite que os recursos computacionais sejam compartilhados entre os diversos usuários e aplicações;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Características</a:t>
            </a: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tempo do processador é compartilhado entre as aplicações em execução;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execução das tarefas passa rapidamente de uma para a outra, criando a </a:t>
            </a:r>
            <a:r>
              <a:rPr lang="pt-BR" sz="2100" b="1" i="1" dirty="0">
                <a:solidFill>
                  <a:srgbClr val="FFC000"/>
                </a:solidFill>
                <a:ea typeface="+mn-lt"/>
                <a:cs typeface="+mn-lt"/>
              </a:rPr>
              <a:t>ilusão</a:t>
            </a:r>
            <a:r>
              <a:rPr lang="pt-BR" sz="2100" dirty="0">
                <a:ea typeface="+mn-lt"/>
                <a:cs typeface="+mn-lt"/>
              </a:rPr>
              <a:t> de que as aplicações estão sendo processadas ao mesmo tempo;</a:t>
            </a:r>
            <a:endParaRPr lang="en-US" sz="2100" dirty="0">
              <a:ea typeface="+mn-lt"/>
              <a:cs typeface="+mn-lt"/>
            </a:endParaRPr>
          </a:p>
          <a:p>
            <a:pPr marL="1257300" lvl="2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Para uma execução ao mesmo tempo é necessário ter mais de um processador;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 S.O se preocupa em gerenciar o </a:t>
            </a:r>
            <a:r>
              <a:rPr lang="pt-BR" sz="2100" b="1" i="1" dirty="0">
                <a:solidFill>
                  <a:srgbClr val="F37207"/>
                </a:solidFill>
                <a:ea typeface="+mn-lt"/>
                <a:cs typeface="+mn-lt"/>
              </a:rPr>
              <a:t>acesso</a:t>
            </a:r>
            <a:r>
              <a:rPr lang="pt-BR" sz="2100" b="1" dirty="0">
                <a:solidFill>
                  <a:srgbClr val="F37207"/>
                </a:solidFill>
                <a:ea typeface="+mn-lt"/>
                <a:cs typeface="+mn-lt"/>
              </a:rPr>
              <a:t> </a:t>
            </a:r>
            <a:r>
              <a:rPr lang="pt-BR" sz="2100" b="1" i="1" dirty="0">
                <a:solidFill>
                  <a:srgbClr val="F37207"/>
                </a:solidFill>
                <a:ea typeface="+mn-lt"/>
                <a:cs typeface="+mn-lt"/>
              </a:rPr>
              <a:t>concorrente</a:t>
            </a:r>
            <a:r>
              <a:rPr lang="pt-BR" sz="2100" b="1" dirty="0">
                <a:solidFill>
                  <a:srgbClr val="F37207"/>
                </a:solidFill>
                <a:ea typeface="+mn-lt"/>
                <a:cs typeface="+mn-lt"/>
              </a:rPr>
              <a:t> </a:t>
            </a:r>
            <a:r>
              <a:rPr lang="pt-BR" sz="2100" dirty="0">
                <a:ea typeface="+mn-lt"/>
                <a:cs typeface="+mn-lt"/>
              </a:rPr>
              <a:t>aos seus diversos recursos;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Redução do tempo de resposta das aplicações processadas. Por quê?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Apesar de mais eficientes que os </a:t>
            </a:r>
            <a:r>
              <a:rPr lang="pt-BR" sz="2100" dirty="0" err="1">
                <a:ea typeface="+mn-lt"/>
                <a:cs typeface="+mn-lt"/>
              </a:rPr>
              <a:t>S.Os</a:t>
            </a:r>
            <a:r>
              <a:rPr lang="pt-BR" sz="2100" dirty="0">
                <a:ea typeface="+mn-lt"/>
                <a:cs typeface="+mn-lt"/>
              </a:rPr>
              <a:t> </a:t>
            </a:r>
            <a:r>
              <a:rPr lang="pt-BR" sz="2100" dirty="0" err="1">
                <a:ea typeface="+mn-lt"/>
                <a:cs typeface="+mn-lt"/>
              </a:rPr>
              <a:t>multiprogramáveis</a:t>
            </a:r>
            <a:r>
              <a:rPr lang="pt-BR" sz="2100" dirty="0">
                <a:ea typeface="+mn-lt"/>
                <a:cs typeface="+mn-lt"/>
              </a:rPr>
              <a:t>, são de </a:t>
            </a:r>
            <a:r>
              <a:rPr lang="pt-BR" sz="2100" i="1" dirty="0">
                <a:ea typeface="+mn-lt"/>
                <a:cs typeface="+mn-lt"/>
              </a:rPr>
              <a:t>implementação</a:t>
            </a:r>
            <a:r>
              <a:rPr lang="pt-BR" sz="2100" dirty="0">
                <a:ea typeface="+mn-lt"/>
                <a:cs typeface="+mn-lt"/>
              </a:rPr>
              <a:t> muito mais complexa.</a:t>
            </a:r>
            <a:endParaRPr lang="en-US" dirty="0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Multiprogramáveis</a:t>
            </a:r>
            <a:endParaRPr lang="pt-BR" b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205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 err="1">
                <a:cs typeface="Calibri"/>
              </a:rPr>
              <a:t>Multiprogramáveis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8FC091D-87AB-4E9D-B2E6-65191E98F3D0}"/>
              </a:ext>
            </a:extLst>
          </p:cNvPr>
          <p:cNvGrpSpPr/>
          <p:nvPr/>
        </p:nvGrpSpPr>
        <p:grpSpPr>
          <a:xfrm>
            <a:off x="3019329" y="1234300"/>
            <a:ext cx="6251019" cy="5571057"/>
            <a:chOff x="4687103" y="1148036"/>
            <a:chExt cx="6251019" cy="5571057"/>
          </a:xfrm>
        </p:grpSpPr>
        <p:grpSp>
          <p:nvGrpSpPr>
            <p:cNvPr id="7" name="Grupo 33">
              <a:extLst>
                <a:ext uri="{FF2B5EF4-FFF2-40B4-BE49-F238E27FC236}">
                  <a16:creationId xmlns:a16="http://schemas.microsoft.com/office/drawing/2014/main" id="{76E815B3-4A5E-4890-A876-76918A272B7B}"/>
                </a:ext>
              </a:extLst>
            </p:cNvPr>
            <p:cNvGrpSpPr/>
            <p:nvPr/>
          </p:nvGrpSpPr>
          <p:grpSpPr>
            <a:xfrm>
              <a:off x="4687103" y="1148036"/>
              <a:ext cx="6251019" cy="5571057"/>
              <a:chOff x="4707179" y="1154548"/>
              <a:chExt cx="6323156" cy="5787906"/>
            </a:xfrm>
          </p:grpSpPr>
          <p:pic>
            <p:nvPicPr>
              <p:cNvPr id="9" name="Imagem 8">
                <a:extLst>
                  <a:ext uri="{FF2B5EF4-FFF2-40B4-BE49-F238E27FC236}">
                    <a16:creationId xmlns:a16="http://schemas.microsoft.com/office/drawing/2014/main" id="{EE9F2011-67E0-4B48-A20D-5DB97DCF4C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60916" y="1154548"/>
                <a:ext cx="5979665" cy="55041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" name="Grupo 32">
                <a:extLst>
                  <a:ext uri="{FF2B5EF4-FFF2-40B4-BE49-F238E27FC236}">
                    <a16:creationId xmlns:a16="http://schemas.microsoft.com/office/drawing/2014/main" id="{84926E8D-BE54-4444-ACA4-15D8C1C83794}"/>
                  </a:ext>
                </a:extLst>
              </p:cNvPr>
              <p:cNvGrpSpPr/>
              <p:nvPr/>
            </p:nvGrpSpPr>
            <p:grpSpPr>
              <a:xfrm>
                <a:off x="4707179" y="2078387"/>
                <a:ext cx="6323156" cy="4864067"/>
                <a:chOff x="4707179" y="2078387"/>
                <a:chExt cx="6323156" cy="4864067"/>
              </a:xfrm>
            </p:grpSpPr>
            <p:sp>
              <p:nvSpPr>
                <p:cNvPr id="11" name="CaixaDeTexto 6">
                  <a:extLst>
                    <a:ext uri="{FF2B5EF4-FFF2-40B4-BE49-F238E27FC236}">
                      <a16:creationId xmlns:a16="http://schemas.microsoft.com/office/drawing/2014/main" id="{CE60EBA1-3411-4797-AE95-F1C57C1DADE2}"/>
                    </a:ext>
                  </a:extLst>
                </p:cNvPr>
                <p:cNvSpPr txBox="1"/>
                <p:nvPr/>
              </p:nvSpPr>
              <p:spPr>
                <a:xfrm>
                  <a:off x="5067219" y="2078387"/>
                  <a:ext cx="994565" cy="5435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400" b="1" dirty="0"/>
                    <a:t>Programa/</a:t>
                  </a:r>
                </a:p>
                <a:p>
                  <a:pPr algn="ctr"/>
                  <a:r>
                    <a:rPr lang="pt-BR" sz="1400" b="1" dirty="0"/>
                    <a:t>tarefa</a:t>
                  </a:r>
                </a:p>
              </p:txBody>
            </p:sp>
            <p:sp>
              <p:nvSpPr>
                <p:cNvPr id="12" name="CaixaDeTexto 7">
                  <a:extLst>
                    <a:ext uri="{FF2B5EF4-FFF2-40B4-BE49-F238E27FC236}">
                      <a16:creationId xmlns:a16="http://schemas.microsoft.com/office/drawing/2014/main" id="{0E1869B2-CDBF-4C3A-B3C9-4C0CEC159D52}"/>
                    </a:ext>
                  </a:extLst>
                </p:cNvPr>
                <p:cNvSpPr txBox="1"/>
                <p:nvPr/>
              </p:nvSpPr>
              <p:spPr>
                <a:xfrm>
                  <a:off x="4707179" y="4526660"/>
                  <a:ext cx="994565" cy="5435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400" b="1" dirty="0"/>
                    <a:t>Programa/</a:t>
                  </a:r>
                </a:p>
                <a:p>
                  <a:pPr algn="ctr"/>
                  <a:r>
                    <a:rPr lang="pt-BR" sz="1400" b="1" dirty="0"/>
                    <a:t>tarefa</a:t>
                  </a:r>
                </a:p>
              </p:txBody>
            </p:sp>
            <p:sp>
              <p:nvSpPr>
                <p:cNvPr id="13" name="CaixaDeTexto 8">
                  <a:extLst>
                    <a:ext uri="{FF2B5EF4-FFF2-40B4-BE49-F238E27FC236}">
                      <a16:creationId xmlns:a16="http://schemas.microsoft.com/office/drawing/2014/main" id="{FBE59094-F17C-453E-BE33-8C0E5D421484}"/>
                    </a:ext>
                  </a:extLst>
                </p:cNvPr>
                <p:cNvSpPr txBox="1"/>
                <p:nvPr/>
              </p:nvSpPr>
              <p:spPr>
                <a:xfrm>
                  <a:off x="7371475" y="6398868"/>
                  <a:ext cx="994565" cy="5435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400" b="1" dirty="0"/>
                    <a:t>Programa/</a:t>
                  </a:r>
                </a:p>
                <a:p>
                  <a:pPr algn="ctr"/>
                  <a:r>
                    <a:rPr lang="pt-BR" sz="1400" b="1" dirty="0"/>
                    <a:t>tarefa</a:t>
                  </a:r>
                </a:p>
              </p:txBody>
            </p:sp>
            <p:sp>
              <p:nvSpPr>
                <p:cNvPr id="14" name="CaixaDeTexto 9">
                  <a:extLst>
                    <a:ext uri="{FF2B5EF4-FFF2-40B4-BE49-F238E27FC236}">
                      <a16:creationId xmlns:a16="http://schemas.microsoft.com/office/drawing/2014/main" id="{5AA15285-5C36-490E-9DB6-24F0E9BD2C42}"/>
                    </a:ext>
                  </a:extLst>
                </p:cNvPr>
                <p:cNvSpPr txBox="1"/>
                <p:nvPr/>
              </p:nvSpPr>
              <p:spPr>
                <a:xfrm>
                  <a:off x="10035770" y="4598668"/>
                  <a:ext cx="994565" cy="5435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400" b="1" dirty="0"/>
                    <a:t>Programa/</a:t>
                  </a:r>
                </a:p>
                <a:p>
                  <a:pPr algn="ctr"/>
                  <a:r>
                    <a:rPr lang="pt-BR" sz="1400" b="1" dirty="0"/>
                    <a:t>tarefa</a:t>
                  </a:r>
                </a:p>
              </p:txBody>
            </p:sp>
            <p:sp>
              <p:nvSpPr>
                <p:cNvPr id="15" name="CaixaDeTexto 10">
                  <a:extLst>
                    <a:ext uri="{FF2B5EF4-FFF2-40B4-BE49-F238E27FC236}">
                      <a16:creationId xmlns:a16="http://schemas.microsoft.com/office/drawing/2014/main" id="{34DE05FB-106F-40E6-983C-60F86127F15A}"/>
                    </a:ext>
                  </a:extLst>
                </p:cNvPr>
                <p:cNvSpPr txBox="1"/>
                <p:nvPr/>
              </p:nvSpPr>
              <p:spPr>
                <a:xfrm>
                  <a:off x="9747739" y="2078387"/>
                  <a:ext cx="994565" cy="54358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pt-BR" sz="1400" b="1" dirty="0"/>
                    <a:t>Programa/</a:t>
                  </a:r>
                </a:p>
                <a:p>
                  <a:pPr algn="ctr"/>
                  <a:r>
                    <a:rPr lang="pt-BR" sz="1400" b="1" dirty="0"/>
                    <a:t>tarefa</a:t>
                  </a:r>
                </a:p>
              </p:txBody>
            </p:sp>
          </p:grpSp>
        </p:grpSp>
        <p:sp>
          <p:nvSpPr>
            <p:cNvPr id="8" name="CaixaDeTexto 3">
              <a:extLst>
                <a:ext uri="{FF2B5EF4-FFF2-40B4-BE49-F238E27FC236}">
                  <a16:creationId xmlns:a16="http://schemas.microsoft.com/office/drawing/2014/main" id="{B1246E44-8532-4DD9-AB41-8FEBE9C4CA98}"/>
                </a:ext>
              </a:extLst>
            </p:cNvPr>
            <p:cNvSpPr txBox="1"/>
            <p:nvPr/>
          </p:nvSpPr>
          <p:spPr>
            <a:xfrm>
              <a:off x="7476333" y="2210531"/>
              <a:ext cx="492443" cy="30777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1400" b="1" dirty="0"/>
                <a:t>CPU</a:t>
              </a:r>
            </a:p>
          </p:txBody>
        </p:sp>
      </p:grpSp>
      <p:sp>
        <p:nvSpPr>
          <p:cNvPr id="26" name="Elipse 25">
            <a:extLst>
              <a:ext uri="{FF2B5EF4-FFF2-40B4-BE49-F238E27FC236}">
                <a16:creationId xmlns:a16="http://schemas.microsoft.com/office/drawing/2014/main" id="{89CA0D8D-414B-46C1-A39A-575125B6A927}"/>
              </a:ext>
            </a:extLst>
          </p:cNvPr>
          <p:cNvSpPr/>
          <p:nvPr/>
        </p:nvSpPr>
        <p:spPr>
          <a:xfrm>
            <a:off x="4329725" y="1397807"/>
            <a:ext cx="3631372" cy="3326451"/>
          </a:xfrm>
          <a:prstGeom prst="ellipse">
            <a:avLst/>
          </a:prstGeom>
          <a:noFill/>
          <a:ln w="139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8659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1010082" y="1809298"/>
            <a:ext cx="43431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+mj-lt"/>
              </a:rPr>
              <a:t>Sistema </a:t>
            </a:r>
            <a:r>
              <a:rPr lang="pt-BR" sz="2800" b="1" dirty="0" err="1">
                <a:latin typeface="+mj-lt"/>
              </a:rPr>
              <a:t>monoprogramável</a:t>
            </a:r>
            <a:endParaRPr lang="pt-BR" sz="2800" b="1" dirty="0">
              <a:latin typeface="+mj-lt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6984162" y="1809298"/>
            <a:ext cx="4300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b="1" dirty="0">
                <a:latin typeface="+mj-lt"/>
              </a:rPr>
              <a:t>Sistema </a:t>
            </a:r>
            <a:r>
              <a:rPr lang="pt-BR" sz="2800" b="1" dirty="0" err="1">
                <a:latin typeface="+mj-lt"/>
              </a:rPr>
              <a:t>multiprogromável</a:t>
            </a:r>
            <a:endParaRPr lang="pt-BR" sz="2800" b="1" dirty="0">
              <a:latin typeface="+mj-lt"/>
            </a:endParaRPr>
          </a:p>
        </p:txBody>
      </p:sp>
      <p:grpSp>
        <p:nvGrpSpPr>
          <p:cNvPr id="17" name="Agrupar 16"/>
          <p:cNvGrpSpPr/>
          <p:nvPr/>
        </p:nvGrpSpPr>
        <p:grpSpPr>
          <a:xfrm>
            <a:off x="219248" y="2403363"/>
            <a:ext cx="5718928" cy="3977965"/>
            <a:chOff x="219248" y="2403363"/>
            <a:chExt cx="5718928" cy="3977965"/>
          </a:xfrm>
        </p:grpSpPr>
        <p:grpSp>
          <p:nvGrpSpPr>
            <p:cNvPr id="10" name="Agrupar 9"/>
            <p:cNvGrpSpPr/>
            <p:nvPr/>
          </p:nvGrpSpPr>
          <p:grpSpPr>
            <a:xfrm>
              <a:off x="219248" y="2403363"/>
              <a:ext cx="5718928" cy="3977965"/>
              <a:chOff x="335360" y="2150858"/>
              <a:chExt cx="5718928" cy="3150350"/>
            </a:xfrm>
          </p:grpSpPr>
          <p:pic>
            <p:nvPicPr>
              <p:cNvPr id="6" name="Imagem 5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35360" y="2150858"/>
                <a:ext cx="5718928" cy="3150350"/>
              </a:xfrm>
              <a:prstGeom prst="rect">
                <a:avLst/>
              </a:prstGeom>
            </p:spPr>
          </p:pic>
          <p:sp>
            <p:nvSpPr>
              <p:cNvPr id="9" name="CaixaDeTexto 8"/>
              <p:cNvSpPr txBox="1"/>
              <p:nvPr/>
            </p:nvSpPr>
            <p:spPr>
              <a:xfrm>
                <a:off x="1517276" y="3283462"/>
                <a:ext cx="5164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500" b="1" dirty="0"/>
                  <a:t>P1</a:t>
                </a:r>
              </a:p>
            </p:txBody>
          </p:sp>
          <p:sp>
            <p:nvSpPr>
              <p:cNvPr id="21" name="CaixaDeTexto 20"/>
              <p:cNvSpPr txBox="1"/>
              <p:nvPr/>
            </p:nvSpPr>
            <p:spPr>
              <a:xfrm>
                <a:off x="4525776" y="3291238"/>
                <a:ext cx="5164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500" b="1" dirty="0"/>
                  <a:t>P1</a:t>
                </a:r>
              </a:p>
            </p:txBody>
          </p:sp>
        </p:grpSp>
        <p:sp>
          <p:nvSpPr>
            <p:cNvPr id="37" name="CaixaDeTexto 36"/>
            <p:cNvSpPr txBox="1"/>
            <p:nvPr/>
          </p:nvSpPr>
          <p:spPr>
            <a:xfrm>
              <a:off x="2074368" y="2760845"/>
              <a:ext cx="2782172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Desperdício de CPU</a:t>
              </a:r>
            </a:p>
          </p:txBody>
        </p:sp>
        <p:sp>
          <p:nvSpPr>
            <p:cNvPr id="39" name="CaixaDeTexto 38"/>
            <p:cNvSpPr txBox="1"/>
            <p:nvPr/>
          </p:nvSpPr>
          <p:spPr>
            <a:xfrm>
              <a:off x="312369" y="3835409"/>
              <a:ext cx="711092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CPU</a:t>
              </a:r>
            </a:p>
          </p:txBody>
        </p:sp>
        <p:sp>
          <p:nvSpPr>
            <p:cNvPr id="41" name="CaixaDeTexto 40"/>
            <p:cNvSpPr txBox="1"/>
            <p:nvPr/>
          </p:nvSpPr>
          <p:spPr>
            <a:xfrm>
              <a:off x="326883" y="4570299"/>
              <a:ext cx="631263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E/S</a:t>
              </a:r>
            </a:p>
          </p:txBody>
        </p:sp>
        <p:sp>
          <p:nvSpPr>
            <p:cNvPr id="42" name="CaixaDeTexto 41"/>
            <p:cNvSpPr txBox="1"/>
            <p:nvPr/>
          </p:nvSpPr>
          <p:spPr>
            <a:xfrm>
              <a:off x="1343776" y="4778097"/>
              <a:ext cx="1671933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Requisição </a:t>
              </a:r>
            </a:p>
            <a:p>
              <a:pPr algn="ctr"/>
              <a:r>
                <a:rPr lang="pt-BR" sz="2500" dirty="0">
                  <a:latin typeface="+mj-lt"/>
                </a:rPr>
                <a:t>E/S</a:t>
              </a:r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3537647" y="4778097"/>
              <a:ext cx="1265090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Término</a:t>
              </a:r>
            </a:p>
            <a:p>
              <a:pPr algn="ctr"/>
              <a:r>
                <a:rPr lang="pt-BR" sz="2500" dirty="0">
                  <a:latin typeface="+mj-lt"/>
                </a:rPr>
                <a:t>E/S</a:t>
              </a:r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4691985" y="5788401"/>
              <a:ext cx="1174039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tempo  </a:t>
              </a:r>
            </a:p>
          </p:txBody>
        </p:sp>
      </p:grpSp>
      <p:grpSp>
        <p:nvGrpSpPr>
          <p:cNvPr id="18" name="Agrupar 17"/>
          <p:cNvGrpSpPr/>
          <p:nvPr/>
        </p:nvGrpSpPr>
        <p:grpSpPr>
          <a:xfrm>
            <a:off x="6271114" y="2462127"/>
            <a:ext cx="5873558" cy="3880941"/>
            <a:chOff x="6271114" y="2392852"/>
            <a:chExt cx="5873558" cy="3880941"/>
          </a:xfrm>
        </p:grpSpPr>
        <p:grpSp>
          <p:nvGrpSpPr>
            <p:cNvPr id="14" name="Agrupar 13"/>
            <p:cNvGrpSpPr/>
            <p:nvPr/>
          </p:nvGrpSpPr>
          <p:grpSpPr>
            <a:xfrm>
              <a:off x="6744072" y="2392852"/>
              <a:ext cx="5400600" cy="3880941"/>
              <a:chOff x="6528048" y="2140347"/>
              <a:chExt cx="5400600" cy="3073512"/>
            </a:xfrm>
          </p:grpSpPr>
          <p:pic>
            <p:nvPicPr>
              <p:cNvPr id="7" name="Imagem 6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8048" y="2140347"/>
                <a:ext cx="5400600" cy="3073512"/>
              </a:xfrm>
              <a:prstGeom prst="rect">
                <a:avLst/>
              </a:prstGeom>
            </p:spPr>
          </p:pic>
          <p:sp>
            <p:nvSpPr>
              <p:cNvPr id="24" name="CaixaDeTexto 23"/>
              <p:cNvSpPr txBox="1"/>
              <p:nvPr/>
            </p:nvSpPr>
            <p:spPr>
              <a:xfrm>
                <a:off x="6971243" y="3233155"/>
                <a:ext cx="5164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500" b="1" dirty="0"/>
                  <a:t>P1</a:t>
                </a:r>
              </a:p>
            </p:txBody>
          </p:sp>
          <p:sp>
            <p:nvSpPr>
              <p:cNvPr id="25" name="CaixaDeTexto 24"/>
              <p:cNvSpPr txBox="1"/>
              <p:nvPr/>
            </p:nvSpPr>
            <p:spPr>
              <a:xfrm>
                <a:off x="9991852" y="3218156"/>
                <a:ext cx="5164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500" b="1" dirty="0"/>
                  <a:t>P1</a:t>
                </a:r>
              </a:p>
            </p:txBody>
          </p:sp>
          <p:sp>
            <p:nvSpPr>
              <p:cNvPr id="27" name="CaixaDeTexto 26"/>
              <p:cNvSpPr txBox="1"/>
              <p:nvPr/>
            </p:nvSpPr>
            <p:spPr>
              <a:xfrm>
                <a:off x="7871362" y="3246218"/>
                <a:ext cx="5164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500" b="1" dirty="0"/>
                  <a:t>P2</a:t>
                </a:r>
              </a:p>
            </p:txBody>
          </p:sp>
          <p:sp>
            <p:nvSpPr>
              <p:cNvPr id="35" name="CaixaDeTexto 34"/>
              <p:cNvSpPr txBox="1"/>
              <p:nvPr/>
            </p:nvSpPr>
            <p:spPr>
              <a:xfrm>
                <a:off x="8807041" y="3250297"/>
                <a:ext cx="516488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500" b="1" dirty="0"/>
                  <a:t>P3</a:t>
                </a:r>
              </a:p>
            </p:txBody>
          </p:sp>
        </p:grpSp>
        <p:sp>
          <p:nvSpPr>
            <p:cNvPr id="38" name="CaixaDeTexto 37"/>
            <p:cNvSpPr txBox="1"/>
            <p:nvPr/>
          </p:nvSpPr>
          <p:spPr>
            <a:xfrm>
              <a:off x="6713358" y="2634774"/>
              <a:ext cx="5162632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Multiprogramação (vários programas)</a:t>
              </a:r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6271114" y="3769127"/>
              <a:ext cx="711092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CPU</a:t>
              </a:r>
            </a:p>
          </p:txBody>
        </p:sp>
        <p:sp>
          <p:nvSpPr>
            <p:cNvPr id="44" name="CaixaDeTexto 43"/>
            <p:cNvSpPr txBox="1"/>
            <p:nvPr/>
          </p:nvSpPr>
          <p:spPr>
            <a:xfrm>
              <a:off x="7209039" y="4726748"/>
              <a:ext cx="1671933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Requisição </a:t>
              </a:r>
            </a:p>
            <a:p>
              <a:pPr algn="ctr"/>
              <a:r>
                <a:rPr lang="pt-BR" sz="2500" dirty="0">
                  <a:latin typeface="+mj-lt"/>
                </a:rPr>
                <a:t>E/S</a:t>
              </a:r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9402910" y="4726748"/>
              <a:ext cx="1265090" cy="86177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Término</a:t>
              </a:r>
            </a:p>
            <a:p>
              <a:pPr algn="ctr"/>
              <a:r>
                <a:rPr lang="pt-BR" sz="2500" dirty="0">
                  <a:latin typeface="+mj-lt"/>
                </a:rPr>
                <a:t>E/S</a:t>
              </a:r>
            </a:p>
          </p:txBody>
        </p:sp>
        <p:sp>
          <p:nvSpPr>
            <p:cNvPr id="47" name="CaixaDeTexto 46"/>
            <p:cNvSpPr txBox="1"/>
            <p:nvPr/>
          </p:nvSpPr>
          <p:spPr>
            <a:xfrm>
              <a:off x="10560496" y="5773887"/>
              <a:ext cx="1494640" cy="4770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pt-BR" sz="2500" dirty="0">
                  <a:latin typeface="+mj-lt"/>
                </a:rPr>
                <a:t>tempo       </a:t>
              </a:r>
            </a:p>
          </p:txBody>
        </p:sp>
      </p:grpSp>
      <p:cxnSp>
        <p:nvCxnSpPr>
          <p:cNvPr id="16" name="Conector reto 15"/>
          <p:cNvCxnSpPr/>
          <p:nvPr/>
        </p:nvCxnSpPr>
        <p:spPr>
          <a:xfrm>
            <a:off x="6022299" y="1340768"/>
            <a:ext cx="0" cy="524263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6773FAEF-D538-475A-A5DC-9B766535F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C4A5389-B97B-4314-90B6-B41AAD3742C4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 err="1">
                <a:cs typeface="Calibri"/>
              </a:rPr>
              <a:t>Multiprogramáveis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AE3188-29C5-4CFD-809C-273E89408BCD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684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66137" y="1245079"/>
            <a:ext cx="11987840" cy="56179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partir do número de usuários que interagem com o sistema, podemos classificar os sistemas </a:t>
            </a:r>
            <a:r>
              <a:rPr lang="pt-BR" sz="2100" dirty="0" err="1">
                <a:ea typeface="+mn-lt"/>
                <a:cs typeface="+mn-lt"/>
              </a:rPr>
              <a:t>multiprogramáveis</a:t>
            </a:r>
            <a:r>
              <a:rPr lang="pt-BR" sz="2100" dirty="0">
                <a:ea typeface="+mn-lt"/>
                <a:cs typeface="+mn-lt"/>
              </a:rPr>
              <a:t> como: </a:t>
            </a:r>
            <a:r>
              <a:rPr lang="pt-BR" sz="2100" b="1" i="1" dirty="0">
                <a:ea typeface="+mn-lt"/>
                <a:cs typeface="+mn-lt"/>
              </a:rPr>
              <a:t>monousuário</a:t>
            </a:r>
            <a:r>
              <a:rPr lang="pt-BR" sz="2100" dirty="0">
                <a:ea typeface="+mn-lt"/>
                <a:cs typeface="+mn-lt"/>
              </a:rPr>
              <a:t> ou </a:t>
            </a:r>
            <a:r>
              <a:rPr lang="pt-BR" sz="2100" b="1" i="1" dirty="0">
                <a:ea typeface="+mn-lt"/>
                <a:cs typeface="+mn-lt"/>
              </a:rPr>
              <a:t>multiusuário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Sistemas </a:t>
            </a:r>
            <a:r>
              <a:rPr lang="pt-BR" sz="21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multiprogramáveis</a:t>
            </a:r>
            <a:r>
              <a:rPr lang="pt-BR" sz="21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</a:t>
            </a:r>
            <a:r>
              <a:rPr lang="pt-BR" sz="2100" b="1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monousuário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Conhecidos também como </a:t>
            </a:r>
            <a:r>
              <a:rPr lang="pt-BR" sz="2100" i="1" dirty="0">
                <a:solidFill>
                  <a:srgbClr val="F37207"/>
                </a:solidFill>
                <a:ea typeface="+mn-lt"/>
                <a:cs typeface="+mn-lt"/>
              </a:rPr>
              <a:t>sistemas operacionais de computadores pessoais</a:t>
            </a:r>
            <a:r>
              <a:rPr lang="pt-BR" sz="2100" dirty="0">
                <a:ea typeface="+mn-lt"/>
                <a:cs typeface="+mn-lt"/>
              </a:rPr>
              <a:t>; 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São encontrados em computadores pessoais, onde há apenas um </a:t>
            </a:r>
            <a:r>
              <a:rPr lang="pt-BR" sz="2100" b="1" i="1" dirty="0">
                <a:ea typeface="+mn-lt"/>
                <a:cs typeface="+mn-lt"/>
              </a:rPr>
              <a:t>único</a:t>
            </a:r>
            <a:r>
              <a:rPr lang="pt-BR" sz="2100" dirty="0">
                <a:ea typeface="+mn-lt"/>
                <a:cs typeface="+mn-lt"/>
              </a:rPr>
              <a:t> usuário interagindo com o sistema;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Ex.:</a:t>
            </a:r>
            <a:r>
              <a:rPr lang="pt-BR" sz="2100" dirty="0">
                <a:ea typeface="+mn-lt"/>
                <a:cs typeface="+mn-lt"/>
              </a:rPr>
              <a:t> MS-DOS, Windows 10, Linux </a:t>
            </a:r>
            <a:r>
              <a:rPr lang="pt-BR" sz="2100" dirty="0" err="1">
                <a:ea typeface="+mn-lt"/>
                <a:cs typeface="+mn-lt"/>
              </a:rPr>
              <a:t>Mint</a:t>
            </a:r>
            <a:r>
              <a:rPr lang="pt-BR" sz="2100" dirty="0">
                <a:ea typeface="+mn-lt"/>
                <a:cs typeface="+mn-lt"/>
              </a:rPr>
              <a:t>,...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Sistemas </a:t>
            </a:r>
            <a:r>
              <a:rPr lang="pt-BR" sz="2100" b="1" dirty="0" err="1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multiprogramáveis</a:t>
            </a:r>
            <a:r>
              <a:rPr lang="pt-BR" sz="2100" b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 </a:t>
            </a:r>
            <a:r>
              <a:rPr lang="pt-BR" sz="2100" b="1" i="1" dirty="0">
                <a:solidFill>
                  <a:schemeClr val="tx1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multiusuário</a:t>
            </a:r>
            <a:endParaRPr lang="en-US" sz="2100" dirty="0">
              <a:solidFill>
                <a:schemeClr val="tx1">
                  <a:lumMod val="75000"/>
                  <a:lumOff val="25000"/>
                </a:schemeClr>
              </a:solidFill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Conhecidos também como </a:t>
            </a:r>
            <a:r>
              <a:rPr lang="pt-BR" sz="2100" i="1" dirty="0">
                <a:solidFill>
                  <a:srgbClr val="F37207"/>
                </a:solidFill>
                <a:ea typeface="+mn-lt"/>
                <a:cs typeface="+mn-lt"/>
              </a:rPr>
              <a:t>sistemas operacionais de servidores</a:t>
            </a:r>
            <a:r>
              <a:rPr lang="pt-BR" sz="2100" dirty="0">
                <a:ea typeface="+mn-lt"/>
                <a:cs typeface="+mn-lt"/>
              </a:rPr>
              <a:t>; 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São ambientes interativos que possibilitam diversos usuários conectarem-se ao sistema simultaneamente;</a:t>
            </a:r>
            <a:endParaRPr lang="en-US" sz="2100" dirty="0">
              <a:ea typeface="+mn-lt"/>
              <a:cs typeface="+mn-lt"/>
            </a:endParaRPr>
          </a:p>
          <a:p>
            <a:pPr marL="1714500" lvl="3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Ex.: </a:t>
            </a:r>
            <a:r>
              <a:rPr lang="pt-BR" sz="2100" dirty="0">
                <a:ea typeface="+mn-lt"/>
                <a:cs typeface="+mn-lt"/>
              </a:rPr>
              <a:t>Windows NT (2000), UNIX, Ubuntu server,...</a:t>
            </a:r>
            <a:endParaRPr lang="en-US" dirty="0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Multiprogramáveis</a:t>
            </a:r>
            <a:endParaRPr lang="pt-BR" b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59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66137" y="1245079"/>
            <a:ext cx="11987840" cy="6740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Os sistemas </a:t>
            </a:r>
            <a:r>
              <a:rPr lang="pt-BR" sz="2100" i="1" dirty="0" err="1">
                <a:ea typeface="+mn-lt"/>
                <a:cs typeface="+mn-lt"/>
              </a:rPr>
              <a:t>multiprogramáveis</a:t>
            </a:r>
            <a:r>
              <a:rPr lang="pt-BR" sz="2100" dirty="0">
                <a:ea typeface="+mn-lt"/>
                <a:cs typeface="+mn-lt"/>
              </a:rPr>
              <a:t> ou </a:t>
            </a:r>
            <a:r>
              <a:rPr lang="pt-BR" sz="2100" i="1" dirty="0">
                <a:ea typeface="+mn-lt"/>
                <a:cs typeface="+mn-lt"/>
              </a:rPr>
              <a:t>multitarefa</a:t>
            </a:r>
            <a:r>
              <a:rPr lang="pt-BR" sz="2100" dirty="0">
                <a:ea typeface="+mn-lt"/>
                <a:cs typeface="+mn-lt"/>
              </a:rPr>
              <a:t> podem ser classificados pela forma com que suas </a:t>
            </a:r>
            <a:r>
              <a:rPr lang="pt-BR" sz="2100" b="1" i="1" dirty="0">
                <a:solidFill>
                  <a:srgbClr val="F37207"/>
                </a:solidFill>
                <a:ea typeface="+mn-lt"/>
                <a:cs typeface="+mn-lt"/>
              </a:rPr>
              <a:t>aplicações são gerenciadas</a:t>
            </a:r>
            <a:r>
              <a:rPr lang="pt-BR" sz="2100" dirty="0">
                <a:ea typeface="+mn-lt"/>
                <a:cs typeface="+mn-lt"/>
              </a:rPr>
              <a:t>.</a:t>
            </a:r>
            <a:endParaRPr lang="en-US" sz="2100" dirty="0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Multiprogramáveis</a:t>
            </a:r>
            <a:endParaRPr lang="pt-BR" b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Grupo 13">
            <a:extLst>
              <a:ext uri="{FF2B5EF4-FFF2-40B4-BE49-F238E27FC236}">
                <a16:creationId xmlns:a16="http://schemas.microsoft.com/office/drawing/2014/main" id="{68C083D8-C782-4E5F-A314-AEE3103614B8}"/>
              </a:ext>
            </a:extLst>
          </p:cNvPr>
          <p:cNvGrpSpPr/>
          <p:nvPr/>
        </p:nvGrpSpPr>
        <p:grpSpPr>
          <a:xfrm>
            <a:off x="2163951" y="2085203"/>
            <a:ext cx="7776864" cy="2677351"/>
            <a:chOff x="1919536" y="2027693"/>
            <a:chExt cx="8424935" cy="2779183"/>
          </a:xfrm>
        </p:grpSpPr>
        <p:sp>
          <p:nvSpPr>
            <p:cNvPr id="8" name="Text Box 3">
              <a:extLst>
                <a:ext uri="{FF2B5EF4-FFF2-40B4-BE49-F238E27FC236}">
                  <a16:creationId xmlns:a16="http://schemas.microsoft.com/office/drawing/2014/main" id="{429DE560-9FDA-41BF-B9B2-F08AD6C983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9552" y="2027693"/>
              <a:ext cx="3560349" cy="67091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>
                  <a:latin typeface="Calibri"/>
                  <a:cs typeface="Calibri"/>
                </a:rPr>
                <a:t>Sistemas</a:t>
              </a:r>
            </a:p>
            <a:p>
              <a:pPr algn="ctr"/>
              <a:r>
                <a:rPr lang="pt-BR" b="1" dirty="0">
                  <a:latin typeface="Calibri"/>
                  <a:cs typeface="Calibri"/>
                </a:rPr>
                <a:t>Multiprogramáveis/Multitarefa</a:t>
              </a:r>
            </a:p>
          </p:txBody>
        </p: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3FF8E479-6BA7-4F2D-B7E9-A1956EDEE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9536" y="4135962"/>
              <a:ext cx="2423244" cy="670914"/>
            </a:xfrm>
            <a:prstGeom prst="rect">
              <a:avLst/>
            </a:prstGeom>
            <a:solidFill>
              <a:srgbClr val="FFFF0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/>
                  <a:cs typeface="Calibri"/>
                </a:rPr>
                <a:t>Sistemas</a:t>
              </a:r>
            </a:p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/>
                  <a:cs typeface="Calibri"/>
                </a:rPr>
                <a:t>Batch</a:t>
              </a: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8DDAB5E3-C638-45FA-96B6-17FFA6A22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8894" y="4121501"/>
              <a:ext cx="2991096" cy="670914"/>
            </a:xfrm>
            <a:prstGeom prst="rect">
              <a:avLst/>
            </a:prstGeom>
            <a:solidFill>
              <a:srgbClr val="FFFF0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/>
                  <a:cs typeface="Calibri"/>
                </a:rPr>
                <a:t>Sistemas de</a:t>
              </a:r>
            </a:p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/>
                  <a:cs typeface="Calibri"/>
                </a:rPr>
                <a:t>Tempo Compartilhado</a:t>
              </a:r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55DDAD7F-CFC8-4970-800B-F2E024B09C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8196" y="4121501"/>
              <a:ext cx="1946275" cy="670914"/>
            </a:xfrm>
            <a:prstGeom prst="rect">
              <a:avLst/>
            </a:prstGeom>
            <a:solidFill>
              <a:srgbClr val="FFFF00"/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>
                  <a:solidFill>
                    <a:schemeClr val="tx1"/>
                  </a:solidFill>
                  <a:latin typeface="Calibri"/>
                  <a:cs typeface="Calibri"/>
                </a:rPr>
                <a:t>Sistemas de</a:t>
              </a:r>
            </a:p>
            <a:p>
              <a:pPr algn="ctr"/>
              <a:r>
                <a:rPr lang="pt-BR" b="1">
                  <a:solidFill>
                    <a:schemeClr val="tx1"/>
                  </a:solidFill>
                  <a:latin typeface="Calibri"/>
                  <a:cs typeface="Calibri"/>
                </a:rPr>
                <a:t>Tempo Real</a:t>
              </a:r>
            </a:p>
          </p:txBody>
        </p:sp>
        <p:sp>
          <p:nvSpPr>
            <p:cNvPr id="12" name="Line 7">
              <a:extLst>
                <a:ext uri="{FF2B5EF4-FFF2-40B4-BE49-F238E27FC236}">
                  <a16:creationId xmlns:a16="http://schemas.microsoft.com/office/drawing/2014/main" id="{399AC288-591A-435A-9159-7F62671E3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808" y="3386447"/>
              <a:ext cx="617220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b="1"/>
            </a:p>
          </p:txBody>
        </p:sp>
        <p:sp>
          <p:nvSpPr>
            <p:cNvPr id="13" name="Line 8">
              <a:extLst>
                <a:ext uri="{FF2B5EF4-FFF2-40B4-BE49-F238E27FC236}">
                  <a16:creationId xmlns:a16="http://schemas.microsoft.com/office/drawing/2014/main" id="{895C7F61-CDA2-4B55-A8E2-49C7534C75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39408" y="2729222"/>
              <a:ext cx="0" cy="64770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b="1"/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8047B899-C3D1-456C-8998-562AB1F848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6188" y="3387866"/>
              <a:ext cx="8806" cy="70470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b="1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E70E70C8-2EA3-49E2-AF47-95E6502107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96608" y="3386447"/>
              <a:ext cx="0" cy="68580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b="1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49C837C2-2A2A-49DF-86AE-D6A8D6537F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16008" y="3386447"/>
              <a:ext cx="0" cy="68580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 b="1"/>
            </a:p>
          </p:txBody>
        </p:sp>
      </p:grpSp>
      <p:sp>
        <p:nvSpPr>
          <p:cNvPr id="7" name="Nuvem 6">
            <a:extLst>
              <a:ext uri="{FF2B5EF4-FFF2-40B4-BE49-F238E27FC236}">
                <a16:creationId xmlns:a16="http://schemas.microsoft.com/office/drawing/2014/main" id="{C389FF78-3102-49D9-B0B7-813A71B27656}"/>
              </a:ext>
            </a:extLst>
          </p:cNvPr>
          <p:cNvSpPr/>
          <p:nvPr/>
        </p:nvSpPr>
        <p:spPr>
          <a:xfrm>
            <a:off x="969297" y="5155821"/>
            <a:ext cx="10153128" cy="1556792"/>
          </a:xfrm>
          <a:prstGeom prst="cloud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100" dirty="0">
                <a:latin typeface="Calibri"/>
                <a:cs typeface="Calibri"/>
              </a:rPr>
              <a:t>Um sistema operacional pode suportar um ou mais desses tipos de processamento, dependendo de sua implementação </a:t>
            </a:r>
          </a:p>
        </p:txBody>
      </p:sp>
    </p:spTree>
    <p:extLst>
      <p:ext uri="{BB962C8B-B14F-4D97-AF65-F5344CB8AC3E}">
        <p14:creationId xmlns:p14="http://schemas.microsoft.com/office/powerpoint/2010/main" val="1789520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66137" y="1245079"/>
            <a:ext cx="11987840" cy="45402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Foi o primeiro tipo de S.O </a:t>
            </a:r>
            <a:r>
              <a:rPr lang="pt-BR" sz="2100" i="1" dirty="0" err="1">
                <a:ea typeface="+mn-lt"/>
                <a:cs typeface="+mn-lt"/>
              </a:rPr>
              <a:t>multiprogramável</a:t>
            </a:r>
            <a:r>
              <a:rPr lang="pt-BR" sz="2100" dirty="0">
                <a:ea typeface="+mn-lt"/>
                <a:cs typeface="+mn-lt"/>
              </a:rPr>
              <a:t> a ser implementado na década de 1960;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i="1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Característica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Não exige a interação do usuário com a aplicação;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Todas as entradas e saídas de dados da aplicação são implementadas por algum tipo de memória secundária, geralmente </a:t>
            </a:r>
            <a:r>
              <a:rPr lang="pt-BR" sz="2100" i="1" dirty="0">
                <a:ea typeface="+mn-lt"/>
                <a:cs typeface="+mn-lt"/>
              </a:rPr>
              <a:t>arquivos</a:t>
            </a:r>
            <a:r>
              <a:rPr lang="pt-BR" sz="2100" dirty="0">
                <a:ea typeface="+mn-lt"/>
                <a:cs typeface="+mn-lt"/>
              </a:rPr>
              <a:t> em disco;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Exemplos de aplicações processadas em batch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Cálculos numéricos, compilações, ordenações, </a:t>
            </a:r>
            <a:r>
              <a:rPr lang="pt-BR" sz="2100" i="1" dirty="0">
                <a:ea typeface="+mn-lt"/>
                <a:cs typeface="+mn-lt"/>
              </a:rPr>
              <a:t>backups</a:t>
            </a:r>
            <a:r>
              <a:rPr lang="pt-BR" sz="2100" dirty="0">
                <a:ea typeface="+mn-lt"/>
                <a:cs typeface="+mn-lt"/>
              </a:rPr>
              <a:t> e todos aqueles onde não é necessária a interação com o usuário;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Atualmente, os </a:t>
            </a:r>
            <a:r>
              <a:rPr lang="pt-BR" sz="2100" dirty="0" err="1">
                <a:ea typeface="+mn-lt"/>
                <a:cs typeface="+mn-lt"/>
              </a:rPr>
              <a:t>S.Os</a:t>
            </a:r>
            <a:r>
              <a:rPr lang="pt-BR" sz="2100" dirty="0">
                <a:ea typeface="+mn-lt"/>
                <a:cs typeface="+mn-lt"/>
              </a:rPr>
              <a:t> implementam ou simulam o processamento batch, não existindo sistemas </a:t>
            </a:r>
            <a:r>
              <a:rPr lang="pt-BR" sz="2100" b="1" i="1" dirty="0">
                <a:ea typeface="+mn-lt"/>
                <a:cs typeface="+mn-lt"/>
              </a:rPr>
              <a:t>exclusivamente</a:t>
            </a:r>
            <a:r>
              <a:rPr lang="pt-BR" sz="2100" dirty="0">
                <a:ea typeface="+mn-lt"/>
                <a:cs typeface="+mn-lt"/>
              </a:rPr>
              <a:t> dedicados a este tipo de processamento.</a:t>
            </a:r>
            <a:endParaRPr lang="en-US" dirty="0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Batch</a:t>
            </a:r>
            <a:endParaRPr lang="pt-BR" b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088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360098"/>
            <a:ext cx="11987840" cy="47710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Também conhecido como sistemas de </a:t>
            </a:r>
            <a:r>
              <a:rPr lang="pt-BR" sz="2100" i="1" dirty="0">
                <a:solidFill>
                  <a:srgbClr val="F37207"/>
                </a:solidFill>
                <a:ea typeface="+mn-lt"/>
                <a:cs typeface="+mn-lt"/>
              </a:rPr>
              <a:t>time-sharing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Permite que diversos programas sejam executados a partir da divisão do tempo do processador em pequenos intervalos;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Intervalos denominados fatia </a:t>
            </a:r>
            <a:r>
              <a:rPr lang="pt-BR" sz="2100" i="1" dirty="0">
                <a:ea typeface="+mn-lt"/>
                <a:cs typeface="+mn-lt"/>
              </a:rPr>
              <a:t>de tempo (time-</a:t>
            </a:r>
            <a:r>
              <a:rPr lang="pt-BR" sz="2100" i="1" dirty="0" err="1">
                <a:ea typeface="+mn-lt"/>
                <a:cs typeface="+mn-lt"/>
              </a:rPr>
              <a:t>slice</a:t>
            </a:r>
            <a:r>
              <a:rPr lang="pt-BR" sz="2100" i="1" dirty="0">
                <a:ea typeface="+mn-lt"/>
                <a:cs typeface="+mn-lt"/>
              </a:rPr>
              <a:t>)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Características</a:t>
            </a:r>
            <a:endParaRPr lang="pt-BR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Caso a fatia de tempo não seja suficiente para a conclusão do programa e é interrompido pelo S.O e substituído por um outro;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Ele fica aguardando por uma nova fatia de tempo (</a:t>
            </a:r>
            <a:r>
              <a:rPr lang="pt-BR" sz="2100" i="1" dirty="0">
                <a:ea typeface="+mn-lt"/>
                <a:cs typeface="+mn-lt"/>
              </a:rPr>
              <a:t>time-</a:t>
            </a:r>
            <a:r>
              <a:rPr lang="pt-BR" sz="2100" i="1" dirty="0" err="1">
                <a:ea typeface="+mn-lt"/>
                <a:cs typeface="+mn-lt"/>
              </a:rPr>
              <a:t>slice</a:t>
            </a:r>
            <a:r>
              <a:rPr lang="pt-BR" sz="2100" dirty="0">
                <a:ea typeface="+mn-lt"/>
                <a:cs typeface="+mn-lt"/>
              </a:rPr>
              <a:t>);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6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Permite a interação dos usuários com o sistema através de terminais que incluem vídeo, teclado e mouse;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Atualmente a maioria dos </a:t>
            </a:r>
            <a:r>
              <a:rPr lang="pt-BR" sz="2100" dirty="0" err="1">
                <a:ea typeface="+mn-lt"/>
                <a:cs typeface="+mn-lt"/>
              </a:rPr>
              <a:t>S.Os</a:t>
            </a:r>
            <a:r>
              <a:rPr lang="pt-BR" sz="2100" dirty="0">
                <a:ea typeface="+mn-lt"/>
                <a:cs typeface="+mn-lt"/>
              </a:rPr>
              <a:t> são processadas em sistemas de tempo compartilhado.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Sistemas de Tempo Compartilhado</a:t>
            </a:r>
            <a:endParaRPr lang="pt-BR" b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306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360098"/>
            <a:ext cx="11987840" cy="44714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Diferente do sistema de tempo compartilhado nos sistemas de tempo real </a:t>
            </a:r>
            <a:r>
              <a:rPr lang="pt-BR" sz="2100" i="1" dirty="0">
                <a:ea typeface="+mn-lt"/>
                <a:cs typeface="+mn-lt"/>
              </a:rPr>
              <a:t>não existe </a:t>
            </a:r>
            <a:r>
              <a:rPr lang="pt-BR" sz="2100" dirty="0">
                <a:ea typeface="+mn-lt"/>
                <a:cs typeface="+mn-lt"/>
              </a:rPr>
              <a:t>a ideia de fatia de tempo;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Um programa utiliza o processador o tempo que for necessário ou até que apareça outro </a:t>
            </a:r>
            <a:r>
              <a:rPr lang="pt-BR" sz="2100" b="1" i="1" dirty="0">
                <a:solidFill>
                  <a:srgbClr val="F37207"/>
                </a:solidFill>
                <a:ea typeface="+mn-lt"/>
                <a:cs typeface="+mn-lt"/>
              </a:rPr>
              <a:t>mais prioritário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A prioridade de execução é definida pela </a:t>
            </a:r>
            <a:r>
              <a:rPr lang="pt-BR" sz="2100" i="1" dirty="0">
                <a:ea typeface="+mn-lt"/>
                <a:cs typeface="+mn-lt"/>
              </a:rPr>
              <a:t>própria aplicação </a:t>
            </a:r>
            <a:r>
              <a:rPr lang="pt-BR" sz="2100" dirty="0">
                <a:ea typeface="+mn-lt"/>
                <a:cs typeface="+mn-lt"/>
              </a:rPr>
              <a:t>e não pelo sistema operacional, como nos sistemas de tempo compartilhado;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Esses sistemas, normalmente, são utilizados: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Monitoramento de refinarias de petróleo;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Controle de tráfego aéreo, de usinas termoelétricas e nucleares;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Ou em qualquer aplicação onde o tempo de resposta é fator fundamental;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Ex.:</a:t>
            </a:r>
            <a:r>
              <a:rPr lang="pt-BR" sz="2100" dirty="0">
                <a:ea typeface="+mn-lt"/>
                <a:cs typeface="+mn-lt"/>
              </a:rPr>
              <a:t> S.O </a:t>
            </a:r>
            <a:r>
              <a:rPr lang="en-US" sz="2100" dirty="0" err="1">
                <a:ea typeface="+mn-lt"/>
                <a:cs typeface="+mn-lt"/>
              </a:rPr>
              <a:t>eCos</a:t>
            </a:r>
            <a:r>
              <a:rPr lang="pt-BR" sz="2100" dirty="0">
                <a:ea typeface="+mn-lt"/>
                <a:cs typeface="+mn-lt"/>
              </a:rPr>
              <a:t> </a:t>
            </a:r>
            <a:r>
              <a:rPr lang="en-US" sz="2100" dirty="0">
                <a:ea typeface="+mn-lt"/>
                <a:cs typeface="+mn-lt"/>
              </a:rPr>
              <a:t>(</a:t>
            </a:r>
            <a:r>
              <a:rPr lang="en-US" sz="2100" i="1" dirty="0">
                <a:ea typeface="+mn-lt"/>
                <a:cs typeface="+mn-lt"/>
              </a:rPr>
              <a:t>embedded configurable operating system</a:t>
            </a:r>
            <a:r>
              <a:rPr lang="en-US" sz="2100" dirty="0">
                <a:ea typeface="+mn-lt"/>
                <a:cs typeface="+mn-lt"/>
              </a:rPr>
              <a:t>).</a:t>
            </a:r>
            <a:endParaRPr lang="en-US" dirty="0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631722" y="253043"/>
            <a:ext cx="492855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Sistemas de Tempo Real</a:t>
            </a:r>
            <a:endParaRPr lang="pt-BR" b="1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160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AC153A-AD22-4524-8D57-9C5A5B91B9B8}"/>
              </a:ext>
            </a:extLst>
          </p:cNvPr>
          <p:cNvSpPr txBox="1"/>
          <p:nvPr/>
        </p:nvSpPr>
        <p:spPr>
          <a:xfrm>
            <a:off x="109269" y="1575758"/>
            <a:ext cx="11987840" cy="34450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Caracterizam por possui </a:t>
            </a:r>
            <a:r>
              <a:rPr lang="pt-BR" sz="2100" b="1" i="1" dirty="0">
                <a:ea typeface="+mn-lt"/>
                <a:cs typeface="+mn-lt"/>
              </a:rPr>
              <a:t>duas ou mais </a:t>
            </a:r>
            <a:r>
              <a:rPr lang="pt-BR" sz="2100" dirty="0">
                <a:ea typeface="+mn-lt"/>
                <a:cs typeface="+mn-lt"/>
              </a:rPr>
              <a:t>CPUs interligadas, trabalhando em conjunto;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Permite que vários programas sejam executados ao mesmo tempo;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Um mesmo programa pode ser subdividido em partes para serem executadas </a:t>
            </a:r>
            <a:r>
              <a:rPr lang="pt-BR" sz="2100" i="1" dirty="0">
                <a:ea typeface="+mn-lt"/>
                <a:cs typeface="+mn-lt"/>
              </a:rPr>
              <a:t>simultaneamente</a:t>
            </a:r>
            <a:r>
              <a:rPr lang="pt-BR" sz="2100" dirty="0">
                <a:ea typeface="+mn-lt"/>
                <a:cs typeface="+mn-lt"/>
              </a:rPr>
              <a:t> em mais de um processador;</a:t>
            </a:r>
            <a:endParaRPr lang="en-US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Vantagens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Escalabilidade,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Disponibilidade; 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Balanceamento de carga.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  <a:endParaRPr lang="pt-BR" sz="2400" b="1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6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DA41D110-200C-4D2D-A1B7-033CED979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513" y="3230937"/>
            <a:ext cx="4396596" cy="357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0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22915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Operacional</a:t>
            </a:r>
            <a:endParaRPr lang="pt-BR" dirty="0"/>
          </a:p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  <a:endParaRPr lang="pt-BR" sz="2400" b="1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Grupo 38">
            <a:extLst>
              <a:ext uri="{FF2B5EF4-FFF2-40B4-BE49-F238E27FC236}">
                <a16:creationId xmlns:a16="http://schemas.microsoft.com/office/drawing/2014/main" id="{EFB36DFF-DC14-4E7D-847D-8CCE9E0E10AD}"/>
              </a:ext>
            </a:extLst>
          </p:cNvPr>
          <p:cNvGrpSpPr/>
          <p:nvPr/>
        </p:nvGrpSpPr>
        <p:grpSpPr>
          <a:xfrm>
            <a:off x="695644" y="1570321"/>
            <a:ext cx="10426645" cy="4746745"/>
            <a:chOff x="623757" y="1052736"/>
            <a:chExt cx="10426645" cy="4746745"/>
          </a:xfrm>
        </p:grpSpPr>
        <p:sp>
          <p:nvSpPr>
            <p:cNvPr id="8" name="Text Box 4">
              <a:extLst>
                <a:ext uri="{FF2B5EF4-FFF2-40B4-BE49-F238E27FC236}">
                  <a16:creationId xmlns:a16="http://schemas.microsoft.com/office/drawing/2014/main" id="{EE8D97AD-F4EC-4692-A881-94E864D70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531" y="1052736"/>
              <a:ext cx="4210950" cy="1015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square" lIns="91440" tIns="45720" rIns="91440" bIns="45720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3000" b="1" dirty="0">
                  <a:latin typeface="Calibri"/>
                  <a:cs typeface="Calibri"/>
                </a:rPr>
                <a:t>Sistemas com Múltiplos</a:t>
              </a:r>
            </a:p>
            <a:p>
              <a:pPr algn="ctr"/>
              <a:r>
                <a:rPr lang="pt-BR" sz="3000" b="1" dirty="0">
                  <a:latin typeface="Calibri"/>
                  <a:cs typeface="Calibri"/>
                </a:rPr>
                <a:t> Processadores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A9A3BE4C-FF56-42A1-9011-5846EE479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74722" y="3092872"/>
              <a:ext cx="3960000" cy="64633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 anchor="ctr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/>
                  <a:cs typeface="Calibri"/>
                </a:rPr>
                <a:t>Sistemas </a:t>
              </a:r>
              <a:r>
                <a:rPr lang="pt-BR" b="1" i="1" dirty="0">
                  <a:solidFill>
                    <a:schemeClr val="tx1"/>
                  </a:solidFill>
                  <a:latin typeface="Calibri"/>
                  <a:cs typeface="Calibri"/>
                </a:rPr>
                <a:t>Fracamente</a:t>
              </a:r>
            </a:p>
            <a:p>
              <a:pPr algn="ctr"/>
              <a:r>
                <a:rPr lang="pt-BR" b="1" dirty="0">
                  <a:solidFill>
                    <a:schemeClr val="tx1"/>
                  </a:solidFill>
                  <a:latin typeface="Calibri"/>
                  <a:cs typeface="Calibri"/>
                </a:rPr>
                <a:t>Acoplado</a:t>
              </a:r>
            </a:p>
          </p:txBody>
        </p:sp>
        <p:grpSp>
          <p:nvGrpSpPr>
            <p:cNvPr id="10" name="Grupo 37">
              <a:extLst>
                <a:ext uri="{FF2B5EF4-FFF2-40B4-BE49-F238E27FC236}">
                  <a16:creationId xmlns:a16="http://schemas.microsoft.com/office/drawing/2014/main" id="{71C83971-3594-4690-A247-D435ECA2B4F1}"/>
                </a:ext>
              </a:extLst>
            </p:cNvPr>
            <p:cNvGrpSpPr/>
            <p:nvPr/>
          </p:nvGrpSpPr>
          <p:grpSpPr>
            <a:xfrm>
              <a:off x="6489691" y="3832435"/>
              <a:ext cx="4560711" cy="1967046"/>
              <a:chOff x="6489691" y="3832435"/>
              <a:chExt cx="4560711" cy="1967046"/>
            </a:xfrm>
          </p:grpSpPr>
          <p:sp>
            <p:nvSpPr>
              <p:cNvPr id="26" name="Text Box 9">
                <a:extLst>
                  <a:ext uri="{FF2B5EF4-FFF2-40B4-BE49-F238E27FC236}">
                    <a16:creationId xmlns:a16="http://schemas.microsoft.com/office/drawing/2014/main" id="{05C17D68-091D-48D2-BD2C-51D951FD5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89691" y="4873392"/>
                <a:ext cx="2232512" cy="92333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b="1" dirty="0"/>
                  <a:t>Sistemas</a:t>
                </a:r>
              </a:p>
              <a:p>
                <a:pPr algn="ctr"/>
                <a:r>
                  <a:rPr lang="pt-BR" b="1" dirty="0"/>
                  <a:t>Operacionais</a:t>
                </a:r>
              </a:p>
              <a:p>
                <a:pPr algn="ctr"/>
                <a:r>
                  <a:rPr lang="pt-BR" b="1" dirty="0"/>
                  <a:t>de Rede</a:t>
                </a:r>
              </a:p>
            </p:txBody>
          </p:sp>
          <p:sp>
            <p:nvSpPr>
              <p:cNvPr id="27" name="Text Box 10">
                <a:extLst>
                  <a:ext uri="{FF2B5EF4-FFF2-40B4-BE49-F238E27FC236}">
                    <a16:creationId xmlns:a16="http://schemas.microsoft.com/office/drawing/2014/main" id="{AC93761A-24F1-461A-8B47-1427024017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18531" y="4876151"/>
                <a:ext cx="2131871" cy="92333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noFill/>
                <a:headEnd/>
                <a:tailEnd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b="1" dirty="0"/>
                  <a:t>Sistemas</a:t>
                </a:r>
              </a:p>
              <a:p>
                <a:pPr algn="ctr"/>
                <a:r>
                  <a:rPr lang="pt-BR" b="1" dirty="0"/>
                  <a:t>Operacionais</a:t>
                </a:r>
              </a:p>
              <a:p>
                <a:pPr algn="ctr"/>
                <a:r>
                  <a:rPr lang="pt-BR" b="1" dirty="0"/>
                  <a:t>Distribuídos</a:t>
                </a:r>
              </a:p>
            </p:txBody>
          </p:sp>
          <p:grpSp>
            <p:nvGrpSpPr>
              <p:cNvPr id="28" name="Grupo 21">
                <a:extLst>
                  <a:ext uri="{FF2B5EF4-FFF2-40B4-BE49-F238E27FC236}">
                    <a16:creationId xmlns:a16="http://schemas.microsoft.com/office/drawing/2014/main" id="{BA42A59E-B55D-4330-9D4F-9E5F90B45B23}"/>
                  </a:ext>
                </a:extLst>
              </p:cNvPr>
              <p:cNvGrpSpPr/>
              <p:nvPr/>
            </p:nvGrpSpPr>
            <p:grpSpPr>
              <a:xfrm>
                <a:off x="7732462" y="3832435"/>
                <a:ext cx="2133600" cy="1029764"/>
                <a:chOff x="7732462" y="3832435"/>
                <a:chExt cx="2133600" cy="1029764"/>
              </a:xfrm>
            </p:grpSpPr>
            <p:sp>
              <p:nvSpPr>
                <p:cNvPr id="29" name="Line 12">
                  <a:extLst>
                    <a:ext uri="{FF2B5EF4-FFF2-40B4-BE49-F238E27FC236}">
                      <a16:creationId xmlns:a16="http://schemas.microsoft.com/office/drawing/2014/main" id="{2C0AD4AC-7219-4DDC-B858-A8A3B34E4C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732462" y="4382139"/>
                  <a:ext cx="2133600" cy="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  <p:sp>
              <p:nvSpPr>
                <p:cNvPr id="30" name="Line 15">
                  <a:extLst>
                    <a:ext uri="{FF2B5EF4-FFF2-40B4-BE49-F238E27FC236}">
                      <a16:creationId xmlns:a16="http://schemas.microsoft.com/office/drawing/2014/main" id="{FB5A71CE-582B-4689-AA27-C16E8055AC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739129" y="4385949"/>
                  <a:ext cx="0" cy="47625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  <p:sp>
              <p:nvSpPr>
                <p:cNvPr id="31" name="Line 16">
                  <a:extLst>
                    <a:ext uri="{FF2B5EF4-FFF2-40B4-BE49-F238E27FC236}">
                      <a16:creationId xmlns:a16="http://schemas.microsoft.com/office/drawing/2014/main" id="{90029ACF-02AC-42A8-80D5-A8BCF99152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862887" y="4375789"/>
                  <a:ext cx="0" cy="47625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  <p:sp>
              <p:nvSpPr>
                <p:cNvPr id="32" name="Line 17">
                  <a:extLst>
                    <a:ext uri="{FF2B5EF4-FFF2-40B4-BE49-F238E27FC236}">
                      <a16:creationId xmlns:a16="http://schemas.microsoft.com/office/drawing/2014/main" id="{882ED3EE-65F5-44DC-98AB-177631E4A1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856412" y="3832435"/>
                  <a:ext cx="0" cy="548136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</p:grpSp>
        </p:grpSp>
        <p:grpSp>
          <p:nvGrpSpPr>
            <p:cNvPr id="11" name="Grupo 36">
              <a:extLst>
                <a:ext uri="{FF2B5EF4-FFF2-40B4-BE49-F238E27FC236}">
                  <a16:creationId xmlns:a16="http://schemas.microsoft.com/office/drawing/2014/main" id="{6EB60751-53B3-4379-A8BD-BD15EF532B57}"/>
                </a:ext>
              </a:extLst>
            </p:cNvPr>
            <p:cNvGrpSpPr/>
            <p:nvPr/>
          </p:nvGrpSpPr>
          <p:grpSpPr>
            <a:xfrm>
              <a:off x="623757" y="2081886"/>
              <a:ext cx="8183312" cy="3508397"/>
              <a:chOff x="631098" y="2081886"/>
              <a:chExt cx="7766883" cy="3508397"/>
            </a:xfrm>
          </p:grpSpPr>
          <p:sp>
            <p:nvSpPr>
              <p:cNvPr id="12" name="Text Box 5">
                <a:extLst>
                  <a:ext uri="{FF2B5EF4-FFF2-40B4-BE49-F238E27FC236}">
                    <a16:creationId xmlns:a16="http://schemas.microsoft.com/office/drawing/2014/main" id="{0D55CA6D-65C0-4784-B1E8-331310B0C4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8012" y="3094714"/>
                <a:ext cx="3758903" cy="64633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headEnd/>
                <a:tailEnd/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b="1" dirty="0">
                    <a:solidFill>
                      <a:schemeClr val="tx1"/>
                    </a:solidFill>
                    <a:latin typeface="Calibri"/>
                    <a:cs typeface="Calibri"/>
                  </a:rPr>
                  <a:t>Sistemas </a:t>
                </a:r>
                <a:r>
                  <a:rPr lang="pt-BR" b="1" i="1" dirty="0">
                    <a:solidFill>
                      <a:schemeClr val="tx1"/>
                    </a:solidFill>
                    <a:latin typeface="Calibri"/>
                    <a:cs typeface="Calibri"/>
                  </a:rPr>
                  <a:t>Fortemente</a:t>
                </a:r>
              </a:p>
              <a:p>
                <a:pPr algn="ctr"/>
                <a:r>
                  <a:rPr lang="pt-BR" b="1" dirty="0">
                    <a:solidFill>
                      <a:schemeClr val="tx1"/>
                    </a:solidFill>
                    <a:latin typeface="Calibri"/>
                    <a:cs typeface="Calibri"/>
                  </a:rPr>
                  <a:t>Acoplado/Sistemas paralelos</a:t>
                </a:r>
              </a:p>
            </p:txBody>
          </p:sp>
          <p:sp>
            <p:nvSpPr>
              <p:cNvPr id="13" name="Text Box 7">
                <a:extLst>
                  <a:ext uri="{FF2B5EF4-FFF2-40B4-BE49-F238E27FC236}">
                    <a16:creationId xmlns:a16="http://schemas.microsoft.com/office/drawing/2014/main" id="{14FA5FDA-611C-45C7-8F3C-F61DDB8288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1098" y="4851619"/>
                <a:ext cx="1644370" cy="73866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sz="2100" b="1" dirty="0"/>
                  <a:t>Sistemas</a:t>
                </a:r>
              </a:p>
              <a:p>
                <a:pPr algn="ctr"/>
                <a:r>
                  <a:rPr lang="pt-BR" sz="2100" b="1" dirty="0"/>
                  <a:t>Simétricos</a:t>
                </a:r>
              </a:p>
            </p:txBody>
          </p:sp>
          <p:sp>
            <p:nvSpPr>
              <p:cNvPr id="14" name="Text Box 8">
                <a:extLst>
                  <a:ext uri="{FF2B5EF4-FFF2-40B4-BE49-F238E27FC236}">
                    <a16:creationId xmlns:a16="http://schemas.microsoft.com/office/drawing/2014/main" id="{6608701F-D9F7-4860-A720-4B385DEE66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21862" y="4838920"/>
                <a:ext cx="1709731" cy="738664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pt-BR" sz="2100" b="1" dirty="0"/>
                  <a:t>Sistemas</a:t>
                </a:r>
              </a:p>
              <a:p>
                <a:pPr algn="ctr"/>
                <a:r>
                  <a:rPr lang="pt-BR" sz="2100" b="1" dirty="0"/>
                  <a:t>Assimétricos</a:t>
                </a:r>
              </a:p>
            </p:txBody>
          </p:sp>
          <p:grpSp>
            <p:nvGrpSpPr>
              <p:cNvPr id="15" name="Grupo 22">
                <a:extLst>
                  <a:ext uri="{FF2B5EF4-FFF2-40B4-BE49-F238E27FC236}">
                    <a16:creationId xmlns:a16="http://schemas.microsoft.com/office/drawing/2014/main" id="{4A075C23-A935-4F39-A217-5A9064CD2BC0}"/>
                  </a:ext>
                </a:extLst>
              </p:cNvPr>
              <p:cNvGrpSpPr/>
              <p:nvPr/>
            </p:nvGrpSpPr>
            <p:grpSpPr>
              <a:xfrm>
                <a:off x="1441637" y="3834286"/>
                <a:ext cx="2133599" cy="1001010"/>
                <a:chOff x="1441637" y="3834286"/>
                <a:chExt cx="2133599" cy="1001010"/>
              </a:xfrm>
            </p:grpSpPr>
            <p:sp>
              <p:nvSpPr>
                <p:cNvPr id="22" name="Line 12">
                  <a:extLst>
                    <a:ext uri="{FF2B5EF4-FFF2-40B4-BE49-F238E27FC236}">
                      <a16:creationId xmlns:a16="http://schemas.microsoft.com/office/drawing/2014/main" id="{F43F85A0-6706-4376-B049-86C8B35C3B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1637" y="4355236"/>
                  <a:ext cx="2133599" cy="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  <p:sp>
              <p:nvSpPr>
                <p:cNvPr id="23" name="Line 15">
                  <a:extLst>
                    <a:ext uri="{FF2B5EF4-FFF2-40B4-BE49-F238E27FC236}">
                      <a16:creationId xmlns:a16="http://schemas.microsoft.com/office/drawing/2014/main" id="{DE1BCEC4-E6E5-4A3F-BF3A-7D73DB36D4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8305" y="4359046"/>
                  <a:ext cx="0" cy="47625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  <p:sp>
              <p:nvSpPr>
                <p:cNvPr id="24" name="Line 16">
                  <a:extLst>
                    <a:ext uri="{FF2B5EF4-FFF2-40B4-BE49-F238E27FC236}">
                      <a16:creationId xmlns:a16="http://schemas.microsoft.com/office/drawing/2014/main" id="{65309F77-A02D-4359-8E4E-16F49B4A49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72062" y="4348886"/>
                  <a:ext cx="0" cy="47625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  <p:sp>
              <p:nvSpPr>
                <p:cNvPr id="25" name="Line 17">
                  <a:extLst>
                    <a:ext uri="{FF2B5EF4-FFF2-40B4-BE49-F238E27FC236}">
                      <a16:creationId xmlns:a16="http://schemas.microsoft.com/office/drawing/2014/main" id="{0C0D0DBD-A666-4FB4-A97D-C22B5C992A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1945" y="3834286"/>
                  <a:ext cx="0" cy="51938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</p:grpSp>
          <p:grpSp>
            <p:nvGrpSpPr>
              <p:cNvPr id="16" name="Grupo 33">
                <a:extLst>
                  <a:ext uri="{FF2B5EF4-FFF2-40B4-BE49-F238E27FC236}">
                    <a16:creationId xmlns:a16="http://schemas.microsoft.com/office/drawing/2014/main" id="{B1DF2783-44FC-4803-89AA-950D738184F7}"/>
                  </a:ext>
                </a:extLst>
              </p:cNvPr>
              <p:cNvGrpSpPr/>
              <p:nvPr/>
            </p:nvGrpSpPr>
            <p:grpSpPr>
              <a:xfrm>
                <a:off x="2518416" y="2081886"/>
                <a:ext cx="5879565" cy="1001451"/>
                <a:chOff x="2640274" y="2081886"/>
                <a:chExt cx="5879565" cy="1001451"/>
              </a:xfrm>
            </p:grpSpPr>
            <p:sp>
              <p:nvSpPr>
                <p:cNvPr id="17" name="Line 22">
                  <a:extLst>
                    <a:ext uri="{FF2B5EF4-FFF2-40B4-BE49-F238E27FC236}">
                      <a16:creationId xmlns:a16="http://schemas.microsoft.com/office/drawing/2014/main" id="{225CA597-A194-439A-B44D-222382F2A35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63936" y="2081886"/>
                  <a:ext cx="0" cy="361950"/>
                </a:xfrm>
                <a:prstGeom prst="line">
                  <a:avLst/>
                </a:prstGeom>
                <a:ln>
                  <a:headEnd/>
                  <a:tailEnd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wrap="none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pt-BR" b="1"/>
                </a:p>
              </p:txBody>
            </p:sp>
            <p:grpSp>
              <p:nvGrpSpPr>
                <p:cNvPr id="18" name="Grupo 32">
                  <a:extLst>
                    <a:ext uri="{FF2B5EF4-FFF2-40B4-BE49-F238E27FC236}">
                      <a16:creationId xmlns:a16="http://schemas.microsoft.com/office/drawing/2014/main" id="{852B90E4-15CF-4758-81C3-656816556742}"/>
                    </a:ext>
                  </a:extLst>
                </p:cNvPr>
                <p:cNvGrpSpPr/>
                <p:nvPr/>
              </p:nvGrpSpPr>
              <p:grpSpPr>
                <a:xfrm>
                  <a:off x="2640274" y="2442598"/>
                  <a:ext cx="5879565" cy="640739"/>
                  <a:chOff x="2640274" y="2442598"/>
                  <a:chExt cx="5879565" cy="640739"/>
                </a:xfrm>
              </p:grpSpPr>
              <p:sp>
                <p:nvSpPr>
                  <p:cNvPr id="19" name="Line 20">
                    <a:extLst>
                      <a:ext uri="{FF2B5EF4-FFF2-40B4-BE49-F238E27FC236}">
                        <a16:creationId xmlns:a16="http://schemas.microsoft.com/office/drawing/2014/main" id="{FF017FBF-99E3-4E69-BEFB-1DD715C9D0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41780" y="2449941"/>
                    <a:ext cx="1543" cy="633396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BR" b="1" dirty="0"/>
                  </a:p>
                </p:txBody>
              </p:sp>
              <p:cxnSp>
                <p:nvCxnSpPr>
                  <p:cNvPr id="20" name="Conector reto 19">
                    <a:extLst>
                      <a:ext uri="{FF2B5EF4-FFF2-40B4-BE49-F238E27FC236}">
                        <a16:creationId xmlns:a16="http://schemas.microsoft.com/office/drawing/2014/main" id="{A43A1B59-3FCB-42FC-952F-B06737E79F4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640274" y="2442598"/>
                    <a:ext cx="5879565" cy="1238"/>
                  </a:xfrm>
                  <a:prstGeom prst="line">
                    <a:avLst/>
                  </a:prstGeom>
                  <a:ln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" name="Line 20">
                    <a:extLst>
                      <a:ext uri="{FF2B5EF4-FFF2-40B4-BE49-F238E27FC236}">
                        <a16:creationId xmlns:a16="http://schemas.microsoft.com/office/drawing/2014/main" id="{EF3B806B-4704-4548-9E4D-18A00B00BB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514431" y="2449784"/>
                    <a:ext cx="0" cy="590320"/>
                  </a:xfrm>
                  <a:prstGeom prst="line">
                    <a:avLst/>
                  </a:prstGeom>
                  <a:ln>
                    <a:headEnd/>
                    <a:tailEnd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 wrap="none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pt-BR" b="1" dirty="0"/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101100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</a:p>
          <a:p>
            <a:pPr algn="ctr"/>
            <a:r>
              <a:rPr lang="pt-BR" sz="2400" b="1" dirty="0">
                <a:cs typeface="Calibri"/>
              </a:rPr>
              <a:t>Fortemente Acoplados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C7B8261-47CF-4110-B21A-EA6ABF4E28F2}"/>
              </a:ext>
            </a:extLst>
          </p:cNvPr>
          <p:cNvGrpSpPr/>
          <p:nvPr/>
        </p:nvGrpSpPr>
        <p:grpSpPr>
          <a:xfrm>
            <a:off x="1094902" y="1464048"/>
            <a:ext cx="9535661" cy="4825420"/>
            <a:chOff x="1342067" y="1510891"/>
            <a:chExt cx="9001700" cy="4464500"/>
          </a:xfrm>
        </p:grpSpPr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4B21E304-02DC-4168-BEA0-67C6B925A8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2067" y="1510891"/>
              <a:ext cx="9001700" cy="4464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CaixaDeTexto 3">
              <a:extLst>
                <a:ext uri="{FF2B5EF4-FFF2-40B4-BE49-F238E27FC236}">
                  <a16:creationId xmlns:a16="http://schemas.microsoft.com/office/drawing/2014/main" id="{C5A0B79D-E9CD-409B-B844-BA584487403E}"/>
                </a:ext>
              </a:extLst>
            </p:cNvPr>
            <p:cNvSpPr txBox="1"/>
            <p:nvPr/>
          </p:nvSpPr>
          <p:spPr>
            <a:xfrm>
              <a:off x="2363320" y="2716231"/>
              <a:ext cx="580608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/>
                <a:t>CPU</a:t>
              </a:r>
            </a:p>
          </p:txBody>
        </p:sp>
        <p:sp>
          <p:nvSpPr>
            <p:cNvPr id="10" name="CaixaDeTexto 4">
              <a:extLst>
                <a:ext uri="{FF2B5EF4-FFF2-40B4-BE49-F238E27FC236}">
                  <a16:creationId xmlns:a16="http://schemas.microsoft.com/office/drawing/2014/main" id="{6315D971-B143-4804-8BBF-60486F2CDFAD}"/>
                </a:ext>
              </a:extLst>
            </p:cNvPr>
            <p:cNvSpPr txBox="1"/>
            <p:nvPr/>
          </p:nvSpPr>
          <p:spPr>
            <a:xfrm>
              <a:off x="8734710" y="2722409"/>
              <a:ext cx="580608" cy="3693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b="1" dirty="0"/>
                <a:t>CPU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0762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</a:p>
          <a:p>
            <a:pPr algn="ctr"/>
            <a:r>
              <a:rPr lang="pt-BR" sz="2400" b="1" dirty="0">
                <a:cs typeface="Calibri"/>
              </a:rPr>
              <a:t>Fortemente Acoplados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20FC0E0-E311-40C9-8530-377B2AFA4C1E}"/>
              </a:ext>
            </a:extLst>
          </p:cNvPr>
          <p:cNvSpPr txBox="1"/>
          <p:nvPr/>
        </p:nvSpPr>
        <p:spPr>
          <a:xfrm>
            <a:off x="123646" y="1431985"/>
            <a:ext cx="11987840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 Também conhecido como </a:t>
            </a:r>
            <a:r>
              <a:rPr lang="pt-BR" sz="2100" b="1" i="1" dirty="0">
                <a:solidFill>
                  <a:srgbClr val="F37207"/>
                </a:solidFill>
                <a:latin typeface="Calibri"/>
                <a:cs typeface="Calibri"/>
              </a:rPr>
              <a:t>sistemas paralelos</a:t>
            </a:r>
            <a:r>
              <a:rPr lang="pt-BR" sz="2100" dirty="0">
                <a:latin typeface="Calibri"/>
                <a:cs typeface="Calibri"/>
              </a:rPr>
              <a:t>;</a:t>
            </a:r>
            <a:r>
              <a:rPr lang="en-US" sz="2100" dirty="0">
                <a:latin typeface="Calibri"/>
                <a:cs typeface="Calibri"/>
              </a:rPr>
              <a:t>​</a:t>
            </a:r>
            <a:endParaRPr lang="pt-BR">
              <a:cs typeface="Calibri" panose="020F0502020204030204"/>
            </a:endParaRPr>
          </a:p>
          <a:p>
            <a:pPr algn="just"/>
            <a:endParaRPr lang="en-US" sz="2100" dirty="0">
              <a:latin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 Máquinas multiprocessadoras que possuem mais de um processador;</a:t>
            </a:r>
            <a:r>
              <a:rPr lang="en-US" sz="2100" dirty="0">
                <a:latin typeface="Calibri"/>
                <a:cs typeface="Calibri"/>
              </a:rPr>
              <a:t>​</a:t>
            </a:r>
          </a:p>
          <a:p>
            <a:pPr algn="just"/>
            <a:endParaRPr lang="en-US" sz="2100" dirty="0">
              <a:latin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 Existem dois ou </a:t>
            </a:r>
            <a:r>
              <a:rPr lang="pt-BR" sz="2100" i="1" dirty="0">
                <a:latin typeface="Calibri"/>
                <a:cs typeface="Calibri"/>
              </a:rPr>
              <a:t>mais processadores </a:t>
            </a:r>
            <a:r>
              <a:rPr lang="pt-BR" sz="2100" dirty="0">
                <a:latin typeface="Calibri"/>
                <a:cs typeface="Calibri"/>
              </a:rPr>
              <a:t>compartilhando uma </a:t>
            </a:r>
            <a:r>
              <a:rPr lang="pt-BR" sz="2100" b="1" i="1" dirty="0">
                <a:solidFill>
                  <a:srgbClr val="F37207"/>
                </a:solidFill>
                <a:latin typeface="Calibri"/>
                <a:cs typeface="Calibri"/>
              </a:rPr>
              <a:t>única memória </a:t>
            </a:r>
            <a:r>
              <a:rPr lang="pt-BR" sz="2100" dirty="0">
                <a:latin typeface="Calibri"/>
                <a:cs typeface="Calibri"/>
              </a:rPr>
              <a:t>e controlados por apenas um único S.O;</a:t>
            </a:r>
            <a:r>
              <a:rPr lang="en-US" sz="2100" dirty="0">
                <a:latin typeface="Calibri"/>
                <a:cs typeface="Calibri"/>
              </a:rPr>
              <a:t>​</a:t>
            </a:r>
          </a:p>
          <a:p>
            <a:pPr algn="just"/>
            <a:endParaRPr lang="pt-BR" sz="2100" dirty="0">
              <a:latin typeface="Calibri"/>
              <a:cs typeface="Calibri"/>
            </a:endParaRPr>
          </a:p>
          <a:p>
            <a:pPr lvl="1" algn="just">
              <a:buChar char="•"/>
            </a:pPr>
            <a:r>
              <a:rPr lang="pt-BR" sz="2100" b="1" dirty="0">
                <a:solidFill>
                  <a:srgbClr val="7F7F7F"/>
                </a:solidFill>
                <a:latin typeface="Calibri"/>
                <a:cs typeface="Calibri"/>
              </a:rPr>
              <a:t>Sistemas Simétricos – SMP (</a:t>
            </a:r>
            <a:r>
              <a:rPr lang="pt-BR" sz="2100" b="1" i="1" dirty="0" err="1">
                <a:solidFill>
                  <a:srgbClr val="7F7F7F"/>
                </a:solidFill>
                <a:latin typeface="Calibri"/>
                <a:cs typeface="Calibri"/>
              </a:rPr>
              <a:t>Symmetric</a:t>
            </a:r>
            <a:r>
              <a:rPr lang="pt-BR" sz="2100" b="1" i="1" dirty="0">
                <a:solidFill>
                  <a:srgbClr val="7F7F7F"/>
                </a:solidFill>
                <a:latin typeface="Calibri"/>
                <a:cs typeface="Calibri"/>
              </a:rPr>
              <a:t> </a:t>
            </a:r>
            <a:r>
              <a:rPr lang="pt-BR" sz="2100" b="1" i="1" dirty="0" err="1">
                <a:solidFill>
                  <a:srgbClr val="7F7F7F"/>
                </a:solidFill>
                <a:latin typeface="Calibri"/>
                <a:cs typeface="Calibri"/>
              </a:rPr>
              <a:t>multiprocessing</a:t>
            </a:r>
            <a:r>
              <a:rPr lang="pt-BR" sz="2100" b="1" i="1" dirty="0">
                <a:solidFill>
                  <a:srgbClr val="7F7F7F"/>
                </a:solidFill>
                <a:latin typeface="Calibri"/>
                <a:cs typeface="Calibri"/>
              </a:rPr>
              <a:t> </a:t>
            </a:r>
            <a:r>
              <a:rPr lang="pt-BR" sz="2100" b="1" dirty="0">
                <a:solidFill>
                  <a:srgbClr val="7F7F7F"/>
                </a:solidFill>
                <a:latin typeface="Calibri"/>
                <a:cs typeface="Calibri"/>
              </a:rPr>
              <a:t>)</a:t>
            </a:r>
            <a:r>
              <a:rPr lang="pt-BR" sz="2100" dirty="0">
                <a:latin typeface="Calibri"/>
                <a:cs typeface="Calibri"/>
              </a:rPr>
              <a:t>​</a:t>
            </a:r>
          </a:p>
          <a:p>
            <a:pPr marL="1257300" lvl="2" indent="-342900" algn="just"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Todos os processadores tem a mesma função, podendo executar o S.O independentemente;</a:t>
            </a:r>
            <a:r>
              <a:rPr lang="en-US" sz="2100" dirty="0">
                <a:latin typeface="Calibri"/>
                <a:cs typeface="Calibri"/>
              </a:rPr>
              <a:t>​</a:t>
            </a:r>
          </a:p>
          <a:p>
            <a:pPr marL="1257300" lvl="2" indent="-342900" algn="just"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Vários processos podem ser executados em paralelo;</a:t>
            </a:r>
            <a:r>
              <a:rPr lang="en-US" sz="2100" dirty="0">
                <a:latin typeface="Calibri"/>
                <a:cs typeface="Calibri"/>
              </a:rPr>
              <a:t>​</a:t>
            </a:r>
          </a:p>
          <a:p>
            <a:pPr lvl="2" algn="just"/>
            <a:endParaRPr lang="pt-BR" sz="2100" dirty="0">
              <a:latin typeface="Calibri"/>
              <a:cs typeface="Calibri"/>
            </a:endParaRPr>
          </a:p>
          <a:p>
            <a:pPr lvl="1" algn="just">
              <a:buChar char="•"/>
            </a:pPr>
            <a:r>
              <a:rPr lang="pt-BR" sz="2100" b="1" dirty="0">
                <a:solidFill>
                  <a:srgbClr val="7F7F7F"/>
                </a:solidFill>
                <a:latin typeface="Calibri"/>
                <a:cs typeface="Calibri"/>
              </a:rPr>
              <a:t>Sistemas Assimétricos – (</a:t>
            </a:r>
            <a:r>
              <a:rPr lang="pt-BR" sz="2100" b="1" i="1" dirty="0" err="1">
                <a:solidFill>
                  <a:srgbClr val="7F7F7F"/>
                </a:solidFill>
                <a:latin typeface="Calibri"/>
                <a:cs typeface="Calibri"/>
              </a:rPr>
              <a:t>Asymmetric</a:t>
            </a:r>
            <a:r>
              <a:rPr lang="pt-BR" sz="2100" b="1" i="1" dirty="0">
                <a:solidFill>
                  <a:srgbClr val="7F7F7F"/>
                </a:solidFill>
                <a:latin typeface="Calibri"/>
                <a:cs typeface="Calibri"/>
              </a:rPr>
              <a:t> </a:t>
            </a:r>
            <a:r>
              <a:rPr lang="pt-BR" sz="2100" b="1" i="1" dirty="0" err="1">
                <a:solidFill>
                  <a:srgbClr val="7F7F7F"/>
                </a:solidFill>
                <a:latin typeface="Calibri"/>
                <a:cs typeface="Calibri"/>
              </a:rPr>
              <a:t>multiprocessing</a:t>
            </a:r>
            <a:r>
              <a:rPr lang="pt-BR" sz="2100" b="1" dirty="0">
                <a:solidFill>
                  <a:srgbClr val="7F7F7F"/>
                </a:solidFill>
                <a:latin typeface="Calibri"/>
                <a:cs typeface="Calibri"/>
              </a:rPr>
              <a:t>)</a:t>
            </a:r>
            <a:r>
              <a:rPr lang="pt-BR" sz="2100" dirty="0">
                <a:latin typeface="Calibri"/>
                <a:cs typeface="Calibri"/>
              </a:rPr>
              <a:t>​</a:t>
            </a:r>
          </a:p>
          <a:p>
            <a:pPr marL="1257300" lvl="2" indent="-342900" algn="just"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Processador primário (mestre), responsável pelo controle dos demais processadores secundários (escravos) e pela execução do S.O.</a:t>
            </a:r>
          </a:p>
        </p:txBody>
      </p:sp>
    </p:spTree>
    <p:extLst>
      <p:ext uri="{BB962C8B-B14F-4D97-AF65-F5344CB8AC3E}">
        <p14:creationId xmlns:p14="http://schemas.microsoft.com/office/powerpoint/2010/main" val="668084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4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9760054"/>
              </p:ext>
            </p:extLst>
          </p:nvPr>
        </p:nvGraphicFramePr>
        <p:xfrm>
          <a:off x="1015233" y="1283137"/>
          <a:ext cx="10487832" cy="4680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CorelDRAW" r:id="rId3" imgW="5357880" imgH="2348640" progId="CorelDraw.Graphic.10">
                  <p:embed/>
                </p:oleObj>
              </mc:Choice>
              <mc:Fallback>
                <p:oleObj name="CorelDRAW" r:id="rId3" imgW="5357880" imgH="2348640" progId="CorelDraw.Graphic.10">
                  <p:embed/>
                  <p:pic>
                    <p:nvPicPr>
                      <p:cNvPr id="1044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5233" y="1283137"/>
                        <a:ext cx="10487832" cy="4680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923248BD-2A56-4255-913D-5396A44F7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5B3E1C-4D35-4A8B-8FE4-DFF8AEFD245F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</a:p>
          <a:p>
            <a:pPr algn="ctr"/>
            <a:r>
              <a:rPr lang="pt-BR" sz="2400" b="1" dirty="0">
                <a:cs typeface="Calibri"/>
              </a:rPr>
              <a:t>Fracamente Acoplados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94B764-DDBB-4C44-A199-A10C91CBF26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7D2BD79-CE9B-470F-83AA-6FE960D4B48C}"/>
              </a:ext>
            </a:extLst>
          </p:cNvPr>
          <p:cNvSpPr txBox="1"/>
          <p:nvPr/>
        </p:nvSpPr>
        <p:spPr>
          <a:xfrm>
            <a:off x="2798252" y="2420888"/>
            <a:ext cx="615048" cy="3991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CPU</a:t>
            </a:r>
          </a:p>
        </p:txBody>
      </p:sp>
      <p:sp>
        <p:nvSpPr>
          <p:cNvPr id="11" name="CaixaDeTexto 2">
            <a:extLst>
              <a:ext uri="{FF2B5EF4-FFF2-40B4-BE49-F238E27FC236}">
                <a16:creationId xmlns:a16="http://schemas.microsoft.com/office/drawing/2014/main" id="{8A335D24-4041-4520-A5AF-430BACACCC3A}"/>
              </a:ext>
            </a:extLst>
          </p:cNvPr>
          <p:cNvSpPr txBox="1"/>
          <p:nvPr/>
        </p:nvSpPr>
        <p:spPr>
          <a:xfrm>
            <a:off x="8429253" y="2420888"/>
            <a:ext cx="615048" cy="39919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CPU</a:t>
            </a:r>
          </a:p>
        </p:txBody>
      </p:sp>
    </p:spTree>
    <p:extLst>
      <p:ext uri="{BB962C8B-B14F-4D97-AF65-F5344CB8AC3E}">
        <p14:creationId xmlns:p14="http://schemas.microsoft.com/office/powerpoint/2010/main" val="4039933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5" descr="Uma imagem contendo microscópio, objeto, computador&#10;&#10;Descrição gerada automaticamente">
            <a:extLst>
              <a:ext uri="{FF2B5EF4-FFF2-40B4-BE49-F238E27FC236}">
                <a16:creationId xmlns:a16="http://schemas.microsoft.com/office/drawing/2014/main" id="{76CCE8F7-A397-456E-9BD5-38A177F1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5004" y="1938330"/>
            <a:ext cx="3692105" cy="2837567"/>
          </a:xfrm>
          <a:prstGeom prst="rect">
            <a:avLst/>
          </a:prstGeom>
        </p:spPr>
      </p:pic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923248BD-2A56-4255-913D-5396A44F7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5B3E1C-4D35-4A8B-8FE4-DFF8AEFD245F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</a:p>
          <a:p>
            <a:pPr algn="ctr"/>
            <a:r>
              <a:rPr lang="pt-BR" sz="2400" b="1" dirty="0">
                <a:cs typeface="Calibri"/>
              </a:rPr>
              <a:t>Fracamente Acoplados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94B764-DDBB-4C44-A199-A10C91CBF26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7C47C89-858D-460F-9559-F411557201E8}"/>
              </a:ext>
            </a:extLst>
          </p:cNvPr>
          <p:cNvSpPr txBox="1"/>
          <p:nvPr/>
        </p:nvSpPr>
        <p:spPr>
          <a:xfrm>
            <a:off x="123646" y="1518249"/>
            <a:ext cx="11987840" cy="3647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​</a:t>
            </a:r>
            <a:r>
              <a:rPr lang="pt-BR" sz="2100" dirty="0">
                <a:ea typeface="+mn-lt"/>
                <a:cs typeface="+mn-lt"/>
              </a:rPr>
              <a:t>Dois ou mais sistemas de computação </a:t>
            </a:r>
            <a:r>
              <a:rPr lang="pt-BR" sz="2100" i="1" dirty="0">
                <a:ea typeface="+mn-lt"/>
                <a:cs typeface="+mn-lt"/>
              </a:rPr>
              <a:t>interligados </a:t>
            </a:r>
            <a:r>
              <a:rPr lang="pt-BR" sz="2100" dirty="0">
                <a:ea typeface="+mn-lt"/>
                <a:cs typeface="+mn-lt"/>
              </a:rPr>
              <a:t>(linhas de comunicação), sendo que cada sistema possui o seu </a:t>
            </a:r>
            <a:r>
              <a:rPr lang="pt-BR" sz="2100" i="1" dirty="0">
                <a:solidFill>
                  <a:srgbClr val="F37207"/>
                </a:solidFill>
                <a:ea typeface="+mn-lt"/>
                <a:cs typeface="+mn-lt"/>
              </a:rPr>
              <a:t>próprio S.O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pt-BR" dirty="0"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1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100" b="1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pt-BR" sz="2100" b="1" dirty="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100" b="1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Sistemas operacionais de Rede (SOR)</a:t>
            </a:r>
            <a:r>
              <a:rPr lang="en-US" sz="21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  <a:t>​</a:t>
            </a:r>
            <a:br>
              <a:rPr lang="en-US" sz="2100" dirty="0">
                <a:solidFill>
                  <a:schemeClr val="bg2">
                    <a:lumMod val="10000"/>
                  </a:schemeClr>
                </a:solidFill>
                <a:latin typeface="Calibri"/>
                <a:cs typeface="Calibri"/>
              </a:rPr>
            </a:br>
            <a:endParaRPr lang="en-US" sz="2100">
              <a:solidFill>
                <a:schemeClr val="bg2">
                  <a:lumMod val="10000"/>
                </a:schemeClr>
              </a:solidFill>
              <a:latin typeface="Calibri"/>
              <a:cs typeface="Calibri"/>
            </a:endParaRPr>
          </a:p>
          <a:p>
            <a:r>
              <a:rPr lang="pt-BR" sz="2100" dirty="0">
                <a:latin typeface="Calibri"/>
                <a:cs typeface="Calibri"/>
              </a:rPr>
              <a:t>     =&gt; Cada nó possui seu próprio </a:t>
            </a:r>
            <a:r>
              <a:rPr lang="pt-BR" sz="2100" i="1" dirty="0">
                <a:latin typeface="Calibri"/>
                <a:cs typeface="Calibri"/>
              </a:rPr>
              <a:t>hardware</a:t>
            </a:r>
            <a:r>
              <a:rPr lang="pt-BR" sz="2100" dirty="0">
                <a:latin typeface="Calibri"/>
                <a:cs typeface="Calibri"/>
              </a:rPr>
              <a:t>, </a:t>
            </a:r>
            <a:r>
              <a:rPr lang="pt-BR" sz="2100" i="1" dirty="0">
                <a:latin typeface="Calibri"/>
                <a:cs typeface="Calibri"/>
              </a:rPr>
              <a:t>software</a:t>
            </a:r>
            <a:r>
              <a:rPr lang="pt-BR" sz="2100" dirty="0">
                <a:latin typeface="Calibri"/>
                <a:cs typeface="Calibri"/>
              </a:rPr>
              <a:t> e S.O;</a:t>
            </a:r>
            <a:r>
              <a:rPr lang="en-US" sz="2100" dirty="0">
                <a:latin typeface="Calibri"/>
                <a:cs typeface="Calibri"/>
              </a:rPr>
              <a:t>​</a:t>
            </a:r>
            <a:br>
              <a:rPr lang="en-US" sz="2100" dirty="0">
                <a:latin typeface="Calibri"/>
                <a:cs typeface="Calibri"/>
              </a:rPr>
            </a:br>
            <a:r>
              <a:rPr lang="pt-BR" sz="2100" dirty="0">
                <a:latin typeface="Calibri"/>
                <a:cs typeface="Calibri"/>
              </a:rPr>
              <a:t>     =&gt; Cada </a:t>
            </a:r>
            <a:r>
              <a:rPr lang="pt-BR" sz="2100" i="1" dirty="0">
                <a:latin typeface="Calibri"/>
                <a:cs typeface="Calibri"/>
              </a:rPr>
              <a:t>host</a:t>
            </a:r>
            <a:r>
              <a:rPr lang="pt-BR" sz="2100" dirty="0">
                <a:latin typeface="Calibri"/>
                <a:cs typeface="Calibri"/>
              </a:rPr>
              <a:t> compartilha seus recursos (</a:t>
            </a:r>
            <a:r>
              <a:rPr lang="pt-BR" sz="2100" i="1" dirty="0">
                <a:latin typeface="Calibri"/>
                <a:cs typeface="Calibri"/>
              </a:rPr>
              <a:t>e.g.</a:t>
            </a:r>
            <a:r>
              <a:rPr lang="pt-BR" sz="2100" dirty="0">
                <a:latin typeface="Calibri"/>
                <a:cs typeface="Calibri"/>
              </a:rPr>
              <a:t>, impressora) com os demais </a:t>
            </a:r>
            <a:r>
              <a:rPr lang="pt-BR" sz="2100" i="1" dirty="0">
                <a:latin typeface="Calibri"/>
                <a:cs typeface="Calibri"/>
              </a:rPr>
              <a:t>host</a:t>
            </a:r>
            <a:r>
              <a:rPr lang="pt-BR" sz="2100" dirty="0">
                <a:latin typeface="Calibri"/>
                <a:cs typeface="Calibri"/>
              </a:rPr>
              <a:t>; </a:t>
            </a:r>
            <a:r>
              <a:rPr lang="en-US" sz="2100" dirty="0">
                <a:latin typeface="Calibri"/>
                <a:cs typeface="Calibri"/>
              </a:rPr>
              <a:t>​</a:t>
            </a:r>
            <a:br>
              <a:rPr lang="en-US" sz="2100" dirty="0">
                <a:latin typeface="Calibri"/>
                <a:cs typeface="Calibri"/>
              </a:rPr>
            </a:br>
            <a:r>
              <a:rPr lang="pt-BR" sz="2100" dirty="0">
                <a:latin typeface="Calibri"/>
                <a:cs typeface="Calibri"/>
              </a:rPr>
              <a:t>     =&gt; O </a:t>
            </a:r>
            <a:r>
              <a:rPr lang="pt-BR" sz="2100" i="1" dirty="0">
                <a:latin typeface="Calibri"/>
                <a:cs typeface="Calibri"/>
              </a:rPr>
              <a:t>usuários tem o conhecimento </a:t>
            </a:r>
            <a:r>
              <a:rPr lang="pt-BR" sz="2100" dirty="0">
                <a:latin typeface="Calibri"/>
                <a:cs typeface="Calibri"/>
              </a:rPr>
              <a:t>dos </a:t>
            </a:r>
            <a:r>
              <a:rPr lang="pt-BR" sz="2100" i="1" dirty="0">
                <a:latin typeface="Calibri"/>
                <a:cs typeface="Calibri"/>
              </a:rPr>
              <a:t>hosts</a:t>
            </a:r>
            <a:r>
              <a:rPr lang="pt-BR" sz="2100" dirty="0">
                <a:latin typeface="Calibri"/>
                <a:cs typeface="Calibri"/>
              </a:rPr>
              <a:t> e seus serviços;</a:t>
            </a:r>
            <a:r>
              <a:rPr lang="en-US" sz="2100" dirty="0">
                <a:latin typeface="Calibri"/>
                <a:cs typeface="Calibri"/>
              </a:rPr>
              <a:t>​</a:t>
            </a:r>
            <a:br>
              <a:rPr lang="en-US" sz="2100" dirty="0">
                <a:latin typeface="Calibri"/>
                <a:cs typeface="Calibri"/>
              </a:rPr>
            </a:br>
            <a:r>
              <a:rPr lang="pt-BR" sz="2100" b="1" dirty="0">
                <a:latin typeface="Calibri"/>
                <a:cs typeface="Calibri"/>
              </a:rPr>
              <a:t>     </a:t>
            </a:r>
            <a:r>
              <a:rPr lang="pt-BR" sz="2100" dirty="0">
                <a:latin typeface="Calibri"/>
                <a:cs typeface="Calibri"/>
              </a:rPr>
              <a:t>=&gt; </a:t>
            </a:r>
            <a:r>
              <a:rPr lang="pt-BR" sz="2100" b="1" dirty="0">
                <a:latin typeface="Calibri"/>
                <a:cs typeface="Calibri"/>
              </a:rPr>
              <a:t>Ex.:</a:t>
            </a:r>
            <a:r>
              <a:rPr lang="pt-BR" sz="2100" dirty="0">
                <a:latin typeface="Calibri"/>
                <a:cs typeface="Calibri"/>
              </a:rPr>
              <a:t> Redes locais onde uma estação oferece serviços (</a:t>
            </a:r>
            <a:r>
              <a:rPr lang="pt-BR" sz="2100" i="1" dirty="0">
                <a:latin typeface="Calibri"/>
                <a:cs typeface="Calibri"/>
              </a:rPr>
              <a:t>e.g.</a:t>
            </a:r>
            <a:r>
              <a:rPr lang="pt-BR" sz="2100" dirty="0">
                <a:latin typeface="Calibri"/>
                <a:cs typeface="Calibri"/>
              </a:rPr>
              <a:t>, arquivos) para outros nó da rede.</a:t>
            </a:r>
            <a:r>
              <a:rPr lang="en-US" sz="2100" dirty="0">
                <a:latin typeface="Calibri"/>
                <a:cs typeface="Calibri"/>
              </a:rPr>
              <a:t>​</a:t>
            </a:r>
            <a:endParaRPr lang="pt-BR" sz="2100">
              <a:solidFill>
                <a:srgbClr val="181717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4436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7C47C89-858D-460F-9559-F411557201E8}"/>
              </a:ext>
            </a:extLst>
          </p:cNvPr>
          <p:cNvSpPr txBox="1"/>
          <p:nvPr/>
        </p:nvSpPr>
        <p:spPr>
          <a:xfrm>
            <a:off x="109269" y="1374475"/>
            <a:ext cx="11987840" cy="49090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21640" indent="-342900" algn="just">
              <a:spcBef>
                <a:spcPct val="20000"/>
              </a:spcBef>
              <a:spcAft>
                <a:spcPts val="800"/>
              </a:spcAft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​</a:t>
            </a:r>
            <a:r>
              <a:rPr lang="pt-BR" sz="2100" b="1" dirty="0">
                <a:solidFill>
                  <a:schemeClr val="tx2">
                    <a:lumMod val="50000"/>
                  </a:schemeClr>
                </a:solidFill>
                <a:ea typeface="+mn-lt"/>
                <a:cs typeface="+mn-lt"/>
              </a:rPr>
              <a:t>Sistemas Operacionais Distribuídos</a:t>
            </a:r>
            <a:endParaRPr lang="en-US" sz="2100" dirty="0">
              <a:solidFill>
                <a:schemeClr val="tx2">
                  <a:lumMod val="50000"/>
                </a:schemeClr>
              </a:solidFill>
              <a:ea typeface="+mn-lt"/>
              <a:cs typeface="+mn-lt"/>
            </a:endParaRPr>
          </a:p>
          <a:p>
            <a:pPr marL="958215" lvl="1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Sistema operacional esconde os detalhes dos diferentes </a:t>
            </a:r>
            <a:r>
              <a:rPr lang="pt-BR" sz="2100" i="1" dirty="0">
                <a:ea typeface="+mn-lt"/>
                <a:cs typeface="+mn-lt"/>
              </a:rPr>
              <a:t>hosts</a:t>
            </a:r>
            <a:r>
              <a:rPr lang="pt-BR" sz="2100" dirty="0">
                <a:ea typeface="+mn-lt"/>
                <a:cs typeface="+mn-lt"/>
              </a:rPr>
              <a:t> individuais;</a:t>
            </a:r>
            <a:endParaRPr lang="en-US" sz="2100" dirty="0">
              <a:ea typeface="+mn-lt"/>
              <a:cs typeface="+mn-lt"/>
            </a:endParaRPr>
          </a:p>
          <a:p>
            <a:pPr marL="958215" lvl="1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Gerenciam as atividades e os recursos distribuídos possibilitando um processamento descentralizado;</a:t>
            </a:r>
            <a:endParaRPr lang="en-US" sz="2100" dirty="0">
              <a:ea typeface="+mn-lt"/>
              <a:cs typeface="+mn-lt"/>
            </a:endParaRPr>
          </a:p>
          <a:p>
            <a:pPr marL="958215" lvl="1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 existência de várias máquinas é </a:t>
            </a:r>
            <a:r>
              <a:rPr lang="pt-BR" sz="2100" i="1" dirty="0">
                <a:solidFill>
                  <a:srgbClr val="F37207"/>
                </a:solidFill>
                <a:ea typeface="+mn-lt"/>
                <a:cs typeface="+mn-lt"/>
              </a:rPr>
              <a:t>transparente</a:t>
            </a:r>
            <a:r>
              <a:rPr lang="pt-BR" sz="2100" i="1" dirty="0">
                <a:ea typeface="+mn-lt"/>
                <a:cs typeface="+mn-lt"/>
              </a:rPr>
              <a:t> </a:t>
            </a:r>
            <a:r>
              <a:rPr lang="pt-BR" sz="2100" dirty="0">
                <a:ea typeface="+mn-lt"/>
                <a:cs typeface="+mn-lt"/>
              </a:rPr>
              <a:t>para o usuário;</a:t>
            </a:r>
            <a:endParaRPr lang="en-US" sz="2100" dirty="0">
              <a:ea typeface="+mn-lt"/>
              <a:cs typeface="+mn-lt"/>
            </a:endParaRPr>
          </a:p>
          <a:p>
            <a:pPr marL="1415415" lvl="2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Software fornece uma visão única do sistema;</a:t>
            </a:r>
            <a:endParaRPr lang="en-US" sz="2100" dirty="0">
              <a:ea typeface="+mn-lt"/>
              <a:cs typeface="+mn-lt"/>
            </a:endParaRPr>
          </a:p>
          <a:p>
            <a:pPr marL="958215" lvl="1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Ex.:</a:t>
            </a:r>
            <a:r>
              <a:rPr lang="pt-BR" sz="2100" dirty="0">
                <a:ea typeface="+mn-lt"/>
                <a:cs typeface="+mn-lt"/>
              </a:rPr>
              <a:t> Clusters onde existem dois ou mais servidores conectados.</a:t>
            </a:r>
            <a:endParaRPr lang="en-US" sz="2100" dirty="0">
              <a:ea typeface="+mn-lt"/>
              <a:cs typeface="+mn-lt"/>
            </a:endParaRPr>
          </a:p>
          <a:p>
            <a:pPr marL="958215" lvl="1" indent="-342900" algn="just">
              <a:spcAft>
                <a:spcPts val="400"/>
              </a:spcAft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958215" lvl="1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Vantagens</a:t>
            </a:r>
            <a:endParaRPr lang="en-US" sz="2100" dirty="0">
              <a:ea typeface="+mn-lt"/>
              <a:cs typeface="+mn-lt"/>
            </a:endParaRPr>
          </a:p>
          <a:p>
            <a:pPr marL="1415415" lvl="2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Compartilhamento de recursos;</a:t>
            </a:r>
            <a:endParaRPr lang="en-US" sz="2100" dirty="0">
              <a:ea typeface="+mn-lt"/>
              <a:cs typeface="+mn-lt"/>
            </a:endParaRPr>
          </a:p>
          <a:p>
            <a:pPr marL="1415415" lvl="2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Balanceamento de carga;</a:t>
            </a:r>
            <a:endParaRPr lang="en-US" sz="2100" dirty="0">
              <a:ea typeface="+mn-lt"/>
              <a:cs typeface="+mn-lt"/>
            </a:endParaRPr>
          </a:p>
          <a:p>
            <a:pPr marL="1415415" lvl="2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Aumento confiabilidade;</a:t>
            </a:r>
            <a:endParaRPr lang="en-US" sz="2100" dirty="0">
              <a:ea typeface="+mn-lt"/>
              <a:cs typeface="+mn-lt"/>
            </a:endParaRPr>
          </a:p>
          <a:p>
            <a:pPr marL="1415415" lvl="2" indent="-342900" algn="just">
              <a:spcAft>
                <a:spcPts val="400"/>
              </a:spcAft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Escalabilidade horizontal.</a:t>
            </a:r>
            <a:endParaRPr lang="pt-BR" dirty="0">
              <a:ea typeface="+mn-lt"/>
              <a:cs typeface="+mn-lt"/>
            </a:endParaRPr>
          </a:p>
        </p:txBody>
      </p:sp>
      <p:pic>
        <p:nvPicPr>
          <p:cNvPr id="5" name="Imagem 5" descr="Uma imagem contendo microscópio, objeto, computador&#10;&#10;Descrição gerada automaticamente">
            <a:extLst>
              <a:ext uri="{FF2B5EF4-FFF2-40B4-BE49-F238E27FC236}">
                <a16:creationId xmlns:a16="http://schemas.microsoft.com/office/drawing/2014/main" id="{76CCE8F7-A397-456E-9BD5-38A177F1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306" y="3821764"/>
            <a:ext cx="3936520" cy="3038850"/>
          </a:xfrm>
          <a:prstGeom prst="rect">
            <a:avLst/>
          </a:prstGeom>
        </p:spPr>
      </p:pic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923248BD-2A56-4255-913D-5396A44F7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5B3E1C-4D35-4A8B-8FE4-DFF8AEFD245F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</a:p>
          <a:p>
            <a:pPr algn="ctr"/>
            <a:r>
              <a:rPr lang="pt-BR" sz="2400" b="1" dirty="0">
                <a:cs typeface="Calibri"/>
              </a:rPr>
              <a:t>Fracamente Acoplados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94B764-DDBB-4C44-A199-A10C91CBF26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1622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7C47C89-858D-460F-9559-F411557201E8}"/>
              </a:ext>
            </a:extLst>
          </p:cNvPr>
          <p:cNvSpPr txBox="1"/>
          <p:nvPr/>
        </p:nvSpPr>
        <p:spPr>
          <a:xfrm>
            <a:off x="123646" y="1518249"/>
            <a:ext cx="1198784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21640" indent="-342900" algn="just">
              <a:spcBef>
                <a:spcPct val="20000"/>
              </a:spcBef>
              <a:spcAft>
                <a:spcPts val="800"/>
              </a:spcAft>
              <a:buFont typeface="Arial"/>
              <a:buChar char="•"/>
            </a:pPr>
            <a:r>
              <a:rPr lang="pt-BR" sz="2400" dirty="0">
                <a:latin typeface="Calibri"/>
                <a:cs typeface="Calibri"/>
              </a:rPr>
              <a:t>​</a:t>
            </a:r>
            <a:r>
              <a:rPr lang="pt-BR" sz="2400" b="1" dirty="0">
                <a:solidFill>
                  <a:schemeClr val="tx2">
                    <a:lumMod val="50000"/>
                  </a:schemeClr>
                </a:solidFill>
                <a:ea typeface="+mn-lt"/>
                <a:cs typeface="+mn-lt"/>
              </a:rPr>
              <a:t>Sistemas Operacionais Distribuídos</a:t>
            </a:r>
            <a:endParaRPr lang="en-US" sz="2400" dirty="0">
              <a:solidFill>
                <a:schemeClr val="tx2">
                  <a:lumMod val="50000"/>
                </a:schemeClr>
              </a:solidFill>
              <a:ea typeface="+mn-lt"/>
              <a:cs typeface="+mn-lt"/>
            </a:endParaRPr>
          </a:p>
        </p:txBody>
      </p: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923248BD-2A56-4255-913D-5396A44F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5B3E1C-4D35-4A8B-8FE4-DFF8AEFD245F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Sistemas com Múltiplos Processadores</a:t>
            </a:r>
          </a:p>
          <a:p>
            <a:pPr algn="ctr"/>
            <a:r>
              <a:rPr lang="pt-BR" sz="2400" b="1" dirty="0">
                <a:cs typeface="Calibri"/>
              </a:rPr>
              <a:t>Fracamente Acoplados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94B764-DDBB-4C44-A199-A10C91CBF26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7C945BA-B38D-4933-9DB5-A0EC012058CF}"/>
              </a:ext>
            </a:extLst>
          </p:cNvPr>
          <p:cNvGrpSpPr/>
          <p:nvPr/>
        </p:nvGrpSpPr>
        <p:grpSpPr>
          <a:xfrm>
            <a:off x="1965490" y="1514145"/>
            <a:ext cx="8520948" cy="4968310"/>
            <a:chOff x="1559496" y="1844824"/>
            <a:chExt cx="8208912" cy="4753304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70A1550-5AD0-45AF-8FD9-9C3BE3B17A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9496" y="1844824"/>
              <a:ext cx="8208912" cy="4745307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" name="CaixaDeTexto 3">
              <a:extLst>
                <a:ext uri="{FF2B5EF4-FFF2-40B4-BE49-F238E27FC236}">
                  <a16:creationId xmlns:a16="http://schemas.microsoft.com/office/drawing/2014/main" id="{791AF754-C8E4-4538-BCF4-6DC6E8C5BE17}"/>
                </a:ext>
              </a:extLst>
            </p:cNvPr>
            <p:cNvSpPr txBox="1"/>
            <p:nvPr/>
          </p:nvSpPr>
          <p:spPr>
            <a:xfrm>
              <a:off x="5918675" y="6182630"/>
              <a:ext cx="2723438" cy="415498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100" dirty="0">
                  <a:latin typeface="+mj-lt"/>
                </a:rPr>
                <a:t>Rede de computadores</a:t>
              </a:r>
            </a:p>
          </p:txBody>
        </p:sp>
        <p:sp>
          <p:nvSpPr>
            <p:cNvPr id="11" name="CaixaDeTexto 4">
              <a:extLst>
                <a:ext uri="{FF2B5EF4-FFF2-40B4-BE49-F238E27FC236}">
                  <a16:creationId xmlns:a16="http://schemas.microsoft.com/office/drawing/2014/main" id="{2DA0DBB0-ABE0-4093-9C0D-1FEED9BDACB1}"/>
                </a:ext>
              </a:extLst>
            </p:cNvPr>
            <p:cNvSpPr txBox="1"/>
            <p:nvPr/>
          </p:nvSpPr>
          <p:spPr>
            <a:xfrm>
              <a:off x="2922058" y="3162414"/>
              <a:ext cx="1714252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2000" dirty="0">
                  <a:latin typeface="+mj-lt"/>
                </a:rPr>
                <a:t>Imagem única </a:t>
              </a:r>
            </a:p>
            <a:p>
              <a:pPr algn="ctr"/>
              <a:r>
                <a:rPr lang="pt-BR" sz="2000" dirty="0">
                  <a:latin typeface="+mj-lt"/>
                </a:rPr>
                <a:t>do sistemas</a:t>
              </a:r>
            </a:p>
          </p:txBody>
        </p:sp>
        <p:sp>
          <p:nvSpPr>
            <p:cNvPr id="12" name="CaixaDeTexto 5">
              <a:extLst>
                <a:ext uri="{FF2B5EF4-FFF2-40B4-BE49-F238E27FC236}">
                  <a16:creationId xmlns:a16="http://schemas.microsoft.com/office/drawing/2014/main" id="{534D2269-80FA-4742-A948-BB7BA6F4BE45}"/>
                </a:ext>
              </a:extLst>
            </p:cNvPr>
            <p:cNvSpPr txBox="1"/>
            <p:nvPr/>
          </p:nvSpPr>
          <p:spPr>
            <a:xfrm>
              <a:off x="1700757" y="4287367"/>
              <a:ext cx="99399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BR" sz="2000" dirty="0">
                  <a:latin typeface="+mj-lt"/>
                </a:rPr>
                <a:t>Usuário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2142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7C47C89-858D-460F-9559-F411557201E8}"/>
              </a:ext>
            </a:extLst>
          </p:cNvPr>
          <p:cNvSpPr txBox="1"/>
          <p:nvPr/>
        </p:nvSpPr>
        <p:spPr>
          <a:xfrm>
            <a:off x="123646" y="1331343"/>
            <a:ext cx="11987840" cy="5327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latin typeface="Calibri"/>
                <a:cs typeface="Calibri"/>
              </a:rPr>
              <a:t>​</a:t>
            </a:r>
            <a:r>
              <a:rPr lang="pt-BR" sz="2100" b="1" dirty="0">
                <a:ea typeface="+mn-lt"/>
                <a:cs typeface="+mn-lt"/>
              </a:rPr>
              <a:t>Sistemas operacionais de computadores portáteis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Para um computador portátil;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Ex.: </a:t>
            </a:r>
            <a:r>
              <a:rPr lang="pt-BR" sz="2100" dirty="0">
                <a:ea typeface="+mn-lt"/>
                <a:cs typeface="+mn-lt"/>
              </a:rPr>
              <a:t>Symbian OS e Palm OS, Android, iOS;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Sistemas operacionais embarcados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Voltados para carros, aparelhos de DVD, </a:t>
            </a:r>
            <a:r>
              <a:rPr lang="pt-BR" sz="2100" i="1" dirty="0" err="1">
                <a:ea typeface="+mn-lt"/>
                <a:cs typeface="+mn-lt"/>
              </a:rPr>
              <a:t>smart</a:t>
            </a:r>
            <a:r>
              <a:rPr lang="pt-BR" sz="2100" dirty="0">
                <a:ea typeface="+mn-lt"/>
                <a:cs typeface="+mn-lt"/>
              </a:rPr>
              <a:t> TV,...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Ex.: </a:t>
            </a:r>
            <a:r>
              <a:rPr lang="pt-BR" sz="2100" dirty="0">
                <a:ea typeface="+mn-lt"/>
                <a:cs typeface="+mn-lt"/>
              </a:rPr>
              <a:t>QNX e </a:t>
            </a:r>
            <a:r>
              <a:rPr lang="pt-BR" sz="2100" dirty="0" err="1">
                <a:ea typeface="+mn-lt"/>
                <a:cs typeface="+mn-lt"/>
              </a:rPr>
              <a:t>VxWorks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Sistemas operacionais de nós sensores (</a:t>
            </a:r>
            <a:r>
              <a:rPr lang="pt-BR" sz="2100" b="1" i="1" dirty="0">
                <a:ea typeface="+mn-lt"/>
                <a:cs typeface="+mn-lt"/>
              </a:rPr>
              <a:t>sensor node</a:t>
            </a:r>
            <a:r>
              <a:rPr lang="pt-BR" sz="2100" b="1" dirty="0">
                <a:ea typeface="+mn-lt"/>
                <a:cs typeface="+mn-lt"/>
              </a:rPr>
              <a:t>)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Nós são computadores minúsculos;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 Ex.: </a:t>
            </a:r>
            <a:r>
              <a:rPr lang="pt-BR" sz="2100" dirty="0" err="1">
                <a:ea typeface="+mn-lt"/>
                <a:cs typeface="+mn-lt"/>
              </a:rPr>
              <a:t>TinyOS</a:t>
            </a:r>
            <a:r>
              <a:rPr lang="pt-BR" sz="2100" dirty="0">
                <a:ea typeface="+mn-lt"/>
                <a:cs typeface="+mn-lt"/>
              </a:rPr>
              <a:t>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endParaRPr lang="pt-BR" sz="2100" dirty="0">
              <a:ea typeface="+mn-lt"/>
              <a:cs typeface="+mn-lt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Sistemas operacionais de cartões inteligentes (</a:t>
            </a:r>
            <a:r>
              <a:rPr lang="pt-BR" sz="2100" b="1" i="1" dirty="0" err="1">
                <a:ea typeface="+mn-lt"/>
                <a:cs typeface="+mn-lt"/>
              </a:rPr>
              <a:t>smart</a:t>
            </a:r>
            <a:r>
              <a:rPr lang="pt-BR" sz="2100" b="1" i="1" dirty="0">
                <a:ea typeface="+mn-lt"/>
                <a:cs typeface="+mn-lt"/>
              </a:rPr>
              <a:t> </a:t>
            </a:r>
            <a:r>
              <a:rPr lang="pt-BR" sz="2100" b="1" i="1" dirty="0" err="1">
                <a:ea typeface="+mn-lt"/>
                <a:cs typeface="+mn-lt"/>
              </a:rPr>
              <a:t>cards</a:t>
            </a:r>
            <a:r>
              <a:rPr lang="pt-BR" sz="2100" b="1" dirty="0">
                <a:ea typeface="+mn-lt"/>
                <a:cs typeface="+mn-lt"/>
              </a:rPr>
              <a:t>)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Voltados para cartões bancários principalmente;</a:t>
            </a:r>
            <a:endParaRPr lang="en-US" sz="2100" dirty="0">
              <a:ea typeface="+mn-lt"/>
              <a:cs typeface="+mn-lt"/>
            </a:endParaRPr>
          </a:p>
          <a:p>
            <a:pPr marL="800100" lvl="1" indent="-342900" algn="just">
              <a:lnSpc>
                <a:spcPct val="90000"/>
              </a:lnSpc>
              <a:spcBef>
                <a:spcPts val="375"/>
              </a:spcBef>
              <a:buFont typeface="Arial"/>
              <a:buChar char="•"/>
            </a:pPr>
            <a:r>
              <a:rPr lang="pt-BR" sz="2100" dirty="0">
                <a:ea typeface="+mn-lt"/>
                <a:cs typeface="+mn-lt"/>
              </a:rPr>
              <a:t> </a:t>
            </a:r>
            <a:r>
              <a:rPr lang="pt-BR" sz="2100" b="1" dirty="0">
                <a:ea typeface="+mn-lt"/>
                <a:cs typeface="+mn-lt"/>
              </a:rPr>
              <a:t>Ex.: </a:t>
            </a:r>
            <a:r>
              <a:rPr lang="pt-BR" sz="2100" dirty="0">
                <a:ea typeface="+mn-lt"/>
                <a:cs typeface="+mn-lt"/>
              </a:rPr>
              <a:t>Interpretador para máquina virtual Java.</a:t>
            </a:r>
            <a:endParaRPr lang="pt-BR" dirty="0">
              <a:ea typeface="+mn-lt"/>
              <a:cs typeface="+mn-lt"/>
            </a:endParaRPr>
          </a:p>
        </p:txBody>
      </p: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923248BD-2A56-4255-913D-5396A44F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5B3E1C-4D35-4A8B-8FE4-DFF8AEFD245F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</a:t>
            </a:r>
            <a:r>
              <a:rPr lang="pt-BR" sz="2400" b="1" dirty="0">
                <a:cs typeface="Calibri"/>
              </a:rPr>
              <a:t>Operacional</a:t>
            </a:r>
            <a:endParaRPr lang="pt-BR" dirty="0">
              <a:cs typeface="Calibri"/>
            </a:endParaRPr>
          </a:p>
          <a:p>
            <a:pPr algn="ctr"/>
            <a:r>
              <a:rPr lang="pt-BR" sz="2400" b="1" dirty="0">
                <a:cs typeface="Calibri"/>
              </a:rPr>
              <a:t>Outros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94B764-DDBB-4C44-A199-A10C91CBF26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7">
            <a:extLst>
              <a:ext uri="{FF2B5EF4-FFF2-40B4-BE49-F238E27FC236}">
                <a16:creationId xmlns:a16="http://schemas.microsoft.com/office/drawing/2014/main" id="{DD876C9C-11E2-47FA-AF31-350D3A8CC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060" y="2649590"/>
            <a:ext cx="3893388" cy="155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2417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7C47C89-858D-460F-9559-F411557201E8}"/>
              </a:ext>
            </a:extLst>
          </p:cNvPr>
          <p:cNvSpPr txBox="1"/>
          <p:nvPr/>
        </p:nvSpPr>
        <p:spPr>
          <a:xfrm>
            <a:off x="109269" y="1173192"/>
            <a:ext cx="11987840" cy="55810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cs typeface="Calibri"/>
              </a:rPr>
              <a:t>​</a:t>
            </a:r>
            <a:r>
              <a:rPr lang="pt-BR" sz="2000" dirty="0">
                <a:latin typeface="Calibri"/>
                <a:ea typeface="+mn-lt"/>
                <a:cs typeface="Calibri"/>
              </a:rPr>
              <a:t> Como seria utilizar um computador sem um sistema operacional? Quais são suas duas principais funções?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O que é multiprogramação?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Quais os tipos de sistemas operacionais existentes?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Por que dizemos que existe uma subtilização de recursos em sistemas </a:t>
            </a:r>
            <a:r>
              <a:rPr lang="pt-BR" sz="2000" dirty="0" err="1">
                <a:latin typeface="Calibri"/>
                <a:ea typeface="+mn-lt"/>
                <a:cs typeface="Calibri"/>
              </a:rPr>
              <a:t>monoprogramáveis</a:t>
            </a:r>
            <a:r>
              <a:rPr lang="pt-BR" sz="2000" dirty="0">
                <a:latin typeface="Calibri"/>
                <a:ea typeface="+mn-lt"/>
                <a:cs typeface="Calibri"/>
              </a:rPr>
              <a:t>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Qual a grande diferença entre sistemas </a:t>
            </a:r>
            <a:r>
              <a:rPr lang="pt-BR" sz="2000" dirty="0" err="1">
                <a:latin typeface="Calibri"/>
                <a:ea typeface="+mn-lt"/>
                <a:cs typeface="Calibri"/>
              </a:rPr>
              <a:t>monoprogramáveis</a:t>
            </a:r>
            <a:r>
              <a:rPr lang="pt-BR" sz="2000" dirty="0">
                <a:latin typeface="Calibri"/>
                <a:ea typeface="+mn-lt"/>
                <a:cs typeface="Calibri"/>
              </a:rPr>
              <a:t> e sistemas </a:t>
            </a:r>
            <a:r>
              <a:rPr lang="pt-BR" sz="2000" dirty="0" err="1">
                <a:latin typeface="Calibri"/>
                <a:ea typeface="+mn-lt"/>
                <a:cs typeface="Calibri"/>
              </a:rPr>
              <a:t>multiprogramáveis</a:t>
            </a:r>
            <a:r>
              <a:rPr lang="pt-BR" sz="2000" dirty="0">
                <a:latin typeface="Calibri"/>
                <a:ea typeface="+mn-lt"/>
                <a:cs typeface="Calibri"/>
              </a:rPr>
              <a:t>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Quais as vantagens dos sistemas </a:t>
            </a:r>
            <a:r>
              <a:rPr lang="pt-BR" sz="2000" dirty="0" err="1">
                <a:latin typeface="Calibri"/>
                <a:ea typeface="+mn-lt"/>
                <a:cs typeface="Calibri"/>
              </a:rPr>
              <a:t>multiprogramáveis</a:t>
            </a:r>
            <a:r>
              <a:rPr lang="pt-BR" sz="2000" dirty="0">
                <a:latin typeface="Calibri"/>
                <a:ea typeface="+mn-lt"/>
                <a:cs typeface="Calibri"/>
              </a:rPr>
              <a:t>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Um sistema monousuário pode ser um sistema </a:t>
            </a:r>
            <a:r>
              <a:rPr lang="pt-BR" sz="2000" dirty="0" err="1">
                <a:latin typeface="Calibri"/>
                <a:ea typeface="+mn-lt"/>
                <a:cs typeface="Calibri"/>
              </a:rPr>
              <a:t>multiprogramável</a:t>
            </a:r>
            <a:r>
              <a:rPr lang="pt-BR" sz="2000" dirty="0">
                <a:latin typeface="Calibri"/>
                <a:ea typeface="+mn-lt"/>
                <a:cs typeface="Calibri"/>
              </a:rPr>
              <a:t>? Dê um exemplo.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Quais são os tipos de sistemas </a:t>
            </a:r>
            <a:r>
              <a:rPr lang="pt-BR" sz="2000" dirty="0" err="1">
                <a:latin typeface="Calibri"/>
                <a:ea typeface="+mn-lt"/>
                <a:cs typeface="Calibri"/>
              </a:rPr>
              <a:t>multiprogramáveis</a:t>
            </a:r>
            <a:r>
              <a:rPr lang="pt-BR" sz="2000" dirty="0">
                <a:latin typeface="Calibri"/>
                <a:ea typeface="+mn-lt"/>
                <a:cs typeface="Calibri"/>
              </a:rPr>
              <a:t>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O que caracteriza o processamento batch? Quais aplicações podem ser processadas neste tipo de ambiente?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Como funcionam os sistemas de tempo compartilhado? Quais as vantagens em utilizá-los?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Qual a grande diferença entre sistemas de tempo compartilhado e tempo real? Quais aplicações são indicadas para sistemas de tempo real?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O que são sistemas com múltiplos processadores e quais as vantagens em utilizá-los?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Qual a grande diferença entre sistemas fortemente acoplados e fracamente acoplados? </a:t>
            </a:r>
            <a:endParaRPr lang="en-US" sz="2000" dirty="0">
              <a:latin typeface="Calibri"/>
              <a:ea typeface="+mn-lt"/>
              <a:cs typeface="Calibri"/>
            </a:endParaRPr>
          </a:p>
          <a:p>
            <a:pPr marL="342900" indent="-342900" algn="just">
              <a:lnSpc>
                <a:spcPct val="90000"/>
              </a:lnSpc>
              <a:spcBef>
                <a:spcPts val="750"/>
              </a:spcBef>
              <a:buAutoNum type="arabicPeriod"/>
            </a:pPr>
            <a:r>
              <a:rPr lang="pt-BR" sz="2000" dirty="0">
                <a:latin typeface="Calibri"/>
                <a:ea typeface="+mn-lt"/>
                <a:cs typeface="Calibri"/>
              </a:rPr>
              <a:t> Qual a diferença entre sistemas operacionais de rede e sistemas operacionais distribuídos?</a:t>
            </a:r>
            <a:endParaRPr lang="pt-BR" sz="2000" dirty="0">
              <a:latin typeface="Calibri"/>
              <a:cs typeface="Calibri"/>
            </a:endParaRPr>
          </a:p>
        </p:txBody>
      </p:sp>
      <p:pic>
        <p:nvPicPr>
          <p:cNvPr id="2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923248BD-2A56-4255-913D-5396A44F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05B3E1C-4D35-4A8B-8FE4-DFF8AEFD245F}"/>
              </a:ext>
            </a:extLst>
          </p:cNvPr>
          <p:cNvSpPr txBox="1"/>
          <p:nvPr/>
        </p:nvSpPr>
        <p:spPr>
          <a:xfrm>
            <a:off x="3444816" y="209912"/>
            <a:ext cx="530236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ea typeface="+mn-lt"/>
                <a:cs typeface="+mn-lt"/>
              </a:rPr>
              <a:t>Sistema </a:t>
            </a:r>
            <a:r>
              <a:rPr lang="pt-BR" sz="2400" b="1" dirty="0">
                <a:cs typeface="Calibri"/>
              </a:rPr>
              <a:t>Operacional</a:t>
            </a:r>
            <a:endParaRPr lang="pt-BR" dirty="0">
              <a:cs typeface="Calibri"/>
            </a:endParaRPr>
          </a:p>
          <a:p>
            <a:pPr algn="ctr"/>
            <a:r>
              <a:rPr lang="pt-BR" sz="2400" b="1">
                <a:cs typeface="Calibri"/>
              </a:rPr>
              <a:t>Exercícios de Fixação</a:t>
            </a:r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94B764-DDBB-4C44-A199-A10C91CBF26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435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2800" b="1">
                <a:ea typeface="+mn-lt"/>
                <a:cs typeface="+mn-lt"/>
              </a:rPr>
              <a:t>Wrap-up</a:t>
            </a:r>
            <a:endParaRPr lang="en-AU"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6" descr="Uma imagem contendo água, campo&#10;&#10;Descrição gerada automaticamente">
            <a:extLst>
              <a:ext uri="{FF2B5EF4-FFF2-40B4-BE49-F238E27FC236}">
                <a16:creationId xmlns:a16="http://schemas.microsoft.com/office/drawing/2014/main" id="{38D925A8-AA34-499D-9FAB-3D5BF6B2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0000">
            <a:off x="8031193" y="2636484"/>
            <a:ext cx="2743200" cy="1268730"/>
          </a:xfrm>
          <a:prstGeom prst="rect">
            <a:avLst/>
          </a:prstGeom>
        </p:spPr>
      </p:pic>
      <p:pic>
        <p:nvPicPr>
          <p:cNvPr id="7" name="Imagem 7">
            <a:extLst>
              <a:ext uri="{FF2B5EF4-FFF2-40B4-BE49-F238E27FC236}">
                <a16:creationId xmlns:a16="http://schemas.microsoft.com/office/drawing/2014/main" id="{3D1B892B-A210-4289-80DA-85D5658C0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822189"/>
            <a:ext cx="2743200" cy="9645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E00CCEC3-F65C-4278-B4A9-3A0016042E19}"/>
              </a:ext>
            </a:extLst>
          </p:cNvPr>
          <p:cNvSpPr txBox="1"/>
          <p:nvPr/>
        </p:nvSpPr>
        <p:spPr>
          <a:xfrm>
            <a:off x="253041" y="1259457"/>
            <a:ext cx="11700294" cy="52168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,Sans-Serif"/>
              <a:buChar char="•"/>
            </a:pPr>
            <a:r>
              <a:rPr lang="pt-BR" sz="2200" b="1" dirty="0">
                <a:ea typeface="+mn-lt"/>
                <a:cs typeface="+mn-lt"/>
              </a:rPr>
              <a:t>Sistemas Operacionais</a:t>
            </a:r>
            <a:br>
              <a:rPr lang="pt-BR" sz="22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100" dirty="0" err="1">
                <a:ea typeface="+mn-lt"/>
                <a:cs typeface="+mn-lt"/>
              </a:rPr>
              <a:t>Monotarefa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Multitarefa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Batch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Sistemas de tempo compartilhado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Sistemas de tempo real</a:t>
            </a:r>
            <a:br>
              <a:rPr lang="pt-BR" sz="2100" dirty="0">
                <a:ea typeface="+mn-lt"/>
                <a:cs typeface="+mn-lt"/>
              </a:rPr>
            </a:b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Sistemas com múltiplos processadores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Fracamente acoplados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SO de redes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Sistemas distribuídos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 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- Fortemente acoplados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Simétricos </a:t>
            </a: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          - Assimétricos</a:t>
            </a:r>
            <a:br>
              <a:rPr lang="pt-BR" sz="2100" dirty="0">
                <a:ea typeface="+mn-lt"/>
                <a:cs typeface="+mn-lt"/>
              </a:rPr>
            </a:br>
            <a:br>
              <a:rPr lang="pt-BR" sz="2100" dirty="0">
                <a:ea typeface="+mn-lt"/>
                <a:cs typeface="+mn-lt"/>
              </a:rPr>
            </a:br>
            <a:r>
              <a:rPr lang="pt-BR" sz="2100" dirty="0">
                <a:cs typeface="Calibri"/>
              </a:rPr>
              <a:t>=&gt; Outros</a:t>
            </a:r>
          </a:p>
        </p:txBody>
      </p:sp>
    </p:spTree>
    <p:extLst>
      <p:ext uri="{BB962C8B-B14F-4D97-AF65-F5344CB8AC3E}">
        <p14:creationId xmlns:p14="http://schemas.microsoft.com/office/powerpoint/2010/main" val="41294579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2122098"/>
            <a:ext cx="1149901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Básicas</a:t>
            </a:r>
            <a:endParaRPr lang="pt-BR" b="1" dirty="0" err="1"/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DEITEL, Harvey M.; DEITEL, Paul J.; CHOFFNES, David R.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3ª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São Paulo: Pearson Prentice Hall,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GONÇALVES FILHO, </a:t>
            </a:r>
            <a:r>
              <a:rPr lang="en-US" dirty="0" err="1">
                <a:ea typeface="+mn-lt"/>
                <a:cs typeface="+mn-lt"/>
              </a:rPr>
              <a:t>Aurélio</a:t>
            </a:r>
            <a:r>
              <a:rPr lang="en-US" dirty="0">
                <a:ea typeface="+mn-lt"/>
                <a:cs typeface="+mn-lt"/>
              </a:rPr>
              <a:t>; BAROLLI, Elisabeth. </a:t>
            </a:r>
            <a:r>
              <a:rPr lang="en-US" dirty="0" err="1">
                <a:ea typeface="+mn-lt"/>
                <a:cs typeface="+mn-lt"/>
              </a:rPr>
              <a:t>Instalação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elétrica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investigando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aprendendo</a:t>
            </a:r>
            <a:r>
              <a:rPr lang="en-US" dirty="0">
                <a:ea typeface="+mn-lt"/>
                <a:cs typeface="+mn-lt"/>
              </a:rPr>
              <a:t>. 5ª. ed. São Paulo, SP: Scipione, 1997.</a:t>
            </a:r>
            <a:endParaRPr lang="en-US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MACHADO, Francis B.; MAIA, Luiz Paulo.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de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5ª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Rio de Janeiro: Editora </a:t>
            </a:r>
            <a:r>
              <a:rPr lang="en-US" dirty="0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2013.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PATTERSON, David A; HENNESSY, John L.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projeto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3ª. ed. Rio de Janeiro: Elsevier, Campus,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STALLINGS, William.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8. ed. São Paulo: Pearson Prentice Hall, 2010.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TANENBAUM, Andrew S.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modernos</a:t>
            </a:r>
            <a:r>
              <a:rPr lang="en-US" dirty="0">
                <a:ea typeface="+mn-lt"/>
                <a:cs typeface="+mn-lt"/>
              </a:rPr>
              <a:t>. 3ª. ed. São Paulo: Pearson Prentice Hall, 2010</a:t>
            </a:r>
            <a:endParaRPr lang="en-US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1A23740-EE54-4910-B21A-EBDBEFA1265A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03042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1863305"/>
            <a:ext cx="1149901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err="1">
                <a:ea typeface="+mn-lt"/>
                <a:cs typeface="+mn-lt"/>
              </a:rPr>
              <a:t>Complementares</a:t>
            </a:r>
            <a:endParaRPr lang="en-US" err="1">
              <a:ea typeface="+mn-lt"/>
              <a:cs typeface="+mn-lt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AHO, Alfred V. </a:t>
            </a:r>
            <a:r>
              <a:rPr lang="en-US" err="1">
                <a:ea typeface="+mn-lt"/>
                <a:cs typeface="+mn-lt"/>
              </a:rPr>
              <a:t>Compiladores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 e ferramentas. 2ª. ed. São Paulo, SP: Pearson Addison Wesley,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DAGHLIAN, Jacob. </a:t>
            </a:r>
            <a:r>
              <a:rPr lang="en-US" err="1">
                <a:ea typeface="+mn-lt"/>
                <a:cs typeface="+mn-lt"/>
              </a:rPr>
              <a:t>Lógica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álgebra</a:t>
            </a:r>
            <a:r>
              <a:rPr lang="en-US" dirty="0">
                <a:ea typeface="+mn-lt"/>
                <a:cs typeface="+mn-lt"/>
              </a:rPr>
              <a:t> de Boole. 4ª. ed. São Paulo: Atlas, 2006.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KANNO, A. </a:t>
            </a:r>
            <a:r>
              <a:rPr lang="en-US" err="1">
                <a:ea typeface="+mn-lt"/>
                <a:cs typeface="+mn-lt"/>
              </a:rPr>
              <a:t>Eletrônica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básica</a:t>
            </a:r>
            <a:r>
              <a:rPr lang="en-US" dirty="0">
                <a:ea typeface="+mn-lt"/>
                <a:cs typeface="+mn-lt"/>
              </a:rPr>
              <a:t> para </a:t>
            </a:r>
            <a:r>
              <a:rPr lang="en-US" err="1">
                <a:ea typeface="+mn-lt"/>
                <a:cs typeface="+mn-lt"/>
              </a:rPr>
              <a:t>principiantes</a:t>
            </a:r>
            <a:r>
              <a:rPr lang="en-US" dirty="0">
                <a:ea typeface="+mn-lt"/>
                <a:cs typeface="+mn-lt"/>
              </a:rPr>
              <a:t>. São Paulo: Eltec, 2002.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MONTEIRO, Mário A. (Mario Antônio). </a:t>
            </a:r>
            <a:r>
              <a:rPr lang="en-US" err="1">
                <a:ea typeface="+mn-lt"/>
                <a:cs typeface="+mn-lt"/>
              </a:rPr>
              <a:t>Introdução</a:t>
            </a:r>
            <a:r>
              <a:rPr lang="en-US" dirty="0">
                <a:ea typeface="+mn-lt"/>
                <a:cs typeface="+mn-lt"/>
              </a:rPr>
              <a:t> à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5ª. ed. Rio de Janeiro: </a:t>
            </a:r>
            <a:r>
              <a:rPr lang="en-US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NEGUS, Christopher. Linux: a </a:t>
            </a:r>
            <a:r>
              <a:rPr lang="en-US" err="1">
                <a:ea typeface="+mn-lt"/>
                <a:cs typeface="+mn-lt"/>
              </a:rPr>
              <a:t>bíblia</a:t>
            </a:r>
            <a:r>
              <a:rPr lang="en-US" dirty="0">
                <a:ea typeface="+mn-lt"/>
                <a:cs typeface="+mn-lt"/>
              </a:rPr>
              <a:t> boot up Ubuntu, Fedora, </a:t>
            </a:r>
            <a:r>
              <a:rPr lang="en-US" err="1">
                <a:ea typeface="+mn-lt"/>
                <a:cs typeface="+mn-lt"/>
              </a:rPr>
              <a:t>Knippix</a:t>
            </a:r>
            <a:r>
              <a:rPr lang="en-US" dirty="0">
                <a:ea typeface="+mn-lt"/>
                <a:cs typeface="+mn-lt"/>
              </a:rPr>
              <a:t>, Debian, Suse e </a:t>
            </a:r>
            <a:r>
              <a:rPr lang="en-US" err="1">
                <a:ea typeface="+mn-lt"/>
                <a:cs typeface="+mn-lt"/>
              </a:rPr>
              <a:t>outras</a:t>
            </a:r>
            <a:r>
              <a:rPr lang="en-US" dirty="0">
                <a:ea typeface="+mn-lt"/>
                <a:cs typeface="+mn-lt"/>
              </a:rPr>
              <a:t>. Rio de Janeiro: Alta Books,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OLIVEIRA, </a:t>
            </a:r>
            <a:r>
              <a:rPr lang="en-US" err="1">
                <a:ea typeface="+mn-lt"/>
                <a:cs typeface="+mn-lt"/>
              </a:rPr>
              <a:t>Rômulo</a:t>
            </a:r>
            <a:r>
              <a:rPr lang="en-US" dirty="0">
                <a:ea typeface="+mn-lt"/>
                <a:cs typeface="+mn-lt"/>
              </a:rPr>
              <a:t> Silva de; CARISSIMI, Alexandre da Silva; TOSCANI, </a:t>
            </a:r>
            <a:r>
              <a:rPr lang="en-US" err="1">
                <a:ea typeface="+mn-lt"/>
                <a:cs typeface="+mn-lt"/>
              </a:rPr>
              <a:t>Simão</a:t>
            </a:r>
            <a:r>
              <a:rPr lang="en-US" dirty="0">
                <a:ea typeface="+mn-lt"/>
                <a:cs typeface="+mn-lt"/>
              </a:rPr>
              <a:t>. Sistemas </a:t>
            </a:r>
            <a:r>
              <a:rPr lang="en-US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4a.</a:t>
            </a:r>
          </a:p>
          <a:p>
            <a:pPr algn="just"/>
            <a:r>
              <a:rPr lang="en-US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Porto Alegre: Bookman, 2010.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TANENBAUM, Andrew S.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estruturada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5a. ed. São Paulo, SP: Pearson Prentice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Hall,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TOCCI, Ronald J. Sistemas </a:t>
            </a:r>
            <a:r>
              <a:rPr lang="en-US" err="1">
                <a:ea typeface="+mn-lt"/>
                <a:cs typeface="+mn-lt"/>
              </a:rPr>
              <a:t>digitais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aplicações</a:t>
            </a:r>
            <a:r>
              <a:rPr lang="en-US">
                <a:ea typeface="+mn-lt"/>
                <a:cs typeface="+mn-lt"/>
              </a:rPr>
              <a:t>. 10a. ed. São Paulo: Pearson Hall., 2007.</a:t>
            </a:r>
          </a:p>
          <a:p>
            <a:pPr algn="just"/>
            <a:endParaRPr lang="en-US" b="1" strike="sngStrike" dirty="0">
              <a:cs typeface="Calibri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9EADFB8-7453-4068-8BFF-A68E3A1AD7B8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4339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Personalizada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Personalizada 1">
      <a:majorFont>
        <a:latin typeface="HP Simplifi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1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27" baseType="lpstr">
      <vt:lpstr>Tema do Office</vt:lpstr>
      <vt:lpstr>HDOfficeLightV0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7617</cp:revision>
  <dcterms:created xsi:type="dcterms:W3CDTF">2012-07-30T23:50:35Z</dcterms:created>
  <dcterms:modified xsi:type="dcterms:W3CDTF">2020-09-15T20:50:33Z</dcterms:modified>
</cp:coreProperties>
</file>