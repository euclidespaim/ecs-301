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47" r:id="rId2"/>
  </p:sldMasterIdLst>
  <p:notesMasterIdLst>
    <p:notesMasterId r:id="rId25"/>
  </p:notesMasterIdLst>
  <p:sldIdLst>
    <p:sldId id="428" r:id="rId3"/>
    <p:sldId id="449" r:id="rId4"/>
    <p:sldId id="448" r:id="rId5"/>
    <p:sldId id="447" r:id="rId6"/>
    <p:sldId id="446" r:id="rId7"/>
    <p:sldId id="445" r:id="rId8"/>
    <p:sldId id="444" r:id="rId9"/>
    <p:sldId id="443" r:id="rId10"/>
    <p:sldId id="442" r:id="rId11"/>
    <p:sldId id="441" r:id="rId12"/>
    <p:sldId id="440" r:id="rId13"/>
    <p:sldId id="439" r:id="rId14"/>
    <p:sldId id="438" r:id="rId15"/>
    <p:sldId id="437" r:id="rId16"/>
    <p:sldId id="436" r:id="rId17"/>
    <p:sldId id="435" r:id="rId18"/>
    <p:sldId id="434" r:id="rId19"/>
    <p:sldId id="433" r:id="rId20"/>
    <p:sldId id="432" r:id="rId21"/>
    <p:sldId id="431" r:id="rId22"/>
    <p:sldId id="430" r:id="rId23"/>
    <p:sldId id="429" r:id="rId2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3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9EA7E-4D4D-4E8F-969C-17266D302EF1}" v="118" dt="2020-02-09T12:12:13.372"/>
    <p1510:client id="{0EAAA988-2C68-4BCF-83CD-AE9F026FE6BB}" v="116" dt="2020-08-07T13:02:08.316"/>
    <p1510:client id="{143A7383-A703-4B01-BFA6-9D49624151EF}" v="2327" dt="2019-10-30T23:29:10.569"/>
    <p1510:client id="{1870CAAA-6112-4EF5-189E-CAC462A6C950}" v="1109" dt="2020-08-31T21:11:10.252"/>
    <p1510:client id="{1A2A0786-CE7E-4209-0480-B9109996D086}" v="389" dt="2020-08-28T20:19:32.566"/>
    <p1510:client id="{1B0FA6D5-760C-40F9-A76A-C66A23210A88}" v="423" dt="2019-11-29T11:24:33.104"/>
    <p1510:client id="{1BB82EB3-19AB-4BFF-BCFB-C90F68260413}" v="7" dt="2020-08-31T18:32:38.913"/>
    <p1510:client id="{23242F81-3CE7-4A36-BDB6-B7B7A984F465}" v="2" dt="2019-10-18T12:58:11.033"/>
    <p1510:client id="{2A55021F-E700-4BF7-B87F-25A17069A1AB}" v="313" dt="2019-10-14T20:03:47.839"/>
    <p1510:client id="{2FDF496E-7993-41B8-29BC-FCE736FC7F76}" v="694" dt="2020-08-28T21:30:08.702"/>
    <p1510:client id="{34201E48-31EE-428E-0F5D-E7EE42343631}" v="1040" dt="2020-08-31T19:58:14.847"/>
    <p1510:client id="{361FB914-AB24-452E-8D82-D9724BC21E12}" v="802" dt="2020-08-25T20:52:37.440"/>
    <p1510:client id="{442FC9E3-A72F-4F1E-842F-D3DB983CCA19}" v="59" dt="2019-11-19T17:43:47.056"/>
    <p1510:client id="{47312A0A-2580-4E6C-A6BF-A0E372B9B604}" v="152" dt="2019-10-17T21:43:15.538"/>
    <p1510:client id="{4772D096-53B3-4388-93E6-0FAF17EF4F1D}" v="550" dt="2020-02-07T16:07:06.407"/>
    <p1510:client id="{4F52E309-D824-46DE-8290-CE0DA95FBED1}" v="1479" dt="2020-08-26T19:41:59.662"/>
    <p1510:client id="{51A4D553-2689-475F-B85B-5409472BB271}" v="5" dt="2020-08-07T14:09:46.701"/>
    <p1510:client id="{5300BF01-0C64-4874-8B4E-5FFAD2FB9BC5}" v="61" dt="2020-08-26T21:16:43.328"/>
    <p1510:client id="{5539FE0C-B27A-414B-9E4C-7AE9BF724BFE}" v="1132" dt="2019-11-19T19:16:19.306"/>
    <p1510:client id="{5FB961D9-0F7A-485C-80E1-AD1F928BDA22}" v="522" dt="2020-09-23T20:17:38.953"/>
    <p1510:client id="{6D7EA119-5084-4D11-BAED-8CE51403B43E}" v="1" dt="2020-08-25T19:39:39"/>
    <p1510:client id="{7201E0C9-B949-4F13-BE14-9B556989ADDF}" v="132" dt="2020-08-24T20:15:46.668"/>
    <p1510:client id="{7E5D80FC-4E43-446C-90BF-9E97AB994AD7}" v="25" dt="2019-11-21T13:47:59.916"/>
    <p1510:client id="{801B7D5C-A1E8-4E19-BC6A-1ACBA6F45069}" v="32" dt="2019-10-31T13:02:16.459"/>
    <p1510:client id="{80F0ADE8-BE68-40A6-936D-FC7EFF5864AA}" v="54" dt="2020-11-09T12:53:27.138"/>
    <p1510:client id="{8277D4A4-4E4E-44B6-0963-BEA43C028769}" v="729" dt="2020-08-28T19:10:59.485"/>
    <p1510:client id="{8AE34065-CF1F-4955-89B5-2F7369EF095C}" v="749" dt="2019-11-21T21:40:32.565"/>
    <p1510:client id="{8E0CB0C3-2A50-464A-8C06-101B4A252542}" v="404" dt="2019-11-21T12:56:24.293"/>
    <p1510:client id="{946D074D-AD5F-43BB-92E6-812D08736660}" v="153" dt="2019-10-10T18:38:13.703"/>
    <p1510:client id="{952FA1BF-CC87-45AC-8B59-0B2DA5A9E9B8}" v="334" dt="2020-08-25T19:59:01.640"/>
    <p1510:client id="{9F7126B5-9B7A-4541-A261-76C16665FCD0}" v="1130" dt="2020-08-25T19:34:11.625"/>
    <p1510:client id="{C2B792DB-D4AA-4DA2-BCD0-B318FF19AA8D}" v="64" dt="2020-02-09T13:43:01.647"/>
    <p1510:client id="{C309FB53-0EB5-4CF4-ABBD-C22AC887ED01}" v="8" dt="2020-08-24T19:51:14.897"/>
    <p1510:client id="{CD129751-6C35-40FD-81C7-F417742B84B2}" v="1123" dt="2020-08-25T15:05:05.594"/>
    <p1510:client id="{D21A5906-9B93-48DF-9D8B-6957E841F45C}" v="37" dt="2020-10-19T19:52:03.276"/>
    <p1510:client id="{D899B664-AD11-42C6-8917-B7B35A927E2C}" v="582" dt="2019-10-15T21:42:19.228"/>
    <p1510:client id="{D8B7BC65-859C-47D7-0F1A-396E25E009BF}" v="1884" dt="2020-08-27T18:41:28.509"/>
    <p1510:client id="{E5A72817-02E0-44B0-1358-F57C1DC66DF1}" v="303" dt="2020-08-31T18:54:04.278"/>
    <p1510:client id="{EC70F95B-7482-460D-A349-FFE2D60658D2}" v="259" dt="2020-08-07T14:26:48.667"/>
    <p1510:client id="{F2FACACA-56B9-404A-9400-D308A3009EE7}" v="6" dt="2020-08-25T21:04:20.908"/>
    <p1510:client id="{F410FB9A-662C-4572-9B0C-7779FF7BD594}" v="6" dt="2020-09-21T19:05:00.402"/>
    <p1510:client id="{F51956DF-0D82-4507-8963-D6195A21818B}" v="971" dt="2020-08-28T18:37:51.7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202B0CA-FC54-4496-8BCA-5EF66A818D29}" styleName="Estilo E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clides Paim" userId="0d84fb374bcffaab" providerId="Windows Live" clId="Web-{D21A5906-9B93-48DF-9D8B-6957E841F45C}"/>
    <pc:docChg chg="addSld delSld modSld">
      <pc:chgData name="Euclides Paim" userId="0d84fb374bcffaab" providerId="Windows Live" clId="Web-{D21A5906-9B93-48DF-9D8B-6957E841F45C}" dt="2020-10-19T19:52:03.276" v="36"/>
      <pc:docMkLst>
        <pc:docMk/>
      </pc:docMkLst>
      <pc:sldChg chg="del">
        <pc:chgData name="Euclides Paim" userId="0d84fb374bcffaab" providerId="Windows Live" clId="Web-{D21A5906-9B93-48DF-9D8B-6957E841F45C}" dt="2020-10-19T14:22:48.222" v="1"/>
        <pc:sldMkLst>
          <pc:docMk/>
          <pc:sldMk cId="1912989895" sldId="257"/>
        </pc:sldMkLst>
      </pc:sldChg>
      <pc:sldChg chg="modSp">
        <pc:chgData name="Euclides Paim" userId="0d84fb374bcffaab" providerId="Windows Live" clId="Web-{D21A5906-9B93-48DF-9D8B-6957E841F45C}" dt="2020-10-19T14:23:00.785" v="3"/>
        <pc:sldMkLst>
          <pc:docMk/>
          <pc:sldMk cId="899282184" sldId="258"/>
        </pc:sldMkLst>
        <pc:spChg chg="mod">
          <ac:chgData name="Euclides Paim" userId="0d84fb374bcffaab" providerId="Windows Live" clId="Web-{D21A5906-9B93-48DF-9D8B-6957E841F45C}" dt="2020-10-19T14:23:00.785" v="3"/>
          <ac:spMkLst>
            <pc:docMk/>
            <pc:sldMk cId="899282184" sldId="258"/>
            <ac:spMk id="7" creationId="{F1E9E8CF-FE9E-4B81-B325-A5C58B74BD75}"/>
          </ac:spMkLst>
        </pc:spChg>
        <pc:spChg chg="mod">
          <ac:chgData name="Euclides Paim" userId="0d84fb374bcffaab" providerId="Windows Live" clId="Web-{D21A5906-9B93-48DF-9D8B-6957E841F45C}" dt="2020-10-19T14:22:56.972" v="2"/>
          <ac:spMkLst>
            <pc:docMk/>
            <pc:sldMk cId="899282184" sldId="258"/>
            <ac:spMk id="9" creationId="{658B6992-D464-4E9E-9004-33BB3AF6F50F}"/>
          </ac:spMkLst>
        </pc:spChg>
      </pc:sldChg>
      <pc:sldChg chg="modSp">
        <pc:chgData name="Euclides Paim" userId="0d84fb374bcffaab" providerId="Windows Live" clId="Web-{D21A5906-9B93-48DF-9D8B-6957E841F45C}" dt="2020-10-19T14:23:11.160" v="4"/>
        <pc:sldMkLst>
          <pc:docMk/>
          <pc:sldMk cId="4062819139" sldId="278"/>
        </pc:sldMkLst>
        <pc:spChg chg="mod">
          <ac:chgData name="Euclides Paim" userId="0d84fb374bcffaab" providerId="Windows Live" clId="Web-{D21A5906-9B93-48DF-9D8B-6957E841F45C}" dt="2020-10-19T14:23:11.160" v="4"/>
          <ac:spMkLst>
            <pc:docMk/>
            <pc:sldMk cId="4062819139" sldId="278"/>
            <ac:spMk id="3" creationId="{7D5BEDC0-B9C6-4CBC-B0EA-6BD0A411D1F2}"/>
          </ac:spMkLst>
        </pc:spChg>
      </pc:sldChg>
      <pc:sldChg chg="modSp del">
        <pc:chgData name="Euclides Paim" userId="0d84fb374bcffaab" providerId="Windows Live" clId="Web-{D21A5906-9B93-48DF-9D8B-6957E841F45C}" dt="2020-10-19T19:50:48.805" v="34"/>
        <pc:sldMkLst>
          <pc:docMk/>
          <pc:sldMk cId="4240500451" sldId="301"/>
        </pc:sldMkLst>
        <pc:spChg chg="mod">
          <ac:chgData name="Euclides Paim" userId="0d84fb374bcffaab" providerId="Windows Live" clId="Web-{D21A5906-9B93-48DF-9D8B-6957E841F45C}" dt="2020-10-19T14:25:52.493" v="33"/>
          <ac:spMkLst>
            <pc:docMk/>
            <pc:sldMk cId="4240500451" sldId="301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3:19.645" v="5"/>
        <pc:sldMkLst>
          <pc:docMk/>
          <pc:sldMk cId="541632847" sldId="385"/>
        </pc:sldMkLst>
        <pc:spChg chg="mod">
          <ac:chgData name="Euclides Paim" userId="0d84fb374bcffaab" providerId="Windows Live" clId="Web-{D21A5906-9B93-48DF-9D8B-6957E841F45C}" dt="2020-10-19T14:23:19.645" v="5"/>
          <ac:spMkLst>
            <pc:docMk/>
            <pc:sldMk cId="541632847" sldId="385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3:26.488" v="6"/>
        <pc:sldMkLst>
          <pc:docMk/>
          <pc:sldMk cId="1303100967" sldId="398"/>
        </pc:sldMkLst>
        <pc:spChg chg="mod">
          <ac:chgData name="Euclides Paim" userId="0d84fb374bcffaab" providerId="Windows Live" clId="Web-{D21A5906-9B93-48DF-9D8B-6957E841F45C}" dt="2020-10-19T14:23:26.488" v="6"/>
          <ac:spMkLst>
            <pc:docMk/>
            <pc:sldMk cId="1303100967" sldId="398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3:31.426" v="7"/>
        <pc:sldMkLst>
          <pc:docMk/>
          <pc:sldMk cId="2826445169" sldId="399"/>
        </pc:sldMkLst>
        <pc:spChg chg="mod">
          <ac:chgData name="Euclides Paim" userId="0d84fb374bcffaab" providerId="Windows Live" clId="Web-{D21A5906-9B93-48DF-9D8B-6957E841F45C}" dt="2020-10-19T14:23:31.426" v="7"/>
          <ac:spMkLst>
            <pc:docMk/>
            <pc:sldMk cId="2826445169" sldId="399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3:36.645" v="8"/>
        <pc:sldMkLst>
          <pc:docMk/>
          <pc:sldMk cId="382828230" sldId="400"/>
        </pc:sldMkLst>
        <pc:spChg chg="mod">
          <ac:chgData name="Euclides Paim" userId="0d84fb374bcffaab" providerId="Windows Live" clId="Web-{D21A5906-9B93-48DF-9D8B-6957E841F45C}" dt="2020-10-19T14:23:36.645" v="8"/>
          <ac:spMkLst>
            <pc:docMk/>
            <pc:sldMk cId="382828230" sldId="400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3:50.942" v="11"/>
        <pc:sldMkLst>
          <pc:docMk/>
          <pc:sldMk cId="3668246103" sldId="401"/>
        </pc:sldMkLst>
        <pc:spChg chg="mod">
          <ac:chgData name="Euclides Paim" userId="0d84fb374bcffaab" providerId="Windows Live" clId="Web-{D21A5906-9B93-48DF-9D8B-6957E841F45C}" dt="2020-10-19T14:23:50.942" v="11"/>
          <ac:spMkLst>
            <pc:docMk/>
            <pc:sldMk cId="3668246103" sldId="401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3:46.036" v="10"/>
        <pc:sldMkLst>
          <pc:docMk/>
          <pc:sldMk cId="2157755160" sldId="402"/>
        </pc:sldMkLst>
        <pc:spChg chg="mod">
          <ac:chgData name="Euclides Paim" userId="0d84fb374bcffaab" providerId="Windows Live" clId="Web-{D21A5906-9B93-48DF-9D8B-6957E841F45C}" dt="2020-10-19T14:23:46.036" v="10"/>
          <ac:spMkLst>
            <pc:docMk/>
            <pc:sldMk cId="2157755160" sldId="402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3:41.786" v="9"/>
        <pc:sldMkLst>
          <pc:docMk/>
          <pc:sldMk cId="1720129074" sldId="403"/>
        </pc:sldMkLst>
        <pc:spChg chg="mod">
          <ac:chgData name="Euclides Paim" userId="0d84fb374bcffaab" providerId="Windows Live" clId="Web-{D21A5906-9B93-48DF-9D8B-6957E841F45C}" dt="2020-10-19T14:23:41.786" v="9"/>
          <ac:spMkLst>
            <pc:docMk/>
            <pc:sldMk cId="1720129074" sldId="403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3:58.240" v="12"/>
        <pc:sldMkLst>
          <pc:docMk/>
          <pc:sldMk cId="3501233667" sldId="405"/>
        </pc:sldMkLst>
        <pc:spChg chg="mod">
          <ac:chgData name="Euclides Paim" userId="0d84fb374bcffaab" providerId="Windows Live" clId="Web-{D21A5906-9B93-48DF-9D8B-6957E841F45C}" dt="2020-10-19T14:23:58.240" v="12"/>
          <ac:spMkLst>
            <pc:docMk/>
            <pc:sldMk cId="3501233667" sldId="405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4:04.615" v="13"/>
        <pc:sldMkLst>
          <pc:docMk/>
          <pc:sldMk cId="1041809911" sldId="407"/>
        </pc:sldMkLst>
        <pc:spChg chg="mod">
          <ac:chgData name="Euclides Paim" userId="0d84fb374bcffaab" providerId="Windows Live" clId="Web-{D21A5906-9B93-48DF-9D8B-6957E841F45C}" dt="2020-10-19T14:24:04.615" v="13"/>
          <ac:spMkLst>
            <pc:docMk/>
            <pc:sldMk cId="1041809911" sldId="407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4:32.663" v="14"/>
        <pc:sldMkLst>
          <pc:docMk/>
          <pc:sldMk cId="1495837239" sldId="409"/>
        </pc:sldMkLst>
        <pc:spChg chg="mod">
          <ac:chgData name="Euclides Paim" userId="0d84fb374bcffaab" providerId="Windows Live" clId="Web-{D21A5906-9B93-48DF-9D8B-6957E841F45C}" dt="2020-10-19T14:24:32.663" v="14"/>
          <ac:spMkLst>
            <pc:docMk/>
            <pc:sldMk cId="1495837239" sldId="409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4:36.850" v="15"/>
        <pc:sldMkLst>
          <pc:docMk/>
          <pc:sldMk cId="1030389348" sldId="410"/>
        </pc:sldMkLst>
        <pc:spChg chg="mod">
          <ac:chgData name="Euclides Paim" userId="0d84fb374bcffaab" providerId="Windows Live" clId="Web-{D21A5906-9B93-48DF-9D8B-6957E841F45C}" dt="2020-10-19T14:24:36.850" v="15"/>
          <ac:spMkLst>
            <pc:docMk/>
            <pc:sldMk cId="1030389348" sldId="410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4:41.538" v="16"/>
        <pc:sldMkLst>
          <pc:docMk/>
          <pc:sldMk cId="3741192684" sldId="411"/>
        </pc:sldMkLst>
        <pc:spChg chg="mod">
          <ac:chgData name="Euclides Paim" userId="0d84fb374bcffaab" providerId="Windows Live" clId="Web-{D21A5906-9B93-48DF-9D8B-6957E841F45C}" dt="2020-10-19T14:24:41.538" v="16"/>
          <ac:spMkLst>
            <pc:docMk/>
            <pc:sldMk cId="3741192684" sldId="411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4:45.272" v="17"/>
        <pc:sldMkLst>
          <pc:docMk/>
          <pc:sldMk cId="1667903140" sldId="412"/>
        </pc:sldMkLst>
        <pc:spChg chg="mod">
          <ac:chgData name="Euclides Paim" userId="0d84fb374bcffaab" providerId="Windows Live" clId="Web-{D21A5906-9B93-48DF-9D8B-6957E841F45C}" dt="2020-10-19T14:24:45.272" v="17"/>
          <ac:spMkLst>
            <pc:docMk/>
            <pc:sldMk cId="1667903140" sldId="412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4:49.366" v="18"/>
        <pc:sldMkLst>
          <pc:docMk/>
          <pc:sldMk cId="1304779293" sldId="413"/>
        </pc:sldMkLst>
        <pc:spChg chg="mod">
          <ac:chgData name="Euclides Paim" userId="0d84fb374bcffaab" providerId="Windows Live" clId="Web-{D21A5906-9B93-48DF-9D8B-6957E841F45C}" dt="2020-10-19T14:24:49.366" v="18"/>
          <ac:spMkLst>
            <pc:docMk/>
            <pc:sldMk cId="1304779293" sldId="413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4:53.726" v="19"/>
        <pc:sldMkLst>
          <pc:docMk/>
          <pc:sldMk cId="111829957" sldId="414"/>
        </pc:sldMkLst>
        <pc:spChg chg="mod">
          <ac:chgData name="Euclides Paim" userId="0d84fb374bcffaab" providerId="Windows Live" clId="Web-{D21A5906-9B93-48DF-9D8B-6957E841F45C}" dt="2020-10-19T14:24:53.726" v="19"/>
          <ac:spMkLst>
            <pc:docMk/>
            <pc:sldMk cId="111829957" sldId="414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03.023" v="21"/>
        <pc:sldMkLst>
          <pc:docMk/>
          <pc:sldMk cId="110099322" sldId="415"/>
        </pc:sldMkLst>
        <pc:spChg chg="mod">
          <ac:chgData name="Euclides Paim" userId="0d84fb374bcffaab" providerId="Windows Live" clId="Web-{D21A5906-9B93-48DF-9D8B-6957E841F45C}" dt="2020-10-19T14:25:03.023" v="21"/>
          <ac:spMkLst>
            <pc:docMk/>
            <pc:sldMk cId="110099322" sldId="415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4:57.445" v="20"/>
        <pc:sldMkLst>
          <pc:docMk/>
          <pc:sldMk cId="2112682935" sldId="416"/>
        </pc:sldMkLst>
        <pc:spChg chg="mod">
          <ac:chgData name="Euclides Paim" userId="0d84fb374bcffaab" providerId="Windows Live" clId="Web-{D21A5906-9B93-48DF-9D8B-6957E841F45C}" dt="2020-10-19T14:24:57.445" v="20"/>
          <ac:spMkLst>
            <pc:docMk/>
            <pc:sldMk cId="2112682935" sldId="416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06.820" v="22"/>
        <pc:sldMkLst>
          <pc:docMk/>
          <pc:sldMk cId="711719472" sldId="417"/>
        </pc:sldMkLst>
        <pc:spChg chg="mod">
          <ac:chgData name="Euclides Paim" userId="0d84fb374bcffaab" providerId="Windows Live" clId="Web-{D21A5906-9B93-48DF-9D8B-6957E841F45C}" dt="2020-10-19T14:25:06.820" v="22"/>
          <ac:spMkLst>
            <pc:docMk/>
            <pc:sldMk cId="711719472" sldId="417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10.664" v="23"/>
        <pc:sldMkLst>
          <pc:docMk/>
          <pc:sldMk cId="2503283609" sldId="418"/>
        </pc:sldMkLst>
        <pc:spChg chg="mod">
          <ac:chgData name="Euclides Paim" userId="0d84fb374bcffaab" providerId="Windows Live" clId="Web-{D21A5906-9B93-48DF-9D8B-6957E841F45C}" dt="2020-10-19T14:25:10.664" v="23"/>
          <ac:spMkLst>
            <pc:docMk/>
            <pc:sldMk cId="2503283609" sldId="418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14.679" v="24"/>
        <pc:sldMkLst>
          <pc:docMk/>
          <pc:sldMk cId="3664132014" sldId="419"/>
        </pc:sldMkLst>
        <pc:spChg chg="mod">
          <ac:chgData name="Euclides Paim" userId="0d84fb374bcffaab" providerId="Windows Live" clId="Web-{D21A5906-9B93-48DF-9D8B-6957E841F45C}" dt="2020-10-19T14:25:14.679" v="24"/>
          <ac:spMkLst>
            <pc:docMk/>
            <pc:sldMk cId="3664132014" sldId="419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20.445" v="25"/>
        <pc:sldMkLst>
          <pc:docMk/>
          <pc:sldMk cId="1510317545" sldId="420"/>
        </pc:sldMkLst>
        <pc:spChg chg="mod">
          <ac:chgData name="Euclides Paim" userId="0d84fb374bcffaab" providerId="Windows Live" clId="Web-{D21A5906-9B93-48DF-9D8B-6957E841F45C}" dt="2020-10-19T14:25:20.445" v="25"/>
          <ac:spMkLst>
            <pc:docMk/>
            <pc:sldMk cId="1510317545" sldId="420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23.305" v="26"/>
        <pc:sldMkLst>
          <pc:docMk/>
          <pc:sldMk cId="641468180" sldId="421"/>
        </pc:sldMkLst>
        <pc:spChg chg="mod">
          <ac:chgData name="Euclides Paim" userId="0d84fb374bcffaab" providerId="Windows Live" clId="Web-{D21A5906-9B93-48DF-9D8B-6957E841F45C}" dt="2020-10-19T14:25:23.305" v="26"/>
          <ac:spMkLst>
            <pc:docMk/>
            <pc:sldMk cId="641468180" sldId="421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27.617" v="27"/>
        <pc:sldMkLst>
          <pc:docMk/>
          <pc:sldMk cId="4232862485" sldId="422"/>
        </pc:sldMkLst>
        <pc:spChg chg="mod">
          <ac:chgData name="Euclides Paim" userId="0d84fb374bcffaab" providerId="Windows Live" clId="Web-{D21A5906-9B93-48DF-9D8B-6957E841F45C}" dt="2020-10-19T14:25:27.617" v="27"/>
          <ac:spMkLst>
            <pc:docMk/>
            <pc:sldMk cId="4232862485" sldId="422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31.368" v="28"/>
        <pc:sldMkLst>
          <pc:docMk/>
          <pc:sldMk cId="720070422" sldId="423"/>
        </pc:sldMkLst>
        <pc:spChg chg="mod">
          <ac:chgData name="Euclides Paim" userId="0d84fb374bcffaab" providerId="Windows Live" clId="Web-{D21A5906-9B93-48DF-9D8B-6957E841F45C}" dt="2020-10-19T14:25:31.368" v="28"/>
          <ac:spMkLst>
            <pc:docMk/>
            <pc:sldMk cId="720070422" sldId="423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36.305" v="29"/>
        <pc:sldMkLst>
          <pc:docMk/>
          <pc:sldMk cId="900629962" sldId="424"/>
        </pc:sldMkLst>
        <pc:spChg chg="mod">
          <ac:chgData name="Euclides Paim" userId="0d84fb374bcffaab" providerId="Windows Live" clId="Web-{D21A5906-9B93-48DF-9D8B-6957E841F45C}" dt="2020-10-19T14:25:36.305" v="29"/>
          <ac:spMkLst>
            <pc:docMk/>
            <pc:sldMk cId="900629962" sldId="424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40.258" v="30"/>
        <pc:sldMkLst>
          <pc:docMk/>
          <pc:sldMk cId="2504292541" sldId="425"/>
        </pc:sldMkLst>
        <pc:spChg chg="mod">
          <ac:chgData name="Euclides Paim" userId="0d84fb374bcffaab" providerId="Windows Live" clId="Web-{D21A5906-9B93-48DF-9D8B-6957E841F45C}" dt="2020-10-19T14:25:40.258" v="30"/>
          <ac:spMkLst>
            <pc:docMk/>
            <pc:sldMk cId="2504292541" sldId="425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44.477" v="31"/>
        <pc:sldMkLst>
          <pc:docMk/>
          <pc:sldMk cId="2072425670" sldId="426"/>
        </pc:sldMkLst>
        <pc:spChg chg="mod">
          <ac:chgData name="Euclides Paim" userId="0d84fb374bcffaab" providerId="Windows Live" clId="Web-{D21A5906-9B93-48DF-9D8B-6957E841F45C}" dt="2020-10-19T14:25:44.477" v="31"/>
          <ac:spMkLst>
            <pc:docMk/>
            <pc:sldMk cId="2072425670" sldId="426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48.290" v="32"/>
        <pc:sldMkLst>
          <pc:docMk/>
          <pc:sldMk cId="1206606872" sldId="427"/>
        </pc:sldMkLst>
        <pc:spChg chg="mod">
          <ac:chgData name="Euclides Paim" userId="0d84fb374bcffaab" providerId="Windows Live" clId="Web-{D21A5906-9B93-48DF-9D8B-6957E841F45C}" dt="2020-10-19T14:25:48.290" v="32"/>
          <ac:spMkLst>
            <pc:docMk/>
            <pc:sldMk cId="1206606872" sldId="427"/>
            <ac:spMk id="3" creationId="{7D5BEDC0-B9C6-4CBC-B0EA-6BD0A411D1F2}"/>
          </ac:spMkLst>
        </pc:spChg>
      </pc:sldChg>
      <pc:sldChg chg="add">
        <pc:chgData name="Euclides Paim" userId="0d84fb374bcffaab" providerId="Windows Live" clId="Web-{D21A5906-9B93-48DF-9D8B-6957E841F45C}" dt="2020-10-19T14:22:43.831" v="0"/>
        <pc:sldMkLst>
          <pc:docMk/>
          <pc:sldMk cId="2581059678" sldId="428"/>
        </pc:sldMkLst>
      </pc:sldChg>
      <pc:sldChg chg="add">
        <pc:chgData name="Euclides Paim" userId="0d84fb374bcffaab" providerId="Windows Live" clId="Web-{D21A5906-9B93-48DF-9D8B-6957E841F45C}" dt="2020-10-19T19:52:03.198" v="35"/>
        <pc:sldMkLst>
          <pc:docMk/>
          <pc:sldMk cId="1326019757" sldId="429"/>
        </pc:sldMkLst>
      </pc:sldChg>
      <pc:sldChg chg="add">
        <pc:chgData name="Euclides Paim" userId="0d84fb374bcffaab" providerId="Windows Live" clId="Web-{D21A5906-9B93-48DF-9D8B-6957E841F45C}" dt="2020-10-19T19:52:03.276" v="36"/>
        <pc:sldMkLst>
          <pc:docMk/>
          <pc:sldMk cId="1441428431" sldId="430"/>
        </pc:sldMkLst>
      </pc:sldChg>
    </pc:docChg>
  </pc:docChgLst>
  <pc:docChgLst>
    <pc:chgData name="Euclides Paim" userId="0d84fb374bcffaab" providerId="Windows Live" clId="Web-{80F0ADE8-BE68-40A6-936D-FC7EFF5864AA}"/>
    <pc:docChg chg="addSld delSld">
      <pc:chgData name="Euclides Paim" userId="0d84fb374bcffaab" providerId="Windows Live" clId="Web-{80F0ADE8-BE68-40A6-936D-FC7EFF5864AA}" dt="2020-11-09T12:53:27.138" v="53"/>
      <pc:docMkLst>
        <pc:docMk/>
      </pc:docMkLst>
      <pc:sldChg chg="del">
        <pc:chgData name="Euclides Paim" userId="0d84fb374bcffaab" providerId="Windows Live" clId="Web-{80F0ADE8-BE68-40A6-936D-FC7EFF5864AA}" dt="2020-11-09T12:53:06.715" v="7"/>
        <pc:sldMkLst>
          <pc:docMk/>
          <pc:sldMk cId="899282184" sldId="258"/>
        </pc:sldMkLst>
      </pc:sldChg>
      <pc:sldChg chg="del">
        <pc:chgData name="Euclides Paim" userId="0d84fb374bcffaab" providerId="Windows Live" clId="Web-{80F0ADE8-BE68-40A6-936D-FC7EFF5864AA}" dt="2020-11-09T12:53:06.715" v="5"/>
        <pc:sldMkLst>
          <pc:docMk/>
          <pc:sldMk cId="4062819139" sldId="278"/>
        </pc:sldMkLst>
      </pc:sldChg>
      <pc:sldChg chg="del">
        <pc:chgData name="Euclides Paim" userId="0d84fb374bcffaab" providerId="Windows Live" clId="Web-{80F0ADE8-BE68-40A6-936D-FC7EFF5864AA}" dt="2020-11-09T12:53:22.309" v="28"/>
        <pc:sldMkLst>
          <pc:docMk/>
          <pc:sldMk cId="1256407750" sldId="298"/>
        </pc:sldMkLst>
      </pc:sldChg>
      <pc:sldChg chg="del">
        <pc:chgData name="Euclides Paim" userId="0d84fb374bcffaab" providerId="Windows Live" clId="Web-{80F0ADE8-BE68-40A6-936D-FC7EFF5864AA}" dt="2020-11-09T12:53:06.715" v="6"/>
        <pc:sldMkLst>
          <pc:docMk/>
          <pc:sldMk cId="1131069946" sldId="299"/>
        </pc:sldMkLst>
      </pc:sldChg>
      <pc:sldChg chg="del">
        <pc:chgData name="Euclides Paim" userId="0d84fb374bcffaab" providerId="Windows Live" clId="Web-{80F0ADE8-BE68-40A6-936D-FC7EFF5864AA}" dt="2020-11-09T12:53:06.715" v="4"/>
        <pc:sldMkLst>
          <pc:docMk/>
          <pc:sldMk cId="541632847" sldId="385"/>
        </pc:sldMkLst>
      </pc:sldChg>
      <pc:sldChg chg="del">
        <pc:chgData name="Euclides Paim" userId="0d84fb374bcffaab" providerId="Windows Live" clId="Web-{80F0ADE8-BE68-40A6-936D-FC7EFF5864AA}" dt="2020-11-09T12:53:06.715" v="3"/>
        <pc:sldMkLst>
          <pc:docMk/>
          <pc:sldMk cId="1303100967" sldId="398"/>
        </pc:sldMkLst>
      </pc:sldChg>
      <pc:sldChg chg="del">
        <pc:chgData name="Euclides Paim" userId="0d84fb374bcffaab" providerId="Windows Live" clId="Web-{80F0ADE8-BE68-40A6-936D-FC7EFF5864AA}" dt="2020-11-09T12:53:06.700" v="2"/>
        <pc:sldMkLst>
          <pc:docMk/>
          <pc:sldMk cId="2826445169" sldId="399"/>
        </pc:sldMkLst>
      </pc:sldChg>
      <pc:sldChg chg="del">
        <pc:chgData name="Euclides Paim" userId="0d84fb374bcffaab" providerId="Windows Live" clId="Web-{80F0ADE8-BE68-40A6-936D-FC7EFF5864AA}" dt="2020-11-09T12:53:06.700" v="1"/>
        <pc:sldMkLst>
          <pc:docMk/>
          <pc:sldMk cId="382828230" sldId="400"/>
        </pc:sldMkLst>
      </pc:sldChg>
      <pc:sldChg chg="del">
        <pc:chgData name="Euclides Paim" userId="0d84fb374bcffaab" providerId="Windows Live" clId="Web-{80F0ADE8-BE68-40A6-936D-FC7EFF5864AA}" dt="2020-11-09T12:53:15.825" v="26"/>
        <pc:sldMkLst>
          <pc:docMk/>
          <pc:sldMk cId="3668246103" sldId="401"/>
        </pc:sldMkLst>
      </pc:sldChg>
      <pc:sldChg chg="del">
        <pc:chgData name="Euclides Paim" userId="0d84fb374bcffaab" providerId="Windows Live" clId="Web-{80F0ADE8-BE68-40A6-936D-FC7EFF5864AA}" dt="2020-11-09T12:53:15.825" v="27"/>
        <pc:sldMkLst>
          <pc:docMk/>
          <pc:sldMk cId="2157755160" sldId="402"/>
        </pc:sldMkLst>
      </pc:sldChg>
      <pc:sldChg chg="del">
        <pc:chgData name="Euclides Paim" userId="0d84fb374bcffaab" providerId="Windows Live" clId="Web-{80F0ADE8-BE68-40A6-936D-FC7EFF5864AA}" dt="2020-11-09T12:53:06.700" v="0"/>
        <pc:sldMkLst>
          <pc:docMk/>
          <pc:sldMk cId="1720129074" sldId="403"/>
        </pc:sldMkLst>
      </pc:sldChg>
      <pc:sldChg chg="del">
        <pc:chgData name="Euclides Paim" userId="0d84fb374bcffaab" providerId="Windows Live" clId="Web-{80F0ADE8-BE68-40A6-936D-FC7EFF5864AA}" dt="2020-11-09T12:53:15.825" v="25"/>
        <pc:sldMkLst>
          <pc:docMk/>
          <pc:sldMk cId="1835814103" sldId="404"/>
        </pc:sldMkLst>
      </pc:sldChg>
      <pc:sldChg chg="del">
        <pc:chgData name="Euclides Paim" userId="0d84fb374bcffaab" providerId="Windows Live" clId="Web-{80F0ADE8-BE68-40A6-936D-FC7EFF5864AA}" dt="2020-11-09T12:53:15.825" v="24"/>
        <pc:sldMkLst>
          <pc:docMk/>
          <pc:sldMk cId="3501233667" sldId="405"/>
        </pc:sldMkLst>
      </pc:sldChg>
      <pc:sldChg chg="del">
        <pc:chgData name="Euclides Paim" userId="0d84fb374bcffaab" providerId="Windows Live" clId="Web-{80F0ADE8-BE68-40A6-936D-FC7EFF5864AA}" dt="2020-11-09T12:53:15.825" v="23"/>
        <pc:sldMkLst>
          <pc:docMk/>
          <pc:sldMk cId="2908171370" sldId="406"/>
        </pc:sldMkLst>
      </pc:sldChg>
      <pc:sldChg chg="del">
        <pc:chgData name="Euclides Paim" userId="0d84fb374bcffaab" providerId="Windows Live" clId="Web-{80F0ADE8-BE68-40A6-936D-FC7EFF5864AA}" dt="2020-11-09T12:53:15.825" v="22"/>
        <pc:sldMkLst>
          <pc:docMk/>
          <pc:sldMk cId="1041809911" sldId="407"/>
        </pc:sldMkLst>
      </pc:sldChg>
      <pc:sldChg chg="del">
        <pc:chgData name="Euclides Paim" userId="0d84fb374bcffaab" providerId="Windows Live" clId="Web-{80F0ADE8-BE68-40A6-936D-FC7EFF5864AA}" dt="2020-11-09T12:53:15.825" v="21"/>
        <pc:sldMkLst>
          <pc:docMk/>
          <pc:sldMk cId="233957536" sldId="408"/>
        </pc:sldMkLst>
      </pc:sldChg>
      <pc:sldChg chg="del">
        <pc:chgData name="Euclides Paim" userId="0d84fb374bcffaab" providerId="Windows Live" clId="Web-{80F0ADE8-BE68-40A6-936D-FC7EFF5864AA}" dt="2020-11-09T12:53:15.825" v="20"/>
        <pc:sldMkLst>
          <pc:docMk/>
          <pc:sldMk cId="1495837239" sldId="409"/>
        </pc:sldMkLst>
      </pc:sldChg>
      <pc:sldChg chg="del">
        <pc:chgData name="Euclides Paim" userId="0d84fb374bcffaab" providerId="Windows Live" clId="Web-{80F0ADE8-BE68-40A6-936D-FC7EFF5864AA}" dt="2020-11-09T12:53:15.809" v="19"/>
        <pc:sldMkLst>
          <pc:docMk/>
          <pc:sldMk cId="1030389348" sldId="410"/>
        </pc:sldMkLst>
      </pc:sldChg>
      <pc:sldChg chg="del">
        <pc:chgData name="Euclides Paim" userId="0d84fb374bcffaab" providerId="Windows Live" clId="Web-{80F0ADE8-BE68-40A6-936D-FC7EFF5864AA}" dt="2020-11-09T12:53:15.809" v="18"/>
        <pc:sldMkLst>
          <pc:docMk/>
          <pc:sldMk cId="3741192684" sldId="411"/>
        </pc:sldMkLst>
      </pc:sldChg>
      <pc:sldChg chg="del">
        <pc:chgData name="Euclides Paim" userId="0d84fb374bcffaab" providerId="Windows Live" clId="Web-{80F0ADE8-BE68-40A6-936D-FC7EFF5864AA}" dt="2020-11-09T12:53:15.809" v="17"/>
        <pc:sldMkLst>
          <pc:docMk/>
          <pc:sldMk cId="1667903140" sldId="412"/>
        </pc:sldMkLst>
      </pc:sldChg>
      <pc:sldChg chg="del">
        <pc:chgData name="Euclides Paim" userId="0d84fb374bcffaab" providerId="Windows Live" clId="Web-{80F0ADE8-BE68-40A6-936D-FC7EFF5864AA}" dt="2020-11-09T12:53:15.809" v="16"/>
        <pc:sldMkLst>
          <pc:docMk/>
          <pc:sldMk cId="1304779293" sldId="413"/>
        </pc:sldMkLst>
      </pc:sldChg>
      <pc:sldChg chg="del">
        <pc:chgData name="Euclides Paim" userId="0d84fb374bcffaab" providerId="Windows Live" clId="Web-{80F0ADE8-BE68-40A6-936D-FC7EFF5864AA}" dt="2020-11-09T12:53:15.809" v="15"/>
        <pc:sldMkLst>
          <pc:docMk/>
          <pc:sldMk cId="111829957" sldId="414"/>
        </pc:sldMkLst>
      </pc:sldChg>
      <pc:sldChg chg="del">
        <pc:chgData name="Euclides Paim" userId="0d84fb374bcffaab" providerId="Windows Live" clId="Web-{80F0ADE8-BE68-40A6-936D-FC7EFF5864AA}" dt="2020-11-09T12:53:15.794" v="13"/>
        <pc:sldMkLst>
          <pc:docMk/>
          <pc:sldMk cId="110099322" sldId="415"/>
        </pc:sldMkLst>
      </pc:sldChg>
      <pc:sldChg chg="del">
        <pc:chgData name="Euclides Paim" userId="0d84fb374bcffaab" providerId="Windows Live" clId="Web-{80F0ADE8-BE68-40A6-936D-FC7EFF5864AA}" dt="2020-11-09T12:53:15.794" v="14"/>
        <pc:sldMkLst>
          <pc:docMk/>
          <pc:sldMk cId="2112682935" sldId="416"/>
        </pc:sldMkLst>
      </pc:sldChg>
      <pc:sldChg chg="del">
        <pc:chgData name="Euclides Paim" userId="0d84fb374bcffaab" providerId="Windows Live" clId="Web-{80F0ADE8-BE68-40A6-936D-FC7EFF5864AA}" dt="2020-11-09T12:53:15.794" v="12"/>
        <pc:sldMkLst>
          <pc:docMk/>
          <pc:sldMk cId="711719472" sldId="417"/>
        </pc:sldMkLst>
      </pc:sldChg>
      <pc:sldChg chg="del">
        <pc:chgData name="Euclides Paim" userId="0d84fb374bcffaab" providerId="Windows Live" clId="Web-{80F0ADE8-BE68-40A6-936D-FC7EFF5864AA}" dt="2020-11-09T12:53:15.794" v="11"/>
        <pc:sldMkLst>
          <pc:docMk/>
          <pc:sldMk cId="2503283609" sldId="418"/>
        </pc:sldMkLst>
      </pc:sldChg>
      <pc:sldChg chg="del">
        <pc:chgData name="Euclides Paim" userId="0d84fb374bcffaab" providerId="Windows Live" clId="Web-{80F0ADE8-BE68-40A6-936D-FC7EFF5864AA}" dt="2020-11-09T12:53:15.794" v="10"/>
        <pc:sldMkLst>
          <pc:docMk/>
          <pc:sldMk cId="3664132014" sldId="419"/>
        </pc:sldMkLst>
      </pc:sldChg>
      <pc:sldChg chg="del">
        <pc:chgData name="Euclides Paim" userId="0d84fb374bcffaab" providerId="Windows Live" clId="Web-{80F0ADE8-BE68-40A6-936D-FC7EFF5864AA}" dt="2020-11-09T12:53:15.794" v="9"/>
        <pc:sldMkLst>
          <pc:docMk/>
          <pc:sldMk cId="1510317545" sldId="420"/>
        </pc:sldMkLst>
      </pc:sldChg>
      <pc:sldChg chg="del">
        <pc:chgData name="Euclides Paim" userId="0d84fb374bcffaab" providerId="Windows Live" clId="Web-{80F0ADE8-BE68-40A6-936D-FC7EFF5864AA}" dt="2020-11-09T12:53:15.778" v="8"/>
        <pc:sldMkLst>
          <pc:docMk/>
          <pc:sldMk cId="641468180" sldId="421"/>
        </pc:sldMkLst>
      </pc:sldChg>
      <pc:sldChg chg="del">
        <pc:chgData name="Euclides Paim" userId="0d84fb374bcffaab" providerId="Windows Live" clId="Web-{80F0ADE8-BE68-40A6-936D-FC7EFF5864AA}" dt="2020-11-09T12:53:22.325" v="34"/>
        <pc:sldMkLst>
          <pc:docMk/>
          <pc:sldMk cId="4232862485" sldId="422"/>
        </pc:sldMkLst>
      </pc:sldChg>
      <pc:sldChg chg="del">
        <pc:chgData name="Euclides Paim" userId="0d84fb374bcffaab" providerId="Windows Live" clId="Web-{80F0ADE8-BE68-40A6-936D-FC7EFF5864AA}" dt="2020-11-09T12:53:22.325" v="33"/>
        <pc:sldMkLst>
          <pc:docMk/>
          <pc:sldMk cId="720070422" sldId="423"/>
        </pc:sldMkLst>
      </pc:sldChg>
      <pc:sldChg chg="del">
        <pc:chgData name="Euclides Paim" userId="0d84fb374bcffaab" providerId="Windows Live" clId="Web-{80F0ADE8-BE68-40A6-936D-FC7EFF5864AA}" dt="2020-11-09T12:53:22.325" v="32"/>
        <pc:sldMkLst>
          <pc:docMk/>
          <pc:sldMk cId="900629962" sldId="424"/>
        </pc:sldMkLst>
      </pc:sldChg>
      <pc:sldChg chg="del">
        <pc:chgData name="Euclides Paim" userId="0d84fb374bcffaab" providerId="Windows Live" clId="Web-{80F0ADE8-BE68-40A6-936D-FC7EFF5864AA}" dt="2020-11-09T12:53:22.309" v="31"/>
        <pc:sldMkLst>
          <pc:docMk/>
          <pc:sldMk cId="2504292541" sldId="425"/>
        </pc:sldMkLst>
      </pc:sldChg>
      <pc:sldChg chg="del">
        <pc:chgData name="Euclides Paim" userId="0d84fb374bcffaab" providerId="Windows Live" clId="Web-{80F0ADE8-BE68-40A6-936D-FC7EFF5864AA}" dt="2020-11-09T12:53:22.309" v="30"/>
        <pc:sldMkLst>
          <pc:docMk/>
          <pc:sldMk cId="2072425670" sldId="426"/>
        </pc:sldMkLst>
      </pc:sldChg>
      <pc:sldChg chg="del">
        <pc:chgData name="Euclides Paim" userId="0d84fb374bcffaab" providerId="Windows Live" clId="Web-{80F0ADE8-BE68-40A6-936D-FC7EFF5864AA}" dt="2020-11-09T12:53:22.309" v="29"/>
        <pc:sldMkLst>
          <pc:docMk/>
          <pc:sldMk cId="1206606872" sldId="427"/>
        </pc:sldMkLst>
      </pc:sldChg>
      <pc:sldChg chg="add">
        <pc:chgData name="Euclides Paim" userId="0d84fb374bcffaab" providerId="Windows Live" clId="Web-{80F0ADE8-BE68-40A6-936D-FC7EFF5864AA}" dt="2020-11-09T12:53:26.341" v="35"/>
        <pc:sldMkLst>
          <pc:docMk/>
          <pc:sldMk cId="868151316" sldId="431"/>
        </pc:sldMkLst>
      </pc:sldChg>
      <pc:sldChg chg="add">
        <pc:chgData name="Euclides Paim" userId="0d84fb374bcffaab" providerId="Windows Live" clId="Web-{80F0ADE8-BE68-40A6-936D-FC7EFF5864AA}" dt="2020-11-09T12:53:26.419" v="36"/>
        <pc:sldMkLst>
          <pc:docMk/>
          <pc:sldMk cId="1530809835" sldId="432"/>
        </pc:sldMkLst>
      </pc:sldChg>
      <pc:sldChg chg="add">
        <pc:chgData name="Euclides Paim" userId="0d84fb374bcffaab" providerId="Windows Live" clId="Web-{80F0ADE8-BE68-40A6-936D-FC7EFF5864AA}" dt="2020-11-09T12:53:26.466" v="37"/>
        <pc:sldMkLst>
          <pc:docMk/>
          <pc:sldMk cId="4040629640" sldId="433"/>
        </pc:sldMkLst>
      </pc:sldChg>
      <pc:sldChg chg="add">
        <pc:chgData name="Euclides Paim" userId="0d84fb374bcffaab" providerId="Windows Live" clId="Web-{80F0ADE8-BE68-40A6-936D-FC7EFF5864AA}" dt="2020-11-09T12:53:26.528" v="38"/>
        <pc:sldMkLst>
          <pc:docMk/>
          <pc:sldMk cId="4214719765" sldId="434"/>
        </pc:sldMkLst>
      </pc:sldChg>
      <pc:sldChg chg="add">
        <pc:chgData name="Euclides Paim" userId="0d84fb374bcffaab" providerId="Windows Live" clId="Web-{80F0ADE8-BE68-40A6-936D-FC7EFF5864AA}" dt="2020-11-09T12:53:26.560" v="39"/>
        <pc:sldMkLst>
          <pc:docMk/>
          <pc:sldMk cId="3244213526" sldId="435"/>
        </pc:sldMkLst>
      </pc:sldChg>
      <pc:sldChg chg="add">
        <pc:chgData name="Euclides Paim" userId="0d84fb374bcffaab" providerId="Windows Live" clId="Web-{80F0ADE8-BE68-40A6-936D-FC7EFF5864AA}" dt="2020-11-09T12:53:26.606" v="40"/>
        <pc:sldMkLst>
          <pc:docMk/>
          <pc:sldMk cId="4065963527" sldId="436"/>
        </pc:sldMkLst>
      </pc:sldChg>
      <pc:sldChg chg="add">
        <pc:chgData name="Euclides Paim" userId="0d84fb374bcffaab" providerId="Windows Live" clId="Web-{80F0ADE8-BE68-40A6-936D-FC7EFF5864AA}" dt="2020-11-09T12:53:26.638" v="41"/>
        <pc:sldMkLst>
          <pc:docMk/>
          <pc:sldMk cId="1612245242" sldId="437"/>
        </pc:sldMkLst>
      </pc:sldChg>
      <pc:sldChg chg="add">
        <pc:chgData name="Euclides Paim" userId="0d84fb374bcffaab" providerId="Windows Live" clId="Web-{80F0ADE8-BE68-40A6-936D-FC7EFF5864AA}" dt="2020-11-09T12:53:26.685" v="42"/>
        <pc:sldMkLst>
          <pc:docMk/>
          <pc:sldMk cId="4033394099" sldId="438"/>
        </pc:sldMkLst>
      </pc:sldChg>
      <pc:sldChg chg="add">
        <pc:chgData name="Euclides Paim" userId="0d84fb374bcffaab" providerId="Windows Live" clId="Web-{80F0ADE8-BE68-40A6-936D-FC7EFF5864AA}" dt="2020-11-09T12:53:26.716" v="43"/>
        <pc:sldMkLst>
          <pc:docMk/>
          <pc:sldMk cId="1172908295" sldId="439"/>
        </pc:sldMkLst>
      </pc:sldChg>
      <pc:sldChg chg="add">
        <pc:chgData name="Euclides Paim" userId="0d84fb374bcffaab" providerId="Windows Live" clId="Web-{80F0ADE8-BE68-40A6-936D-FC7EFF5864AA}" dt="2020-11-09T12:53:26.778" v="44"/>
        <pc:sldMkLst>
          <pc:docMk/>
          <pc:sldMk cId="2028635269" sldId="440"/>
        </pc:sldMkLst>
      </pc:sldChg>
      <pc:sldChg chg="add">
        <pc:chgData name="Euclides Paim" userId="0d84fb374bcffaab" providerId="Windows Live" clId="Web-{80F0ADE8-BE68-40A6-936D-FC7EFF5864AA}" dt="2020-11-09T12:53:26.825" v="45"/>
        <pc:sldMkLst>
          <pc:docMk/>
          <pc:sldMk cId="188372832" sldId="441"/>
        </pc:sldMkLst>
      </pc:sldChg>
      <pc:sldChg chg="add">
        <pc:chgData name="Euclides Paim" userId="0d84fb374bcffaab" providerId="Windows Live" clId="Web-{80F0ADE8-BE68-40A6-936D-FC7EFF5864AA}" dt="2020-11-09T12:53:26.856" v="46"/>
        <pc:sldMkLst>
          <pc:docMk/>
          <pc:sldMk cId="3075535982" sldId="442"/>
        </pc:sldMkLst>
      </pc:sldChg>
      <pc:sldChg chg="add">
        <pc:chgData name="Euclides Paim" userId="0d84fb374bcffaab" providerId="Windows Live" clId="Web-{80F0ADE8-BE68-40A6-936D-FC7EFF5864AA}" dt="2020-11-09T12:53:26.872" v="47"/>
        <pc:sldMkLst>
          <pc:docMk/>
          <pc:sldMk cId="1366129718" sldId="443"/>
        </pc:sldMkLst>
      </pc:sldChg>
      <pc:sldChg chg="add">
        <pc:chgData name="Euclides Paim" userId="0d84fb374bcffaab" providerId="Windows Live" clId="Web-{80F0ADE8-BE68-40A6-936D-FC7EFF5864AA}" dt="2020-11-09T12:53:26.919" v="48"/>
        <pc:sldMkLst>
          <pc:docMk/>
          <pc:sldMk cId="822192009" sldId="444"/>
        </pc:sldMkLst>
      </pc:sldChg>
      <pc:sldChg chg="add">
        <pc:chgData name="Euclides Paim" userId="0d84fb374bcffaab" providerId="Windows Live" clId="Web-{80F0ADE8-BE68-40A6-936D-FC7EFF5864AA}" dt="2020-11-09T12:53:26.981" v="49"/>
        <pc:sldMkLst>
          <pc:docMk/>
          <pc:sldMk cId="3439957136" sldId="445"/>
        </pc:sldMkLst>
      </pc:sldChg>
      <pc:sldChg chg="add">
        <pc:chgData name="Euclides Paim" userId="0d84fb374bcffaab" providerId="Windows Live" clId="Web-{80F0ADE8-BE68-40A6-936D-FC7EFF5864AA}" dt="2020-11-09T12:53:27.028" v="50"/>
        <pc:sldMkLst>
          <pc:docMk/>
          <pc:sldMk cId="1621500762" sldId="446"/>
        </pc:sldMkLst>
      </pc:sldChg>
      <pc:sldChg chg="add">
        <pc:chgData name="Euclides Paim" userId="0d84fb374bcffaab" providerId="Windows Live" clId="Web-{80F0ADE8-BE68-40A6-936D-FC7EFF5864AA}" dt="2020-11-09T12:53:27.075" v="51"/>
        <pc:sldMkLst>
          <pc:docMk/>
          <pc:sldMk cId="3288710680" sldId="447"/>
        </pc:sldMkLst>
      </pc:sldChg>
      <pc:sldChg chg="add">
        <pc:chgData name="Euclides Paim" userId="0d84fb374bcffaab" providerId="Windows Live" clId="Web-{80F0ADE8-BE68-40A6-936D-FC7EFF5864AA}" dt="2020-11-09T12:53:27.122" v="52"/>
        <pc:sldMkLst>
          <pc:docMk/>
          <pc:sldMk cId="891088516" sldId="448"/>
        </pc:sldMkLst>
      </pc:sldChg>
      <pc:sldChg chg="add">
        <pc:chgData name="Euclides Paim" userId="0d84fb374bcffaab" providerId="Windows Live" clId="Web-{80F0ADE8-BE68-40A6-936D-FC7EFF5864AA}" dt="2020-11-09T12:53:27.138" v="53"/>
        <pc:sldMkLst>
          <pc:docMk/>
          <pc:sldMk cId="1589013106" sldId="449"/>
        </pc:sldMkLst>
      </pc:sldChg>
      <pc:sldMasterChg chg="addSldLayout">
        <pc:chgData name="Euclides Paim" userId="0d84fb374bcffaab" providerId="Windows Live" clId="Web-{80F0ADE8-BE68-40A6-936D-FC7EFF5864AA}" dt="2020-11-09T12:53:26.341" v="35"/>
        <pc:sldMasterMkLst>
          <pc:docMk/>
          <pc:sldMasterMk cId="1927129494" sldId="2147483847"/>
        </pc:sldMasterMkLst>
        <pc:sldLayoutChg chg="add">
          <pc:chgData name="Euclides Paim" userId="0d84fb374bcffaab" providerId="Windows Live" clId="Web-{80F0ADE8-BE68-40A6-936D-FC7EFF5864AA}" dt="2020-11-09T12:53:26.341" v="35"/>
          <pc:sldLayoutMkLst>
            <pc:docMk/>
            <pc:sldMasterMk cId="1927129494" sldId="2147483847"/>
            <pc:sldLayoutMk cId="460948639" sldId="21474838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F4894-F784-4519-9C56-FB09D3BE1893}" type="datetimeFigureOut">
              <a:rPr lang="pt-BR"/>
              <a:t>09/11/2020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9D57E-F1B0-4986-B268-66D28F9A6467}" type="slidenum">
              <a:rPr lang="pt-BR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414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09.11.2020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09.11.2020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09.11.2020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09.11.2020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09.11.2020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09.11.2020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09.11.2020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09.11.2020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09.11.2020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09.11.2020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09.11.2020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09/11/2020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7980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09/11/2020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4070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7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09/11/2020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45516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3"/>
            <a:ext cx="5181600" cy="435133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3"/>
            <a:ext cx="5181600" cy="435133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09/11/2020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005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4"/>
            <a:ext cx="5156200" cy="36805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7554"/>
            <a:ext cx="5181601" cy="36805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09/11/2020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0109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09/11/2020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989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09/11/2020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47809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4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09/11/2020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4938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09/11/2020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64637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09/11/2020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022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0362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0366"/>
            <a:ext cx="7734300" cy="5811837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09/11/2020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5349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609600" y="1600203"/>
            <a:ext cx="10972800" cy="4525963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D114BF-3A23-4637-8A6D-7B61D8FA672E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0948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09.11.2020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3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B14C849-749F-4401-99B3-6A8C4A7AA7D0}" type="datetimeFigureOut">
              <a:rPr lang="pt-BR" smtClean="0"/>
              <a:pPr/>
              <a:t>09/11/2020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A79C2-8CFA-41EA-B525-9BDC63769BF0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712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  <p:sldLayoutId id="214748385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F1E9E8CF-FE9E-4B81-B325-A5C58B74BD75}"/>
              </a:ext>
            </a:extLst>
          </p:cNvPr>
          <p:cNvSpPr/>
          <p:nvPr/>
        </p:nvSpPr>
        <p:spPr>
          <a:xfrm>
            <a:off x="1799147" y="2568336"/>
            <a:ext cx="8870828" cy="176841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67774" y="5241057"/>
            <a:ext cx="9144000" cy="10375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b="1">
                <a:cs typeface="Calibri"/>
              </a:rPr>
              <a:t>Professor: Euclides </a:t>
            </a:r>
            <a:r>
              <a:rPr lang="pt-BR" b="1">
                <a:cs typeface="Calibri"/>
              </a:rPr>
              <a:t>Paim</a:t>
            </a:r>
          </a:p>
          <a:p>
            <a:r>
              <a:rPr lang="de-DE" i="1">
                <a:cs typeface="Calibri" panose="020F0502020204030204"/>
              </a:rPr>
              <a:t>euclides.paim@ifc.edu.br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0CE7AA5-E1E6-4D1E-91AC-CA05762D0EAA}"/>
              </a:ext>
            </a:extLst>
          </p:cNvPr>
          <p:cNvSpPr txBox="1"/>
          <p:nvPr/>
        </p:nvSpPr>
        <p:spPr>
          <a:xfrm>
            <a:off x="1733910" y="3071004"/>
            <a:ext cx="873855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600" b="1" dirty="0"/>
              <a:t>Hardware e Sistemas Operacionais</a:t>
            </a:r>
            <a:endParaRPr lang="pt-BR" sz="1600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3BCB967-DB78-40C0-A72A-F09C5D44A7F7}"/>
              </a:ext>
            </a:extLst>
          </p:cNvPr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5" descr="Uma imagem contendo faca&#10;&#10;Descrição gerada automaticamente">
            <a:extLst>
              <a:ext uri="{FF2B5EF4-FFF2-40B4-BE49-F238E27FC236}">
                <a16:creationId xmlns:a16="http://schemas.microsoft.com/office/drawing/2014/main" id="{772C15A6-71B8-4399-B521-028FB141A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3" y="211347"/>
            <a:ext cx="27336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059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F1E9E8CF-FE9E-4B81-B325-A5C58B74BD75}"/>
              </a:ext>
            </a:extLst>
          </p:cNvPr>
          <p:cNvSpPr/>
          <p:nvPr/>
        </p:nvSpPr>
        <p:spPr>
          <a:xfrm>
            <a:off x="1799147" y="2568336"/>
            <a:ext cx="8870828" cy="176841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67774" y="5241057"/>
            <a:ext cx="9144000" cy="10375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b="1">
                <a:cs typeface="Calibri"/>
              </a:rPr>
              <a:t>Professor: Euclides </a:t>
            </a:r>
            <a:r>
              <a:rPr lang="pt-BR" b="1">
                <a:cs typeface="Calibri"/>
              </a:rPr>
              <a:t>Paim</a:t>
            </a:r>
          </a:p>
          <a:p>
            <a:r>
              <a:rPr lang="de-DE" i="1">
                <a:ea typeface="+mn-lt"/>
                <a:cs typeface="+mn-lt"/>
              </a:rPr>
              <a:t>euclides.paim@ifc.edu.br</a:t>
            </a:r>
            <a:endParaRPr lang="de-DE">
              <a:ea typeface="+mn-lt"/>
              <a:cs typeface="+mn-lt"/>
            </a:endParaRPr>
          </a:p>
          <a:p>
            <a:endParaRPr lang="de-DE" i="1">
              <a:cs typeface="Calibri" panose="020F0502020204030204"/>
            </a:endParaRPr>
          </a:p>
        </p:txBody>
      </p:sp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754704" y="3142889"/>
            <a:ext cx="697014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200" b="1" dirty="0">
                <a:cs typeface="Calibri"/>
              </a:rPr>
              <a:t>Gerência de Dispositivos</a:t>
            </a:r>
            <a:endParaRPr lang="pt-BR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58B6992-D464-4E9E-9004-33BB3AF6F50F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901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2"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9940" name="AutoShape 4"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B63663D3-7F22-4EDA-93C9-D096C6C5C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8473EF7-5FA0-4FD2-8C41-5AB04D0B7A92}"/>
              </a:ext>
            </a:extLst>
          </p:cNvPr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800" b="1">
                <a:ea typeface="+mn-lt"/>
                <a:cs typeface="+mn-lt"/>
              </a:rPr>
              <a:t>Sumário</a:t>
            </a:r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34DB00C-18D5-4E09-8282-62BB63EA1769}"/>
              </a:ext>
            </a:extLst>
          </p:cNvPr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B1434DD-739D-48EE-822A-8E8DCC1A72EA}"/>
              </a:ext>
            </a:extLst>
          </p:cNvPr>
          <p:cNvSpPr txBox="1"/>
          <p:nvPr/>
        </p:nvSpPr>
        <p:spPr>
          <a:xfrm>
            <a:off x="253041" y="1719533"/>
            <a:ext cx="11700294" cy="4128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Gerência de dispositivos</a:t>
            </a:r>
            <a:br>
              <a:rPr lang="pt-BR" sz="2100" b="1" dirty="0">
                <a:ea typeface="+mn-lt"/>
                <a:cs typeface="+mn-lt"/>
              </a:rPr>
            </a:br>
            <a:br>
              <a:rPr lang="pt-BR" sz="2100" b="1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</a:t>
            </a:r>
            <a:r>
              <a:rPr lang="pt-BR" sz="2000" dirty="0">
                <a:ea typeface="+mn-lt"/>
                <a:cs typeface="+mn-lt"/>
              </a:rPr>
              <a:t> Introdução</a:t>
            </a:r>
            <a:br>
              <a:rPr lang="pt-BR" sz="2000" dirty="0">
                <a:ea typeface="+mn-lt"/>
                <a:cs typeface="+mn-lt"/>
              </a:rPr>
            </a:br>
            <a:br>
              <a:rPr lang="pt-BR" sz="20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 </a:t>
            </a:r>
            <a:r>
              <a:rPr lang="pt-BR" sz="2000" dirty="0">
                <a:ea typeface="+mn-lt"/>
                <a:cs typeface="+mn-lt"/>
              </a:rPr>
              <a:t>Subsistema de entrada e saída</a:t>
            </a:r>
            <a:br>
              <a:rPr lang="pt-BR" sz="2000" dirty="0">
                <a:ea typeface="+mn-lt"/>
                <a:cs typeface="+mn-lt"/>
              </a:rPr>
            </a:b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</a:t>
            </a:r>
            <a:r>
              <a:rPr lang="pt-BR" sz="2000" i="1" dirty="0">
                <a:ea typeface="+mn-lt"/>
                <a:cs typeface="+mn-lt"/>
              </a:rPr>
              <a:t>Device Driver</a:t>
            </a:r>
            <a:br>
              <a:rPr lang="pt-BR" sz="2000" i="1" dirty="0">
                <a:ea typeface="+mn-lt"/>
                <a:cs typeface="+mn-lt"/>
              </a:rPr>
            </a:br>
            <a:br>
              <a:rPr lang="pt-BR" sz="2000" i="1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Controlador de entrada e saída</a:t>
            </a:r>
            <a:br>
              <a:rPr lang="pt-BR" sz="2000" dirty="0">
                <a:ea typeface="+mn-lt"/>
                <a:cs typeface="+mn-lt"/>
              </a:rPr>
            </a:b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Dispositivos de entrada e saída</a:t>
            </a:r>
            <a:br>
              <a:rPr lang="pt-BR" sz="2000" dirty="0">
                <a:ea typeface="+mn-lt"/>
                <a:cs typeface="+mn-lt"/>
              </a:rPr>
            </a:b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Interrupções</a:t>
            </a: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000" dirty="0">
              <a:ea typeface="+mn-lt"/>
              <a:cs typeface="+mn-lt"/>
            </a:endParaRPr>
          </a:p>
        </p:txBody>
      </p:sp>
      <p:pic>
        <p:nvPicPr>
          <p:cNvPr id="7" name="Imagem 7" descr="Uma imagem contendo foto, diferente, itens, coberto&#10;&#10;Descrição gerada automaticamente">
            <a:extLst>
              <a:ext uri="{FF2B5EF4-FFF2-40B4-BE49-F238E27FC236}">
                <a16:creationId xmlns:a16="http://schemas.microsoft.com/office/drawing/2014/main" id="{D34A42F3-847F-42CC-A140-6581F77BA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382" y="1625381"/>
            <a:ext cx="6265652" cy="419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088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Dispositivos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Introdução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302590"/>
            <a:ext cx="11987840" cy="4399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Introdução</a:t>
            </a:r>
            <a:endParaRPr lang="en-US" dirty="0"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endParaRPr lang="pt-BR" sz="2100" b="1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Uma das principais funções dos sistemas operacionais é controlar todos os dispositivos de entrada/saída de um computador; 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Emitir comandos para os dispositivos, capturar interrupções e manipular erros; 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Fornece uma interface entre os dispositivos e o resto do sistema (deve ser simples e fácil de usar); 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Deve independer do dispositivo;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Implementação do S.O é estruturada através de </a:t>
            </a:r>
            <a:r>
              <a:rPr lang="pt-BR" sz="2100" b="1" i="1" dirty="0">
                <a:ea typeface="+mn-lt"/>
                <a:cs typeface="+mn-lt"/>
              </a:rPr>
              <a:t>camadas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Camadas de mais baixo nível escondem características dos dispositivos das camadas superiores, oferecendo uma interface simples e confiável ao usuário e suas aplicações.</a:t>
            </a:r>
            <a:endParaRPr lang="pt-BR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88710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Dispositivos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Subsistema de Entrada e Saída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532628"/>
            <a:ext cx="11987840" cy="4540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Subsistema de entrada e saída</a:t>
            </a:r>
            <a:endParaRPr lang="pt-BR" dirty="0">
              <a:cs typeface="Calibri" panose="020F0502020204030204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b="1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Coordena um extenso conjunto de serviços que está disponível às aplicações e a outras partes do kernel. O subsistema de E/S supervisiona esses procedimentos: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Gerenciamento do espaço de nomes para arquivos e dispositivos;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Controle de acesso a arquivos e dispositivos;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Controle de operações [o que pode ser executado pelo dispositivo X? ]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Alocação de espaço para o sistema de arquivos;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Alocação de dispositivos;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Armazenamento em buffer, cache e </a:t>
            </a:r>
            <a:r>
              <a:rPr lang="pt-BR" sz="2100" i="1" dirty="0" err="1">
                <a:ea typeface="+mn-lt"/>
                <a:cs typeface="+mn-lt"/>
              </a:rPr>
              <a:t>spooling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 Monitoramento do status dos dispositivos, manipulação de erros e recuperação de falhas;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Configuração e inicialização de drivers de dispositivos.</a:t>
            </a:r>
            <a:endParaRPr lang="pt-BR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1500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7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6ACD624A-D4C5-43BA-972B-50912E2B25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58" t="-57" r="147" b="224"/>
          <a:stretch/>
        </p:blipFill>
        <p:spPr>
          <a:xfrm>
            <a:off x="6363422" y="211648"/>
            <a:ext cx="5825529" cy="6646713"/>
          </a:xfrm>
          <a:prstGeom prst="rect">
            <a:avLst/>
          </a:prstGeom>
        </p:spPr>
      </p:pic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Dispositivos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Subsistema de Entrada e Saída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23646" y="1532628"/>
            <a:ext cx="5978106" cy="42837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Subsistema de entrada e saída</a:t>
            </a:r>
            <a:endParaRPr lang="pt-BR" dirty="0">
              <a:cs typeface="Calibri" panose="020F0502020204030204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b="1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Outra função do subsistema de E/S é criar uma interface padronizada com os </a:t>
            </a:r>
            <a:r>
              <a:rPr lang="pt-BR" sz="2100" i="1" dirty="0">
                <a:ea typeface="+mn-lt"/>
                <a:cs typeface="+mn-lt"/>
              </a:rPr>
              <a:t>device drivers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Novo dispositivo requer a instalação de um novo </a:t>
            </a:r>
            <a:r>
              <a:rPr lang="pt-BR" sz="2100" i="1" dirty="0">
                <a:ea typeface="+mn-lt"/>
                <a:cs typeface="+mn-lt"/>
              </a:rPr>
              <a:t>driver;</a:t>
            </a:r>
            <a:endParaRPr lang="en-US" sz="2100" i="1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Deve oferecer uma interface padronizada que permita a inclusão de novos </a:t>
            </a:r>
            <a:r>
              <a:rPr lang="pt-BR" sz="2100" i="1" dirty="0">
                <a:ea typeface="+mn-lt"/>
                <a:cs typeface="+mn-lt"/>
              </a:rPr>
              <a:t>drivers</a:t>
            </a:r>
            <a:r>
              <a:rPr lang="pt-BR" sz="2100" dirty="0">
                <a:ea typeface="+mn-lt"/>
                <a:cs typeface="+mn-lt"/>
              </a:rPr>
              <a:t> sem a necessidade de alteração da camada de subsistema de E/S.</a:t>
            </a:r>
            <a:endParaRPr lang="pt-BR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39957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Dispositivos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Device Driver</a:t>
            </a: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532628"/>
            <a:ext cx="11987840" cy="34281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i="1" dirty="0">
                <a:ea typeface="+mn-lt"/>
                <a:cs typeface="+mn-lt"/>
              </a:rPr>
              <a:t>Device Driver</a:t>
            </a:r>
            <a:r>
              <a:rPr lang="pt-BR" sz="2100" i="1" dirty="0">
                <a:ea typeface="+mn-lt"/>
                <a:cs typeface="+mn-lt"/>
              </a:rPr>
              <a:t> </a:t>
            </a:r>
            <a:endParaRPr lang="en-US" sz="2100" i="1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spcAft>
                <a:spcPts val="6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O </a:t>
            </a:r>
            <a:r>
              <a:rPr lang="pt-BR" sz="2100" i="1" dirty="0">
                <a:ea typeface="+mn-lt"/>
                <a:cs typeface="+mn-lt"/>
              </a:rPr>
              <a:t>device driver</a:t>
            </a:r>
            <a:r>
              <a:rPr lang="pt-BR" sz="2100" dirty="0">
                <a:ea typeface="+mn-lt"/>
                <a:cs typeface="+mn-lt"/>
              </a:rPr>
              <a:t>, ou somente </a:t>
            </a:r>
            <a:r>
              <a:rPr lang="pt-BR" sz="2100" i="1" dirty="0">
                <a:ea typeface="+mn-lt"/>
                <a:cs typeface="+mn-lt"/>
              </a:rPr>
              <a:t>driver</a:t>
            </a:r>
            <a:r>
              <a:rPr lang="pt-BR" sz="2100" dirty="0">
                <a:ea typeface="+mn-lt"/>
                <a:cs typeface="+mn-lt"/>
              </a:rPr>
              <a:t>, tem como função implementar a comunicação do subsistema de E/S com os dispositivos, por intermédio dos controladores de E/S;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spcAft>
                <a:spcPts val="6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Subsistema de E/S trata de funções ligadas a </a:t>
            </a:r>
            <a:r>
              <a:rPr lang="pt-BR" sz="2100" b="1" i="1" dirty="0">
                <a:ea typeface="+mn-lt"/>
                <a:cs typeface="+mn-lt"/>
              </a:rPr>
              <a:t>todos</a:t>
            </a:r>
            <a:r>
              <a:rPr lang="pt-BR" sz="2100" dirty="0">
                <a:ea typeface="+mn-lt"/>
                <a:cs typeface="+mn-lt"/>
              </a:rPr>
              <a:t> os dispositivos, os </a:t>
            </a:r>
            <a:r>
              <a:rPr lang="pt-BR" sz="2100" i="1" dirty="0">
                <a:ea typeface="+mn-lt"/>
                <a:cs typeface="+mn-lt"/>
              </a:rPr>
              <a:t>drivers</a:t>
            </a:r>
            <a:r>
              <a:rPr lang="pt-BR" sz="2100" dirty="0">
                <a:ea typeface="+mn-lt"/>
                <a:cs typeface="+mn-lt"/>
              </a:rPr>
              <a:t> tratam apenas dos seus aspectos particulares;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spcAft>
                <a:spcPts val="6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Cada </a:t>
            </a:r>
            <a:r>
              <a:rPr lang="pt-BR" sz="2100" i="1" dirty="0">
                <a:ea typeface="+mn-lt"/>
                <a:cs typeface="+mn-lt"/>
              </a:rPr>
              <a:t>device driver</a:t>
            </a:r>
            <a:r>
              <a:rPr lang="pt-BR" sz="2100" dirty="0">
                <a:ea typeface="+mn-lt"/>
                <a:cs typeface="+mn-lt"/>
              </a:rPr>
              <a:t> manipula somente um tipo de dispositivo ou grupo de dispositivos semelhantes;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spcAft>
                <a:spcPts val="6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Normalmente, um sistema possui diferentes </a:t>
            </a:r>
            <a:r>
              <a:rPr lang="pt-BR" sz="2100" i="1" dirty="0">
                <a:ea typeface="+mn-lt"/>
                <a:cs typeface="+mn-lt"/>
              </a:rPr>
              <a:t>drivers</a:t>
            </a:r>
            <a:r>
              <a:rPr lang="pt-BR" sz="2100" dirty="0">
                <a:ea typeface="+mn-lt"/>
                <a:cs typeface="+mn-lt"/>
              </a:rPr>
              <a:t>, como </a:t>
            </a:r>
            <a:r>
              <a:rPr lang="pt-BR" sz="2100" i="1" dirty="0">
                <a:ea typeface="+mn-lt"/>
                <a:cs typeface="+mn-lt"/>
              </a:rPr>
              <a:t>drivers</a:t>
            </a:r>
            <a:r>
              <a:rPr lang="pt-BR" sz="2100" dirty="0">
                <a:ea typeface="+mn-lt"/>
                <a:cs typeface="+mn-lt"/>
              </a:rPr>
              <a:t> para disco, rede e vídeo. </a:t>
            </a:r>
            <a:endParaRPr lang="pt-BR" dirty="0">
              <a:cs typeface="Calibri" panose="020F0502020204030204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2192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Dispositivos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Device Driver</a:t>
            </a: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6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7DDE4A82-6FE3-4064-8085-17C49B9F2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051" y="1371600"/>
            <a:ext cx="3300274" cy="513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129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Dispositivos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Device Driver</a:t>
            </a: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532628"/>
            <a:ext cx="11987840" cy="27781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i="1" dirty="0">
                <a:ea typeface="+mn-lt"/>
                <a:cs typeface="+mn-lt"/>
              </a:rPr>
              <a:t>Device Driver</a:t>
            </a:r>
            <a:r>
              <a:rPr lang="pt-BR" sz="2100" i="1" dirty="0">
                <a:ea typeface="+mn-lt"/>
                <a:cs typeface="+mn-lt"/>
              </a:rPr>
              <a:t> </a:t>
            </a:r>
            <a:endParaRPr lang="en-US" sz="2100" i="1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Devido ao alto grau de dependência entre os </a:t>
            </a:r>
            <a:r>
              <a:rPr lang="pt-BR" sz="2100" i="1" dirty="0">
                <a:ea typeface="+mn-lt"/>
                <a:cs typeface="+mn-lt"/>
              </a:rPr>
              <a:t>drivers</a:t>
            </a:r>
            <a:r>
              <a:rPr lang="pt-BR" sz="2100" dirty="0">
                <a:ea typeface="+mn-lt"/>
                <a:cs typeface="+mn-lt"/>
              </a:rPr>
              <a:t> e o restante do núcleo do sistema os fabricantes desenvolvem, para um mesmo dispositivo, diferentes </a:t>
            </a:r>
            <a:r>
              <a:rPr lang="pt-BR" sz="2100" i="1" dirty="0">
                <a:ea typeface="+mn-lt"/>
                <a:cs typeface="+mn-lt"/>
              </a:rPr>
              <a:t>device drivers</a:t>
            </a:r>
            <a:r>
              <a:rPr lang="pt-BR" sz="2100" dirty="0">
                <a:ea typeface="+mn-lt"/>
                <a:cs typeface="+mn-lt"/>
              </a:rPr>
              <a:t>, um para </a:t>
            </a:r>
            <a:r>
              <a:rPr lang="pt-BR" sz="2100" b="1" i="1" dirty="0">
                <a:ea typeface="+mn-lt"/>
                <a:cs typeface="+mn-lt"/>
              </a:rPr>
              <a:t>cada</a:t>
            </a:r>
            <a:r>
              <a:rPr lang="pt-BR" sz="2100" dirty="0">
                <a:ea typeface="+mn-lt"/>
                <a:cs typeface="+mn-lt"/>
              </a:rPr>
              <a:t> S.O;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Sempre que um </a:t>
            </a:r>
            <a:r>
              <a:rPr lang="pt-BR" sz="2100" i="1" dirty="0">
                <a:ea typeface="+mn-lt"/>
                <a:cs typeface="+mn-lt"/>
              </a:rPr>
              <a:t>novo dispositivo </a:t>
            </a:r>
            <a:r>
              <a:rPr lang="pt-BR" sz="2100" dirty="0">
                <a:ea typeface="+mn-lt"/>
                <a:cs typeface="+mn-lt"/>
              </a:rPr>
              <a:t>é instalado, o </a:t>
            </a:r>
            <a:r>
              <a:rPr lang="pt-BR" sz="2100" i="1" dirty="0">
                <a:ea typeface="+mn-lt"/>
                <a:cs typeface="+mn-lt"/>
              </a:rPr>
              <a:t>driver</a:t>
            </a:r>
            <a:r>
              <a:rPr lang="pt-BR" sz="2100" dirty="0">
                <a:ea typeface="+mn-lt"/>
                <a:cs typeface="+mn-lt"/>
              </a:rPr>
              <a:t> do dispositivo deve ser adicionado ao núcleo do sistema.</a:t>
            </a:r>
            <a:endParaRPr lang="pt-BR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b="1" dirty="0">
              <a:ea typeface="+mn-lt"/>
              <a:cs typeface="+mn-lt"/>
            </a:endParaRPr>
          </a:p>
        </p:txBody>
      </p:sp>
      <p:sp>
        <p:nvSpPr>
          <p:cNvPr id="6" name="Nuvem 5">
            <a:extLst>
              <a:ext uri="{FF2B5EF4-FFF2-40B4-BE49-F238E27FC236}">
                <a16:creationId xmlns:a16="http://schemas.microsoft.com/office/drawing/2014/main" id="{8E6F8102-FB79-458F-BB98-4569EFEE2FC0}"/>
              </a:ext>
            </a:extLst>
          </p:cNvPr>
          <p:cNvSpPr/>
          <p:nvPr/>
        </p:nvSpPr>
        <p:spPr>
          <a:xfrm>
            <a:off x="693723" y="4307473"/>
            <a:ext cx="10801200" cy="2016224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500" dirty="0"/>
              <a:t>Sistemas mais antigos, a inclusão de um novo </a:t>
            </a:r>
            <a:r>
              <a:rPr lang="pt-BR" sz="2500" i="1" dirty="0"/>
              <a:t>driver</a:t>
            </a:r>
            <a:r>
              <a:rPr lang="pt-BR" sz="2500" dirty="0"/>
              <a:t> significava a recompilação do kernel, uma operação complexa e que exigia a reinicialização do sistema</a:t>
            </a:r>
          </a:p>
        </p:txBody>
      </p:sp>
    </p:spTree>
    <p:extLst>
      <p:ext uri="{BB962C8B-B14F-4D97-AF65-F5344CB8AC3E}">
        <p14:creationId xmlns:p14="http://schemas.microsoft.com/office/powerpoint/2010/main" val="3075535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Dispositivos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Controlador de Entrada e Saída</a:t>
            </a: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532628"/>
            <a:ext cx="11987840" cy="47197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Controlador de entrada e saída</a:t>
            </a:r>
            <a:endParaRPr lang="en-US" sz="2100" dirty="0">
              <a:ea typeface="+mn-lt"/>
              <a:cs typeface="+mn-lt"/>
            </a:endParaRPr>
          </a:p>
          <a:p>
            <a:pPr marL="457200" indent="-457200" algn="just">
              <a:lnSpc>
                <a:spcPct val="90000"/>
              </a:lnSpc>
              <a:spcBef>
                <a:spcPts val="750"/>
              </a:spcBef>
            </a:pPr>
            <a:endParaRPr lang="pt-BR" sz="2100" dirty="0">
              <a:ea typeface="+mn-lt"/>
              <a:cs typeface="+mn-lt"/>
            </a:endParaRPr>
          </a:p>
          <a:p>
            <a:pPr marL="914400" lvl="1" indent="-457200" algn="just">
              <a:lnSpc>
                <a:spcPct val="90000"/>
              </a:lnSpc>
              <a:spcBef>
                <a:spcPts val="375"/>
              </a:spcBef>
              <a:spcAft>
                <a:spcPts val="6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Os controladores de E/S são componentes de </a:t>
            </a:r>
            <a:r>
              <a:rPr lang="pt-BR" sz="2100" i="1" dirty="0">
                <a:ea typeface="+mn-lt"/>
                <a:cs typeface="+mn-lt"/>
              </a:rPr>
              <a:t>hardware</a:t>
            </a:r>
            <a:r>
              <a:rPr lang="pt-BR" sz="2100" dirty="0">
                <a:ea typeface="+mn-lt"/>
                <a:cs typeface="+mn-lt"/>
              </a:rPr>
              <a:t> responsáveis por manipular diretamente os dispositivos de E/S;</a:t>
            </a:r>
            <a:endParaRPr lang="en-US" sz="2100" dirty="0">
              <a:ea typeface="+mn-lt"/>
              <a:cs typeface="+mn-lt"/>
            </a:endParaRPr>
          </a:p>
          <a:p>
            <a:pPr marL="1371600" lvl="2" indent="-457200" algn="just">
              <a:lnSpc>
                <a:spcPct val="90000"/>
              </a:lnSpc>
              <a:spcBef>
                <a:spcPts val="375"/>
              </a:spcBef>
              <a:spcAft>
                <a:spcPts val="6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O S.O, mais exatamente o </a:t>
            </a:r>
            <a:r>
              <a:rPr lang="pt-BR" sz="2100" i="1" dirty="0">
                <a:ea typeface="+mn-lt"/>
                <a:cs typeface="+mn-lt"/>
              </a:rPr>
              <a:t>device driver</a:t>
            </a:r>
            <a:r>
              <a:rPr lang="pt-BR" sz="2100" dirty="0">
                <a:ea typeface="+mn-lt"/>
                <a:cs typeface="+mn-lt"/>
              </a:rPr>
              <a:t>, comunica-se com os dispositivos através dos controladores;</a:t>
            </a:r>
            <a:endParaRPr lang="en-US" sz="2100" dirty="0">
              <a:ea typeface="+mn-lt"/>
              <a:cs typeface="+mn-lt"/>
            </a:endParaRPr>
          </a:p>
          <a:p>
            <a:pPr marL="914400" lvl="1" indent="-457200" algn="just">
              <a:lnSpc>
                <a:spcPct val="90000"/>
              </a:lnSpc>
              <a:spcBef>
                <a:spcPts val="375"/>
              </a:spcBef>
              <a:spcAft>
                <a:spcPts val="6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Em geral, o controlador pode ser uma placa independente conectada a um </a:t>
            </a:r>
            <a:r>
              <a:rPr lang="pt-BR" sz="2100" i="1" dirty="0">
                <a:ea typeface="+mn-lt"/>
                <a:cs typeface="+mn-lt"/>
              </a:rPr>
              <a:t>slot</a:t>
            </a:r>
            <a:r>
              <a:rPr lang="pt-BR" sz="2100" dirty="0">
                <a:ea typeface="+mn-lt"/>
                <a:cs typeface="+mn-lt"/>
              </a:rPr>
              <a:t> do computador ou implementado na mesma placa do processador;</a:t>
            </a:r>
            <a:endParaRPr lang="en-US" sz="2100" dirty="0">
              <a:ea typeface="+mn-lt"/>
              <a:cs typeface="+mn-lt"/>
            </a:endParaRPr>
          </a:p>
          <a:p>
            <a:pPr marL="914400" lvl="1" indent="-457200" algn="just">
              <a:lnSpc>
                <a:spcPct val="90000"/>
              </a:lnSpc>
              <a:spcBef>
                <a:spcPts val="375"/>
              </a:spcBef>
              <a:spcAft>
                <a:spcPts val="6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O controlador possui memória e registradores próprios utilizados na execução de instruções enviadas pelo </a:t>
            </a:r>
            <a:r>
              <a:rPr lang="pt-BR" sz="2100" i="1" dirty="0">
                <a:ea typeface="+mn-lt"/>
                <a:cs typeface="+mn-lt"/>
              </a:rPr>
              <a:t>device driver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914400" lvl="1" indent="-457200" algn="just">
              <a:lnSpc>
                <a:spcPct val="90000"/>
              </a:lnSpc>
              <a:spcBef>
                <a:spcPts val="375"/>
              </a:spcBef>
              <a:spcAft>
                <a:spcPts val="6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Essas instruções de baixo nível são responsáveis pela comunicação entre o controlador e o dispositivo de E/S.</a:t>
            </a:r>
            <a:endParaRPr lang="pt-BR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8372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Dispositivos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Controlador de Entrada e Saída</a:t>
            </a: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532628"/>
            <a:ext cx="11987840" cy="47197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Controlador de entrada e saída</a:t>
            </a:r>
            <a:endParaRPr lang="en-US" sz="2100" dirty="0">
              <a:ea typeface="+mn-lt"/>
              <a:cs typeface="+mn-lt"/>
            </a:endParaRPr>
          </a:p>
          <a:p>
            <a:pPr marL="457200" indent="-457200" algn="just">
              <a:lnSpc>
                <a:spcPct val="90000"/>
              </a:lnSpc>
              <a:spcBef>
                <a:spcPts val="750"/>
              </a:spcBef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spcAft>
                <a:spcPts val="6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Em operações de leitura o controlador deve armazenar em seu </a:t>
            </a:r>
            <a:r>
              <a:rPr lang="pt-BR" sz="2100" i="1" dirty="0">
                <a:ea typeface="+mn-lt"/>
                <a:cs typeface="+mn-lt"/>
              </a:rPr>
              <a:t>buffer</a:t>
            </a:r>
            <a:r>
              <a:rPr lang="pt-BR" sz="2100" dirty="0">
                <a:ea typeface="+mn-lt"/>
                <a:cs typeface="+mn-lt"/>
              </a:rPr>
              <a:t> interno uma sequência de bits proveniente do dispositivo até formar um bloco;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spcAft>
                <a:spcPts val="6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Após verificar a ocorrência de erros, o bloco pode ser transferido para um </a:t>
            </a:r>
            <a:r>
              <a:rPr lang="pt-BR" sz="2100" i="1" dirty="0">
                <a:ea typeface="+mn-lt"/>
                <a:cs typeface="+mn-lt"/>
              </a:rPr>
              <a:t>buffer</a:t>
            </a:r>
            <a:r>
              <a:rPr lang="pt-BR" sz="2100" dirty="0">
                <a:ea typeface="+mn-lt"/>
                <a:cs typeface="+mn-lt"/>
              </a:rPr>
              <a:t> de E/S na memória principal;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spcAft>
                <a:spcPts val="6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A transferência do bloco do </a:t>
            </a:r>
            <a:r>
              <a:rPr lang="pt-BR" sz="2100" i="1" dirty="0">
                <a:ea typeface="+mn-lt"/>
                <a:cs typeface="+mn-lt"/>
              </a:rPr>
              <a:t>buffer</a:t>
            </a:r>
            <a:r>
              <a:rPr lang="pt-BR" sz="2100" dirty="0">
                <a:ea typeface="+mn-lt"/>
                <a:cs typeface="+mn-lt"/>
              </a:rPr>
              <a:t> interno do controlador para o </a:t>
            </a:r>
            <a:r>
              <a:rPr lang="pt-BR" sz="2100" i="1" dirty="0">
                <a:ea typeface="+mn-lt"/>
                <a:cs typeface="+mn-lt"/>
              </a:rPr>
              <a:t>buffer</a:t>
            </a:r>
            <a:r>
              <a:rPr lang="pt-BR" sz="2100" dirty="0">
                <a:ea typeface="+mn-lt"/>
                <a:cs typeface="+mn-lt"/>
              </a:rPr>
              <a:t> de E/S da memória principal pode ser realizada pela CPU ou por um </a:t>
            </a:r>
            <a:r>
              <a:rPr lang="pt-BR" sz="2100" b="1" i="1" dirty="0">
                <a:ea typeface="+mn-lt"/>
                <a:cs typeface="+mn-lt"/>
              </a:rPr>
              <a:t>controlador de DMA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spcAft>
                <a:spcPts val="6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O uso da técnica de DMA evita que o processador fique ocupado com a transferência do bloco para a memória;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spcAft>
                <a:spcPts val="6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O controlador de DMA é um dispositivo de hardware que pode fazer parte do controlador ou ser um dispositivo independente. </a:t>
            </a:r>
            <a:endParaRPr lang="pt-BR" dirty="0">
              <a:cs typeface="Calibri" panose="020F0502020204030204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28635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Dispositivos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Controlador de Entrada e Saída</a:t>
            </a: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532628"/>
            <a:ext cx="11987840" cy="7766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Controlador de entrada e saída</a:t>
            </a:r>
            <a:endParaRPr lang="en-US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b="1" dirty="0">
              <a:ea typeface="+mn-lt"/>
              <a:cs typeface="+mn-lt"/>
            </a:endParaRPr>
          </a:p>
        </p:txBody>
      </p:sp>
      <p:pic>
        <p:nvPicPr>
          <p:cNvPr id="6" name="Imagem 6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16948288-0382-45DE-87EF-5B3C326F8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759" y="2059294"/>
            <a:ext cx="6984519" cy="449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908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Dispositivos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Controlador de Entrada e Saída</a:t>
            </a: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532628"/>
            <a:ext cx="11987840" cy="4386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Controlador de entrada e saída – Técnica DMA</a:t>
            </a:r>
            <a:endParaRPr lang="en-US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De forma simplificada, uma operação de leitura em disco utilizando DMA teria os seguintes passos: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1155065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A CPU, através do </a:t>
            </a:r>
            <a:r>
              <a:rPr lang="pt-BR" sz="2100" i="1" dirty="0">
                <a:ea typeface="+mn-lt"/>
                <a:cs typeface="+mn-lt"/>
              </a:rPr>
              <a:t>device driver</a:t>
            </a:r>
            <a:r>
              <a:rPr lang="pt-BR" sz="2100" dirty="0">
                <a:ea typeface="+mn-lt"/>
                <a:cs typeface="+mn-lt"/>
              </a:rPr>
              <a:t>, inicializa os registradores do controlador de DMA e, a partir deste ponto, fica livre para realizar outras atividades;</a:t>
            </a:r>
            <a:endParaRPr lang="en-US" sz="2100" dirty="0">
              <a:ea typeface="+mn-lt"/>
              <a:cs typeface="+mn-lt"/>
            </a:endParaRPr>
          </a:p>
          <a:p>
            <a:pPr marL="1155065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O controlador de DMA solicita ao controlador de disco a transferência do bloco do disco para o seu </a:t>
            </a:r>
            <a:r>
              <a:rPr lang="pt-BR" sz="2100" i="1" dirty="0">
                <a:ea typeface="+mn-lt"/>
                <a:cs typeface="+mn-lt"/>
              </a:rPr>
              <a:t>buffer</a:t>
            </a:r>
            <a:r>
              <a:rPr lang="pt-BR" sz="2100" dirty="0">
                <a:ea typeface="+mn-lt"/>
                <a:cs typeface="+mn-lt"/>
              </a:rPr>
              <a:t> interno (da controladora);</a:t>
            </a:r>
            <a:endParaRPr lang="en-US" sz="2100" dirty="0">
              <a:ea typeface="+mn-lt"/>
              <a:cs typeface="+mn-lt"/>
            </a:endParaRPr>
          </a:p>
          <a:p>
            <a:pPr marL="1155065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Terminada a transferência, o controlador de disco verifica a existência de erros e, caso não haja erros, o controlador de DMA transfere o bloco para o </a:t>
            </a:r>
            <a:r>
              <a:rPr lang="pt-BR" sz="2100" i="1" dirty="0">
                <a:ea typeface="+mn-lt"/>
                <a:cs typeface="+mn-lt"/>
              </a:rPr>
              <a:t>buffer</a:t>
            </a:r>
            <a:r>
              <a:rPr lang="pt-BR" sz="2100" dirty="0">
                <a:ea typeface="+mn-lt"/>
                <a:cs typeface="+mn-lt"/>
              </a:rPr>
              <a:t> de E/S na memória principal;</a:t>
            </a:r>
            <a:endParaRPr lang="en-US" sz="2100" dirty="0">
              <a:ea typeface="+mn-lt"/>
              <a:cs typeface="+mn-lt"/>
            </a:endParaRPr>
          </a:p>
          <a:p>
            <a:pPr marL="1155065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Ao término da transferência, o controlador de DMA gera uma interrupção avisando ao processador que o dado já se encontra na memória principal. </a:t>
            </a:r>
            <a:endParaRPr lang="pt-BR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33394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Dispositivos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Controlador de Entrada e Saída</a:t>
            </a: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532628"/>
            <a:ext cx="11987840" cy="11285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Controlador de entrada e saída – Técnica DMA</a:t>
            </a:r>
            <a:endParaRPr lang="en-US" sz="21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b="1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dirty="0">
              <a:ea typeface="+mn-lt"/>
              <a:cs typeface="+mn-lt"/>
            </a:endParaRPr>
          </a:p>
        </p:txBody>
      </p:sp>
      <p:pic>
        <p:nvPicPr>
          <p:cNvPr id="6" name="Imagem 6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EE391CCE-BCBD-49AB-9425-C8D8315E5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0928" y="1875846"/>
            <a:ext cx="6970143" cy="497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45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Dispositivos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>
                <a:cs typeface="Calibri"/>
              </a:rPr>
              <a:t>Dispositivos de Entrada e Saída</a:t>
            </a: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532628"/>
            <a:ext cx="11987840" cy="57133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Dispositivos de entrada e saída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Permitir a comunicação entre o S.O e o mundo externo;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Podem ser classificados como de entrada de dados ou de saída de dados;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Classificação em função da forma com que os dados são armazenados: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Dispositivos Estruturados (</a:t>
            </a:r>
            <a:r>
              <a:rPr lang="pt-BR" sz="2100" b="1" i="1" dirty="0" err="1">
                <a:ea typeface="+mn-lt"/>
                <a:cs typeface="+mn-lt"/>
              </a:rPr>
              <a:t>block</a:t>
            </a:r>
            <a:r>
              <a:rPr lang="pt-BR" sz="2100" b="1" i="1" dirty="0">
                <a:ea typeface="+mn-lt"/>
                <a:cs typeface="+mn-lt"/>
              </a:rPr>
              <a:t> devices</a:t>
            </a:r>
            <a:r>
              <a:rPr lang="pt-BR" sz="2100" b="1" dirty="0">
                <a:ea typeface="+mn-lt"/>
                <a:cs typeface="+mn-lt"/>
              </a:rPr>
              <a:t>) - </a:t>
            </a:r>
            <a:r>
              <a:rPr lang="pt-BR" sz="2100" dirty="0">
                <a:ea typeface="+mn-lt"/>
                <a:cs typeface="+mn-lt"/>
              </a:rPr>
              <a:t>Armazenam informações em blocos de tamanho fixo possuindo cada qual um endereço que pode ser lido/gravado de forma independente dos demais;</a:t>
            </a:r>
            <a:endParaRPr lang="en-US" sz="2100" dirty="0">
              <a:ea typeface="+mn-lt"/>
              <a:cs typeface="+mn-lt"/>
            </a:endParaRPr>
          </a:p>
          <a:p>
            <a:pPr marL="1714500" lvl="3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 Ex.</a:t>
            </a:r>
            <a:r>
              <a:rPr lang="pt-BR" sz="2100" dirty="0">
                <a:ea typeface="+mn-lt"/>
                <a:cs typeface="+mn-lt"/>
              </a:rPr>
              <a:t>: discos rígidos;</a:t>
            </a:r>
            <a:endParaRPr lang="en-US" sz="2100" dirty="0">
              <a:ea typeface="+mn-lt"/>
              <a:cs typeface="+mn-lt"/>
            </a:endParaRPr>
          </a:p>
          <a:p>
            <a:pPr marL="2171700" lvl="4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Dispositivos Não-Estruturados (</a:t>
            </a:r>
            <a:r>
              <a:rPr lang="pt-BR" sz="2100" b="1" i="1" dirty="0" err="1">
                <a:ea typeface="+mn-lt"/>
                <a:cs typeface="+mn-lt"/>
              </a:rPr>
              <a:t>character</a:t>
            </a:r>
            <a:r>
              <a:rPr lang="pt-BR" sz="2100" b="1" i="1" dirty="0">
                <a:ea typeface="+mn-lt"/>
                <a:cs typeface="+mn-lt"/>
              </a:rPr>
              <a:t> devices</a:t>
            </a:r>
            <a:r>
              <a:rPr lang="pt-BR" sz="2100" b="1" dirty="0">
                <a:ea typeface="+mn-lt"/>
                <a:cs typeface="+mn-lt"/>
              </a:rPr>
              <a:t>) - </a:t>
            </a:r>
            <a:r>
              <a:rPr lang="pt-BR" sz="2100" dirty="0">
                <a:ea typeface="+mn-lt"/>
                <a:cs typeface="+mn-lt"/>
              </a:rPr>
              <a:t>Enviam ou recebem um sequência de caracteres sem estar estruturada no formato de um bloco;</a:t>
            </a:r>
            <a:endParaRPr lang="en-US" sz="2100" dirty="0">
              <a:ea typeface="+mn-lt"/>
              <a:cs typeface="+mn-lt"/>
            </a:endParaRPr>
          </a:p>
          <a:p>
            <a:pPr marL="1714500" lvl="3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Sequência de caracteres não é endereçável, não permitindo operações de acesso direto ao dado;</a:t>
            </a:r>
            <a:endParaRPr lang="en-US" sz="2100" dirty="0">
              <a:ea typeface="+mn-lt"/>
              <a:cs typeface="+mn-lt"/>
            </a:endParaRPr>
          </a:p>
          <a:p>
            <a:pPr marL="2171700" lvl="4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 Ex.</a:t>
            </a:r>
            <a:r>
              <a:rPr lang="pt-BR" sz="2100" dirty="0">
                <a:ea typeface="+mn-lt"/>
                <a:cs typeface="+mn-lt"/>
              </a:rPr>
              <a:t>: Impressoras, interfaces de rede.</a:t>
            </a:r>
            <a:endParaRPr lang="en-US" dirty="0">
              <a:cs typeface="Calibri" panose="020F0502020204030204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b="1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65963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Dispositivos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/>
              <a:t>Interrupção</a:t>
            </a:r>
            <a:endParaRPr lang="pt-BR" sz="2400" i="1" dirty="0">
              <a:cs typeface="Calibri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532628"/>
            <a:ext cx="11987840" cy="43350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/>
              <a:t>Pedido de Interrupção (IRQ)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O SO permite que um aplicativo utilize o processador durante um determinado período de tempo e então permite que outra aplicação o utilize;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Um pedido de interrupção (IRQ) é a forma pela qual componentes de </a:t>
            </a:r>
            <a:r>
              <a:rPr lang="pt-BR" sz="2100" i="1" dirty="0">
                <a:ea typeface="+mn-lt"/>
                <a:cs typeface="+mn-lt"/>
              </a:rPr>
              <a:t>hardware</a:t>
            </a:r>
            <a:r>
              <a:rPr lang="pt-BR" sz="2100" dirty="0">
                <a:ea typeface="+mn-lt"/>
                <a:cs typeface="+mn-lt"/>
              </a:rPr>
              <a:t> requisitam tempo computacional da CPU. Um IRQ é a sinalização de um pedido de interrupção de hardware.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Por exemplo: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Caracteres digitados no teclado; devem ser executados mesmo que a máquina esteja processando alguma tarefa.;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Operações de leitura sobre o HD;</a:t>
            </a: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Dados recebidos pelo modem;</a:t>
            </a:r>
            <a:endParaRPr lang="pt-BR" sz="2100" dirty="0">
              <a:cs typeface="Calibri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Mesmo os movimentos do mouse; </a:t>
            </a:r>
          </a:p>
          <a:p>
            <a:pPr marL="1714500" lvl="3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 Devem ser executados </a:t>
            </a:r>
            <a:r>
              <a:rPr lang="pt-BR" sz="2100" dirty="0">
                <a:ea typeface="+mn-lt"/>
                <a:cs typeface="+mn-lt"/>
              </a:rPr>
              <a:t>mesmo que a máquina esteja processando alguma tarefa;</a:t>
            </a:r>
            <a:endParaRPr lang="en-US" sz="2100" dirty="0">
              <a:ea typeface="+mn-lt"/>
              <a:cs typeface="+mn-lt"/>
            </a:endParaRPr>
          </a:p>
        </p:txBody>
      </p:sp>
      <p:sp>
        <p:nvSpPr>
          <p:cNvPr id="6" name="Estrela: 5 Pontas 5">
            <a:extLst>
              <a:ext uri="{FF2B5EF4-FFF2-40B4-BE49-F238E27FC236}">
                <a16:creationId xmlns:a16="http://schemas.microsoft.com/office/drawing/2014/main" id="{E2B710EE-4F25-49E9-9284-D31F0F48A663}"/>
              </a:ext>
            </a:extLst>
          </p:cNvPr>
          <p:cNvSpPr/>
          <p:nvPr/>
        </p:nvSpPr>
        <p:spPr>
          <a:xfrm>
            <a:off x="11303478" y="6034177"/>
            <a:ext cx="359434" cy="33067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4213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Dispositivos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/>
              <a:t>Interrupção</a:t>
            </a:r>
            <a:endParaRPr lang="pt-BR" sz="2400" i="1" dirty="0">
              <a:cs typeface="Calibri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532628"/>
            <a:ext cx="11987840" cy="3992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 err="1">
                <a:ea typeface="+mn-lt"/>
                <a:cs typeface="+mn-lt"/>
              </a:rPr>
              <a:t>IRQ´s</a:t>
            </a:r>
            <a:r>
              <a:rPr lang="pt-BR" sz="2100" dirty="0">
                <a:ea typeface="+mn-lt"/>
                <a:cs typeface="+mn-lt"/>
              </a:rPr>
              <a:t> são </a:t>
            </a:r>
            <a:r>
              <a:rPr lang="pt-BR" sz="2100" u="sng" dirty="0">
                <a:ea typeface="+mn-lt"/>
                <a:cs typeface="+mn-lt"/>
              </a:rPr>
              <a:t>canais de comunicação</a:t>
            </a:r>
            <a:r>
              <a:rPr lang="pt-BR" sz="2100" dirty="0">
                <a:ea typeface="+mn-lt"/>
                <a:cs typeface="+mn-lt"/>
              </a:rPr>
              <a:t> com o processador. Ao receber um pedido através de algum destes canais, o processador percebe a solicitação de interrupção de um dispositivo.</a:t>
            </a: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Quando um programa de usuário emite uma chamada ao sistema, esta é encaminhada ao driver apropriado. Para evitar que a CPU fique ocupada interrogando se o dispositivo terminou a operação de E/S (</a:t>
            </a:r>
            <a:r>
              <a:rPr lang="pt-BR" sz="2100" b="1" dirty="0">
                <a:ea typeface="+mn-lt"/>
                <a:cs typeface="+mn-lt"/>
              </a:rPr>
              <a:t>espera ociosa</a:t>
            </a:r>
            <a:r>
              <a:rPr lang="pt-BR" sz="2100" dirty="0">
                <a:ea typeface="+mn-lt"/>
                <a:cs typeface="+mn-lt"/>
              </a:rPr>
              <a:t>), o driver pede ao dispositivo que lhe </a:t>
            </a:r>
            <a:r>
              <a:rPr lang="pt-BR" sz="2100" u="sng" dirty="0">
                <a:ea typeface="+mn-lt"/>
                <a:cs typeface="+mn-lt"/>
              </a:rPr>
              <a:t>sinalize</a:t>
            </a:r>
            <a:r>
              <a:rPr lang="pt-BR" sz="2100" dirty="0">
                <a:ea typeface="+mn-lt"/>
                <a:cs typeface="+mn-lt"/>
              </a:rPr>
              <a:t> quando isso ocorrer. Dessa forma, o Sistema Operacional poderá executar outras tarefas enquanto o programa que o chamou pedindo o serviço se encontra bloqueado. Ao final da operação, o controlador do dispositivo gera uma interrupção, ao chip controlador de interrupção, para sinalizar à CPU.</a:t>
            </a: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Após executar uma instrução, a CPU verifica as linhas de interrupções para saber se alguma interrupção foi sinalizada</a:t>
            </a:r>
          </a:p>
        </p:txBody>
      </p:sp>
      <p:sp>
        <p:nvSpPr>
          <p:cNvPr id="7" name="Estrela: 5 Pontas 6">
            <a:extLst>
              <a:ext uri="{FF2B5EF4-FFF2-40B4-BE49-F238E27FC236}">
                <a16:creationId xmlns:a16="http://schemas.microsoft.com/office/drawing/2014/main" id="{A584F114-CC42-48D1-9904-1B74E44E0C59}"/>
              </a:ext>
            </a:extLst>
          </p:cNvPr>
          <p:cNvSpPr/>
          <p:nvPr/>
        </p:nvSpPr>
        <p:spPr>
          <a:xfrm>
            <a:off x="11303478" y="6034177"/>
            <a:ext cx="359434" cy="33067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719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Dispositivos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/>
              <a:t>Interrupção</a:t>
            </a:r>
            <a:endParaRPr lang="pt-BR" sz="2400" i="1" dirty="0">
              <a:cs typeface="Calibri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532628"/>
            <a:ext cx="11987840" cy="29320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Interrupções podem ser geradas por hardware ou por software. </a:t>
            </a:r>
            <a:endParaRPr lang="pt-BR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No caso do hardware, pelo dispositivos periféricos ou pelo relógio (timer). </a:t>
            </a:r>
            <a:endParaRPr lang="pt-BR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As interrupções geradas por software são conhecidas como </a:t>
            </a:r>
            <a:r>
              <a:rPr lang="pt-BR" sz="2100" b="1" dirty="0">
                <a:ea typeface="+mn-lt"/>
                <a:cs typeface="+mn-lt"/>
              </a:rPr>
              <a:t>system </a:t>
            </a:r>
            <a:r>
              <a:rPr lang="pt-BR" sz="2100" b="1" dirty="0" err="1">
                <a:ea typeface="+mn-lt"/>
                <a:cs typeface="+mn-lt"/>
              </a:rPr>
              <a:t>calls</a:t>
            </a:r>
            <a:r>
              <a:rPr lang="pt-BR" sz="2100" dirty="0">
                <a:ea typeface="+mn-lt"/>
                <a:cs typeface="+mn-lt"/>
              </a:rPr>
              <a:t> (chamadas ao sistema)</a:t>
            </a:r>
          </a:p>
          <a:p>
            <a:pPr marL="800100" lvl="1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cs typeface="Calibri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A diferença entre as interrupções geradas por software e as geradas por hardware, está no fato de que, conhecendo um programa e seus dados, é possível prever quando as interrupções de software irão acontecer - o que não é possível no caso das interrupções de hardware.</a:t>
            </a:r>
            <a:endParaRPr lang="pt-BR" sz="2100" dirty="0">
              <a:cs typeface="Calibri"/>
            </a:endParaRPr>
          </a:p>
        </p:txBody>
      </p:sp>
      <p:sp>
        <p:nvSpPr>
          <p:cNvPr id="7" name="Estrela: 5 Pontas 6">
            <a:extLst>
              <a:ext uri="{FF2B5EF4-FFF2-40B4-BE49-F238E27FC236}">
                <a16:creationId xmlns:a16="http://schemas.microsoft.com/office/drawing/2014/main" id="{22AC9DC9-B297-4AE4-8B84-E0F3A4AD75E8}"/>
              </a:ext>
            </a:extLst>
          </p:cNvPr>
          <p:cNvSpPr/>
          <p:nvPr/>
        </p:nvSpPr>
        <p:spPr>
          <a:xfrm>
            <a:off x="11303478" y="6034177"/>
            <a:ext cx="359434" cy="33067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0629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Gerência de Dispositivos</a:t>
            </a:r>
            <a:endParaRPr lang="pt-BR" dirty="0">
              <a:cs typeface="Calibri" panose="020F0502020204030204"/>
            </a:endParaRPr>
          </a:p>
          <a:p>
            <a:pPr algn="ctr"/>
            <a:r>
              <a:rPr lang="pt-BR" sz="2400" i="1" dirty="0"/>
              <a:t>Interrupções em sistemas Linux</a:t>
            </a:r>
            <a:endParaRPr lang="pt-BR" sz="2400" i="1" dirty="0">
              <a:cs typeface="Calibri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532628"/>
            <a:ext cx="11987840" cy="49244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As interrupções em computadores Linux podem ser vistas digitando no </a:t>
            </a:r>
            <a:r>
              <a:rPr lang="pt-BR" sz="2100" i="1" dirty="0" err="1">
                <a:ea typeface="+mn-lt"/>
                <a:cs typeface="+mn-lt"/>
              </a:rPr>
              <a:t>shell</a:t>
            </a:r>
            <a:r>
              <a:rPr lang="pt-BR" sz="2100" dirty="0">
                <a:ea typeface="+mn-lt"/>
                <a:cs typeface="+mn-lt"/>
              </a:rPr>
              <a:t> o comando</a:t>
            </a:r>
            <a:br>
              <a:rPr lang="pt-BR" sz="2100" dirty="0">
                <a:latin typeface="Calibri"/>
                <a:ea typeface="+mn-lt"/>
                <a:cs typeface="+mn-lt"/>
              </a:rPr>
            </a:br>
            <a:r>
              <a:rPr lang="pt-BR" sz="2000" dirty="0">
                <a:latin typeface="Courier New"/>
                <a:ea typeface="+mn-lt"/>
                <a:cs typeface="+mn-lt"/>
              </a:rPr>
              <a:t>$ </a:t>
            </a:r>
            <a:r>
              <a:rPr lang="pt-BR" sz="2000" i="1" dirty="0" err="1">
                <a:latin typeface="Courier New"/>
                <a:ea typeface="+mn-lt"/>
                <a:cs typeface="+mn-lt"/>
              </a:rPr>
              <a:t>cat</a:t>
            </a:r>
            <a:r>
              <a:rPr lang="pt-BR" sz="2000" i="1" dirty="0">
                <a:latin typeface="Courier New"/>
                <a:ea typeface="+mn-lt"/>
                <a:cs typeface="+mn-lt"/>
              </a:rPr>
              <a:t> /</a:t>
            </a:r>
            <a:r>
              <a:rPr lang="pt-BR" sz="2000" i="1" dirty="0" err="1">
                <a:latin typeface="Courier New"/>
                <a:ea typeface="+mn-lt"/>
                <a:cs typeface="+mn-lt"/>
              </a:rPr>
              <a:t>proc</a:t>
            </a:r>
            <a:r>
              <a:rPr lang="pt-BR" sz="2000" i="1" dirty="0">
                <a:latin typeface="Courier New"/>
                <a:ea typeface="+mn-lt"/>
                <a:cs typeface="+mn-lt"/>
              </a:rPr>
              <a:t>/</a:t>
            </a:r>
            <a:r>
              <a:rPr lang="pt-BR" sz="2000" i="1" dirty="0" err="1">
                <a:latin typeface="Courier New"/>
                <a:ea typeface="+mn-lt"/>
                <a:cs typeface="+mn-lt"/>
              </a:rPr>
              <a:t>interrupts</a:t>
            </a:r>
            <a:r>
              <a:rPr lang="pt-BR" sz="2000" dirty="0">
                <a:latin typeface="Courier New"/>
                <a:ea typeface="+mn-lt"/>
                <a:cs typeface="+mn-lt"/>
              </a:rPr>
              <a:t> </a:t>
            </a:r>
            <a:r>
              <a:rPr lang="pt-BR" sz="2100" dirty="0">
                <a:latin typeface="Calibri"/>
                <a:ea typeface="+mn-lt"/>
                <a:cs typeface="+mn-lt"/>
              </a:rPr>
              <a:t>algumas delas a seguir:</a:t>
            </a:r>
            <a:endParaRPr lang="pt-BR" sz="2000" dirty="0" err="1">
              <a:latin typeface="Courier New"/>
              <a:cs typeface="Calibri" panose="020F0502020204030204"/>
            </a:endParaRPr>
          </a:p>
          <a:p>
            <a:endParaRPr lang="pt-BR" sz="2000" dirty="0">
              <a:latin typeface="Courier New"/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0 = É o timer do SO.</a:t>
            </a:r>
            <a:endParaRPr lang="pt-BR" dirty="0"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1 = Interrupção de teclado.</a:t>
            </a:r>
            <a:endParaRPr lang="pt-BR" dirty="0">
              <a:cs typeface="Calibri" panose="020F0502020204030204"/>
            </a:endParaRPr>
          </a:p>
          <a:p>
            <a:pPr marL="342900" indent="-342900" algn="just"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3 = geralmente usada pela ttyS1, podendo ser usada por outros dispositivos como placas de rede.</a:t>
            </a:r>
            <a:endParaRPr lang="pt-BR" dirty="0">
              <a:cs typeface="Calibri" panose="020F0502020204030204"/>
            </a:endParaRPr>
          </a:p>
          <a:p>
            <a:pPr marL="342900" indent="-342900" algn="just"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4 = geralmente usada pela ttyS0. Quando é usado um mouse serial, ele trabalho através dessa IRQ.</a:t>
            </a:r>
            <a:endParaRPr lang="pt-BR" dirty="0">
              <a:cs typeface="Calibri" panose="020F0502020204030204"/>
            </a:endParaRPr>
          </a:p>
          <a:p>
            <a:pPr marL="342900" indent="-342900" algn="just"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5 = É a segunda porta paralela. Em computadores que não possuem essa porta é usada pela placa de som.</a:t>
            </a:r>
            <a:endParaRPr lang="pt-BR" dirty="0">
              <a:cs typeface="Calibri" panose="020F0502020204030204"/>
            </a:endParaRPr>
          </a:p>
          <a:p>
            <a:pPr marL="342900" indent="-342900" algn="just"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6 = Usada pelo controlador de disquete</a:t>
            </a:r>
            <a:endParaRPr lang="pt-BR" dirty="0">
              <a:cs typeface="Calibri" panose="020F0502020204030204"/>
            </a:endParaRPr>
          </a:p>
          <a:p>
            <a:pPr marL="342900" indent="-342900" algn="just"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8 = Relógio</a:t>
            </a:r>
            <a:endParaRPr lang="pt-BR" dirty="0">
              <a:cs typeface="Calibri" panose="020F0502020204030204"/>
            </a:endParaRPr>
          </a:p>
          <a:p>
            <a:pPr marL="342900" indent="-342900" algn="just"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10 = É uma interrupção geralmente livre. Geralmente usada por controladores USB.</a:t>
            </a:r>
            <a:endParaRPr lang="pt-BR" dirty="0">
              <a:cs typeface="Calibri" panose="020F0502020204030204"/>
            </a:endParaRPr>
          </a:p>
          <a:p>
            <a:pPr marL="342900" indent="-342900" algn="just"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12 = Mais uma IRQ livre. Quando há um mouse PS/2, é trabalhada essa IRQ</a:t>
            </a:r>
            <a:endParaRPr lang="pt-BR" dirty="0">
              <a:cs typeface="Calibri" panose="020F0502020204030204"/>
            </a:endParaRPr>
          </a:p>
          <a:p>
            <a:pPr marL="342900" indent="-342900" algn="just"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13 = Processador de dados numérico.</a:t>
            </a:r>
            <a:endParaRPr lang="pt-BR" dirty="0">
              <a:cs typeface="Calibri" panose="020F0502020204030204"/>
            </a:endParaRPr>
          </a:p>
          <a:p>
            <a:pPr marL="342900" indent="-342900" algn="just"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14 = Usada pela primeira controladora de discos rígidos.</a:t>
            </a:r>
            <a:endParaRPr lang="pt-BR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30809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2"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9940" name="AutoShape 4"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B63663D3-7F22-4EDA-93C9-D096C6C5C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8473EF7-5FA0-4FD2-8C41-5AB04D0B7A92}"/>
              </a:ext>
            </a:extLst>
          </p:cNvPr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AU" sz="2800" b="1">
                <a:ea typeface="+mn-lt"/>
                <a:cs typeface="+mn-lt"/>
              </a:rPr>
              <a:t>Wrap-up</a:t>
            </a:r>
            <a:endParaRPr lang="en-AU">
              <a:cs typeface="Calibri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34DB00C-18D5-4E09-8282-62BB63EA1769}"/>
              </a:ext>
            </a:extLst>
          </p:cNvPr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6" descr="Uma imagem contendo água, campo&#10;&#10;Descrição gerada automaticamente">
            <a:extLst>
              <a:ext uri="{FF2B5EF4-FFF2-40B4-BE49-F238E27FC236}">
                <a16:creationId xmlns:a16="http://schemas.microsoft.com/office/drawing/2014/main" id="{38D925A8-AA34-499D-9FAB-3D5BF6B25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80000">
            <a:off x="8031193" y="2636484"/>
            <a:ext cx="2743200" cy="1268730"/>
          </a:xfrm>
          <a:prstGeom prst="rect">
            <a:avLst/>
          </a:prstGeom>
        </p:spPr>
      </p:pic>
      <p:pic>
        <p:nvPicPr>
          <p:cNvPr id="7" name="Imagem 7">
            <a:extLst>
              <a:ext uri="{FF2B5EF4-FFF2-40B4-BE49-F238E27FC236}">
                <a16:creationId xmlns:a16="http://schemas.microsoft.com/office/drawing/2014/main" id="{3D1B892B-A210-4289-80DA-85D5658C0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5822189"/>
            <a:ext cx="2743200" cy="964567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D2A67BF-DC8F-4C46-8665-74B57A1F3207}"/>
              </a:ext>
            </a:extLst>
          </p:cNvPr>
          <p:cNvSpPr txBox="1"/>
          <p:nvPr/>
        </p:nvSpPr>
        <p:spPr>
          <a:xfrm>
            <a:off x="253041" y="1719533"/>
            <a:ext cx="11700294" cy="4128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Gerência de dispositivos</a:t>
            </a:r>
            <a:br>
              <a:rPr lang="pt-BR" sz="2100" b="1" dirty="0">
                <a:ea typeface="+mn-lt"/>
                <a:cs typeface="+mn-lt"/>
              </a:rPr>
            </a:br>
            <a:br>
              <a:rPr lang="pt-BR" sz="2100" b="1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</a:t>
            </a:r>
            <a:r>
              <a:rPr lang="pt-BR" sz="2000" dirty="0">
                <a:ea typeface="+mn-lt"/>
                <a:cs typeface="+mn-lt"/>
              </a:rPr>
              <a:t> Introdução</a:t>
            </a:r>
            <a:br>
              <a:rPr lang="pt-BR" sz="2000" dirty="0">
                <a:ea typeface="+mn-lt"/>
                <a:cs typeface="+mn-lt"/>
              </a:rPr>
            </a:br>
            <a:br>
              <a:rPr lang="pt-BR" sz="20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 </a:t>
            </a:r>
            <a:r>
              <a:rPr lang="pt-BR" sz="2000" dirty="0">
                <a:ea typeface="+mn-lt"/>
                <a:cs typeface="+mn-lt"/>
              </a:rPr>
              <a:t>Subsistema de entrada e saída</a:t>
            </a:r>
            <a:br>
              <a:rPr lang="pt-BR" sz="2000" dirty="0">
                <a:ea typeface="+mn-lt"/>
                <a:cs typeface="+mn-lt"/>
              </a:rPr>
            </a:b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</a:t>
            </a:r>
            <a:r>
              <a:rPr lang="pt-BR" sz="2000" i="1" dirty="0">
                <a:ea typeface="+mn-lt"/>
                <a:cs typeface="+mn-lt"/>
              </a:rPr>
              <a:t>Device Driver</a:t>
            </a:r>
            <a:br>
              <a:rPr lang="pt-BR" sz="2000" i="1" dirty="0">
                <a:ea typeface="+mn-lt"/>
                <a:cs typeface="+mn-lt"/>
              </a:rPr>
            </a:br>
            <a:br>
              <a:rPr lang="pt-BR" sz="2000" i="1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Controlador de entrada e saída</a:t>
            </a:r>
            <a:br>
              <a:rPr lang="pt-BR" sz="2000" dirty="0">
                <a:ea typeface="+mn-lt"/>
                <a:cs typeface="+mn-lt"/>
              </a:rPr>
            </a:b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Dispositivos de entrada e saída</a:t>
            </a:r>
            <a:br>
              <a:rPr lang="pt-BR" sz="2000" dirty="0">
                <a:ea typeface="+mn-lt"/>
                <a:cs typeface="+mn-lt"/>
              </a:rPr>
            </a:b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Interrupções</a:t>
            </a: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0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8151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C22CAF-7658-453A-A95D-424154294C89}"/>
              </a:ext>
            </a:extLst>
          </p:cNvPr>
          <p:cNvSpPr txBox="1"/>
          <p:nvPr/>
        </p:nvSpPr>
        <p:spPr>
          <a:xfrm>
            <a:off x="641231" y="2539042"/>
            <a:ext cx="1092391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121C3C-328D-469F-99DD-B1DA32E3FD0D}"/>
              </a:ext>
            </a:extLst>
          </p:cNvPr>
          <p:cNvSpPr txBox="1"/>
          <p:nvPr/>
        </p:nvSpPr>
        <p:spPr>
          <a:xfrm>
            <a:off x="641230" y="396815"/>
            <a:ext cx="10923916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000" dirty="0">
                <a:ea typeface="+mn-lt"/>
                <a:cs typeface="+mn-lt"/>
              </a:rPr>
              <a:t>Referências</a:t>
            </a:r>
            <a:r>
              <a:rPr lang="pt-BR" sz="3000" b="1" dirty="0">
                <a:ea typeface="+mn-lt"/>
                <a:cs typeface="+mn-lt"/>
              </a:rPr>
              <a:t> </a:t>
            </a:r>
            <a:endParaRPr lang="pt-BR" sz="3000" b="1" dirty="0"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365182-1347-4B38-9A11-A47AF08BDDA5}"/>
              </a:ext>
            </a:extLst>
          </p:cNvPr>
          <p:cNvSpPr txBox="1"/>
          <p:nvPr/>
        </p:nvSpPr>
        <p:spPr>
          <a:xfrm>
            <a:off x="353683" y="2122098"/>
            <a:ext cx="1149901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dirty="0" err="1">
                <a:ea typeface="+mn-lt"/>
                <a:cs typeface="+mn-lt"/>
              </a:rPr>
              <a:t>Referências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Básicas</a:t>
            </a:r>
            <a:endParaRPr lang="pt-BR" b="1" dirty="0" err="1"/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DEITEL, Harvey M.; DEITEL, Paul J.; CHOFFNES, David R. Sistemas </a:t>
            </a:r>
            <a:r>
              <a:rPr lang="en-US" dirty="0" err="1">
                <a:ea typeface="+mn-lt"/>
                <a:cs typeface="+mn-lt"/>
              </a:rPr>
              <a:t>Operacionais</a:t>
            </a:r>
            <a:r>
              <a:rPr lang="en-US" dirty="0">
                <a:ea typeface="+mn-lt"/>
                <a:cs typeface="+mn-lt"/>
              </a:rPr>
              <a:t>. 3ª </a:t>
            </a:r>
            <a:r>
              <a:rPr lang="en-US" dirty="0" err="1">
                <a:ea typeface="+mn-lt"/>
                <a:cs typeface="+mn-lt"/>
              </a:rPr>
              <a:t>Edição</a:t>
            </a:r>
            <a:r>
              <a:rPr lang="en-US" dirty="0">
                <a:ea typeface="+mn-lt"/>
                <a:cs typeface="+mn-lt"/>
              </a:rPr>
              <a:t>. São Paulo: Pearson Prentice Hall, 2005.</a:t>
            </a:r>
            <a:endParaRPr lang="en-US" dirty="0">
              <a:cs typeface="Calibri"/>
            </a:endParaRPr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GONÇALVES FILHO, </a:t>
            </a:r>
            <a:r>
              <a:rPr lang="en-US" dirty="0" err="1">
                <a:ea typeface="+mn-lt"/>
                <a:cs typeface="+mn-lt"/>
              </a:rPr>
              <a:t>Aurélio</a:t>
            </a:r>
            <a:r>
              <a:rPr lang="en-US" dirty="0">
                <a:ea typeface="+mn-lt"/>
                <a:cs typeface="+mn-lt"/>
              </a:rPr>
              <a:t>; BAROLLI, Elisabeth. </a:t>
            </a:r>
            <a:r>
              <a:rPr lang="en-US" dirty="0" err="1">
                <a:ea typeface="+mn-lt"/>
                <a:cs typeface="+mn-lt"/>
              </a:rPr>
              <a:t>Instalação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elétrica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investigando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aprendendo</a:t>
            </a:r>
            <a:r>
              <a:rPr lang="en-US" dirty="0">
                <a:ea typeface="+mn-lt"/>
                <a:cs typeface="+mn-lt"/>
              </a:rPr>
              <a:t>. 5ª. ed. São Paulo, SP: Scipione, 1997.</a:t>
            </a:r>
            <a:endParaRPr lang="en-US">
              <a:cs typeface="Calibri"/>
            </a:endParaRPr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MACHADO, Francis B.; MAIA, Luiz Paulo. </a:t>
            </a:r>
            <a:r>
              <a:rPr lang="en-US" dirty="0" err="1">
                <a:ea typeface="+mn-lt"/>
                <a:cs typeface="+mn-lt"/>
              </a:rPr>
              <a:t>Arquitetura</a:t>
            </a:r>
            <a:r>
              <a:rPr lang="en-US" dirty="0">
                <a:ea typeface="+mn-lt"/>
                <a:cs typeface="+mn-lt"/>
              </a:rPr>
              <a:t> de Sistemas </a:t>
            </a:r>
            <a:r>
              <a:rPr lang="en-US" dirty="0" err="1">
                <a:ea typeface="+mn-lt"/>
                <a:cs typeface="+mn-lt"/>
              </a:rPr>
              <a:t>Operacionais</a:t>
            </a:r>
            <a:r>
              <a:rPr lang="en-US" dirty="0">
                <a:ea typeface="+mn-lt"/>
                <a:cs typeface="+mn-lt"/>
              </a:rPr>
              <a:t>. 5ª </a:t>
            </a:r>
            <a:r>
              <a:rPr lang="en-US" dirty="0" err="1">
                <a:ea typeface="+mn-lt"/>
                <a:cs typeface="+mn-lt"/>
              </a:rPr>
              <a:t>Edição</a:t>
            </a:r>
            <a:r>
              <a:rPr lang="en-US" dirty="0">
                <a:ea typeface="+mn-lt"/>
                <a:cs typeface="+mn-lt"/>
              </a:rPr>
              <a:t>. Rio de Janeiro: Editora </a:t>
            </a:r>
            <a:r>
              <a:rPr lang="en-US" dirty="0" err="1">
                <a:ea typeface="+mn-lt"/>
                <a:cs typeface="+mn-lt"/>
              </a:rPr>
              <a:t>Livros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Técnicos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Científicos</a:t>
            </a:r>
            <a:r>
              <a:rPr lang="en-US" dirty="0">
                <a:ea typeface="+mn-lt"/>
                <a:cs typeface="+mn-lt"/>
              </a:rPr>
              <a:t>, 2013.</a:t>
            </a:r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PATTERSON, David A; HENNESSY, John L. </a:t>
            </a:r>
            <a:r>
              <a:rPr lang="en-US" dirty="0" err="1">
                <a:ea typeface="+mn-lt"/>
                <a:cs typeface="+mn-lt"/>
              </a:rPr>
              <a:t>Organização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projeto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computadores</a:t>
            </a:r>
            <a:r>
              <a:rPr lang="en-US" dirty="0">
                <a:ea typeface="+mn-lt"/>
                <a:cs typeface="+mn-lt"/>
              </a:rPr>
              <a:t>. 3ª. ed. Rio de Janeiro: Elsevier, Campus, 2005.</a:t>
            </a:r>
            <a:endParaRPr lang="en-US" dirty="0">
              <a:cs typeface="Calibri"/>
            </a:endParaRPr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STALLINGS, William. </a:t>
            </a:r>
            <a:r>
              <a:rPr lang="en-US" dirty="0" err="1">
                <a:ea typeface="+mn-lt"/>
                <a:cs typeface="+mn-lt"/>
              </a:rPr>
              <a:t>Arquitetura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organização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computadores</a:t>
            </a:r>
            <a:r>
              <a:rPr lang="en-US" dirty="0">
                <a:ea typeface="+mn-lt"/>
                <a:cs typeface="+mn-lt"/>
              </a:rPr>
              <a:t>. 8. ed. São Paulo: Pearson Prentice Hall, 2010.</a:t>
            </a:r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TANENBAUM, Andrew S. Sistemas </a:t>
            </a:r>
            <a:r>
              <a:rPr lang="en-US" dirty="0" err="1">
                <a:ea typeface="+mn-lt"/>
                <a:cs typeface="+mn-lt"/>
              </a:rPr>
              <a:t>operacionais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modernos</a:t>
            </a:r>
            <a:r>
              <a:rPr lang="en-US" dirty="0">
                <a:ea typeface="+mn-lt"/>
                <a:cs typeface="+mn-lt"/>
              </a:rPr>
              <a:t>. 3ª. ed. São Paulo: Pearson Prentice Hall, 2010</a:t>
            </a:r>
            <a:endParaRPr lang="en-US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1A23740-EE54-4910-B21A-EBDBEFA1265A}"/>
              </a:ext>
            </a:extLst>
          </p:cNvPr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4284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C22CAF-7658-453A-A95D-424154294C89}"/>
              </a:ext>
            </a:extLst>
          </p:cNvPr>
          <p:cNvSpPr txBox="1"/>
          <p:nvPr/>
        </p:nvSpPr>
        <p:spPr>
          <a:xfrm>
            <a:off x="641231" y="2539042"/>
            <a:ext cx="1092391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121C3C-328D-469F-99DD-B1DA32E3FD0D}"/>
              </a:ext>
            </a:extLst>
          </p:cNvPr>
          <p:cNvSpPr txBox="1"/>
          <p:nvPr/>
        </p:nvSpPr>
        <p:spPr>
          <a:xfrm>
            <a:off x="641230" y="396815"/>
            <a:ext cx="10923916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000" dirty="0">
                <a:ea typeface="+mn-lt"/>
                <a:cs typeface="+mn-lt"/>
              </a:rPr>
              <a:t>Referências</a:t>
            </a:r>
            <a:r>
              <a:rPr lang="pt-BR" sz="3000" b="1" dirty="0">
                <a:ea typeface="+mn-lt"/>
                <a:cs typeface="+mn-lt"/>
              </a:rPr>
              <a:t> </a:t>
            </a:r>
            <a:endParaRPr lang="pt-BR" sz="3000" b="1" dirty="0"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365182-1347-4B38-9A11-A47AF08BDDA5}"/>
              </a:ext>
            </a:extLst>
          </p:cNvPr>
          <p:cNvSpPr txBox="1"/>
          <p:nvPr/>
        </p:nvSpPr>
        <p:spPr>
          <a:xfrm>
            <a:off x="353683" y="1863305"/>
            <a:ext cx="1149901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err="1">
                <a:ea typeface="+mn-lt"/>
                <a:cs typeface="+mn-lt"/>
              </a:rPr>
              <a:t>Referências</a:t>
            </a:r>
            <a:r>
              <a:rPr lang="en-US" b="1" dirty="0">
                <a:ea typeface="+mn-lt"/>
                <a:cs typeface="+mn-lt"/>
              </a:rPr>
              <a:t> </a:t>
            </a:r>
            <a:r>
              <a:rPr lang="en-US" b="1" err="1">
                <a:ea typeface="+mn-lt"/>
                <a:cs typeface="+mn-lt"/>
              </a:rPr>
              <a:t>Complementares</a:t>
            </a:r>
            <a:endParaRPr lang="en-US" err="1">
              <a:ea typeface="+mn-lt"/>
              <a:cs typeface="+mn-lt"/>
            </a:endParaRPr>
          </a:p>
          <a:p>
            <a:pPr algn="just"/>
            <a:r>
              <a:rPr lang="en-US" dirty="0">
                <a:ea typeface="+mn-lt"/>
                <a:cs typeface="+mn-lt"/>
              </a:rPr>
              <a:t>AHO, Alfred V. </a:t>
            </a:r>
            <a:r>
              <a:rPr lang="en-US" err="1">
                <a:ea typeface="+mn-lt"/>
                <a:cs typeface="+mn-lt"/>
              </a:rPr>
              <a:t>Compiladores</a:t>
            </a:r>
            <a:r>
              <a:rPr lang="en-US" dirty="0">
                <a:ea typeface="+mn-lt"/>
                <a:cs typeface="+mn-lt"/>
              </a:rPr>
              <a:t>: </a:t>
            </a:r>
            <a:r>
              <a:rPr lang="en-US" err="1">
                <a:ea typeface="+mn-lt"/>
                <a:cs typeface="+mn-lt"/>
              </a:rPr>
              <a:t>princípios</a:t>
            </a:r>
            <a:r>
              <a:rPr lang="en-US" dirty="0">
                <a:ea typeface="+mn-lt"/>
                <a:cs typeface="+mn-lt"/>
              </a:rPr>
              <a:t>, </a:t>
            </a:r>
            <a:r>
              <a:rPr lang="en-US" err="1">
                <a:ea typeface="+mn-lt"/>
                <a:cs typeface="+mn-lt"/>
              </a:rPr>
              <a:t>técnicas</a:t>
            </a:r>
            <a:r>
              <a:rPr lang="en-US" dirty="0">
                <a:ea typeface="+mn-lt"/>
                <a:cs typeface="+mn-lt"/>
              </a:rPr>
              <a:t> e ferramentas. 2ª. ed. São Paulo, SP: Pearson Addison Wesley, 2008.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DAGHLIAN, Jacob. </a:t>
            </a:r>
            <a:r>
              <a:rPr lang="en-US" err="1">
                <a:ea typeface="+mn-lt"/>
                <a:cs typeface="+mn-lt"/>
              </a:rPr>
              <a:t>Lógica</a:t>
            </a:r>
            <a:r>
              <a:rPr lang="en-US" dirty="0">
                <a:ea typeface="+mn-lt"/>
                <a:cs typeface="+mn-lt"/>
              </a:rPr>
              <a:t> e </a:t>
            </a:r>
            <a:r>
              <a:rPr lang="en-US" err="1">
                <a:ea typeface="+mn-lt"/>
                <a:cs typeface="+mn-lt"/>
              </a:rPr>
              <a:t>álgebra</a:t>
            </a:r>
            <a:r>
              <a:rPr lang="en-US" dirty="0">
                <a:ea typeface="+mn-lt"/>
                <a:cs typeface="+mn-lt"/>
              </a:rPr>
              <a:t> de Boole. 4ª. ed. São Paulo: Atlas, 2006.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KANNO, A. </a:t>
            </a:r>
            <a:r>
              <a:rPr lang="en-US" err="1">
                <a:ea typeface="+mn-lt"/>
                <a:cs typeface="+mn-lt"/>
              </a:rPr>
              <a:t>Eletrônica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básica</a:t>
            </a:r>
            <a:r>
              <a:rPr lang="en-US" dirty="0">
                <a:ea typeface="+mn-lt"/>
                <a:cs typeface="+mn-lt"/>
              </a:rPr>
              <a:t> para </a:t>
            </a:r>
            <a:r>
              <a:rPr lang="en-US" err="1">
                <a:ea typeface="+mn-lt"/>
                <a:cs typeface="+mn-lt"/>
              </a:rPr>
              <a:t>principiantes</a:t>
            </a:r>
            <a:r>
              <a:rPr lang="en-US" dirty="0">
                <a:ea typeface="+mn-lt"/>
                <a:cs typeface="+mn-lt"/>
              </a:rPr>
              <a:t>. São Paulo: Eltec, 2002.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MONTEIRO, Mário A. (Mario Antônio). </a:t>
            </a:r>
            <a:r>
              <a:rPr lang="en-US" err="1">
                <a:ea typeface="+mn-lt"/>
                <a:cs typeface="+mn-lt"/>
              </a:rPr>
              <a:t>Introdução</a:t>
            </a:r>
            <a:r>
              <a:rPr lang="en-US" dirty="0">
                <a:ea typeface="+mn-lt"/>
                <a:cs typeface="+mn-lt"/>
              </a:rPr>
              <a:t> à </a:t>
            </a:r>
            <a:r>
              <a:rPr lang="en-US" err="1">
                <a:ea typeface="+mn-lt"/>
                <a:cs typeface="+mn-lt"/>
              </a:rPr>
              <a:t>organização</a:t>
            </a:r>
            <a:r>
              <a:rPr lang="en-US" dirty="0">
                <a:ea typeface="+mn-lt"/>
                <a:cs typeface="+mn-lt"/>
              </a:rPr>
              <a:t> de </a:t>
            </a:r>
            <a:r>
              <a:rPr lang="en-US" err="1">
                <a:ea typeface="+mn-lt"/>
                <a:cs typeface="+mn-lt"/>
              </a:rPr>
              <a:t>computadores</a:t>
            </a:r>
            <a:r>
              <a:rPr lang="en-US" dirty="0">
                <a:ea typeface="+mn-lt"/>
                <a:cs typeface="+mn-lt"/>
              </a:rPr>
              <a:t>. 5ª. ed. Rio de Janeiro: </a:t>
            </a:r>
            <a:r>
              <a:rPr lang="en-US" err="1">
                <a:ea typeface="+mn-lt"/>
                <a:cs typeface="+mn-lt"/>
              </a:rPr>
              <a:t>Livros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Técnicos</a:t>
            </a:r>
            <a:r>
              <a:rPr lang="en-US" dirty="0">
                <a:ea typeface="+mn-lt"/>
                <a:cs typeface="+mn-lt"/>
              </a:rPr>
              <a:t> e </a:t>
            </a:r>
            <a:r>
              <a:rPr lang="en-US" err="1">
                <a:ea typeface="+mn-lt"/>
                <a:cs typeface="+mn-lt"/>
              </a:rPr>
              <a:t>Científicos</a:t>
            </a:r>
            <a:r>
              <a:rPr lang="en-US" dirty="0">
                <a:ea typeface="+mn-lt"/>
                <a:cs typeface="+mn-lt"/>
              </a:rPr>
              <a:t>, 2007.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NEGUS, Christopher. Linux: a </a:t>
            </a:r>
            <a:r>
              <a:rPr lang="en-US" err="1">
                <a:ea typeface="+mn-lt"/>
                <a:cs typeface="+mn-lt"/>
              </a:rPr>
              <a:t>bíblia</a:t>
            </a:r>
            <a:r>
              <a:rPr lang="en-US" dirty="0">
                <a:ea typeface="+mn-lt"/>
                <a:cs typeface="+mn-lt"/>
              </a:rPr>
              <a:t> boot up Ubuntu, Fedora, </a:t>
            </a:r>
            <a:r>
              <a:rPr lang="en-US" err="1">
                <a:ea typeface="+mn-lt"/>
                <a:cs typeface="+mn-lt"/>
              </a:rPr>
              <a:t>Knippix</a:t>
            </a:r>
            <a:r>
              <a:rPr lang="en-US" dirty="0">
                <a:ea typeface="+mn-lt"/>
                <a:cs typeface="+mn-lt"/>
              </a:rPr>
              <a:t>, Debian, Suse e </a:t>
            </a:r>
            <a:r>
              <a:rPr lang="en-US" err="1">
                <a:ea typeface="+mn-lt"/>
                <a:cs typeface="+mn-lt"/>
              </a:rPr>
              <a:t>outras</a:t>
            </a:r>
            <a:r>
              <a:rPr lang="en-US" dirty="0">
                <a:ea typeface="+mn-lt"/>
                <a:cs typeface="+mn-lt"/>
              </a:rPr>
              <a:t>. Rio de Janeiro: Alta Books, 2008.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OLIVEIRA, </a:t>
            </a:r>
            <a:r>
              <a:rPr lang="en-US" err="1">
                <a:ea typeface="+mn-lt"/>
                <a:cs typeface="+mn-lt"/>
              </a:rPr>
              <a:t>Rômulo</a:t>
            </a:r>
            <a:r>
              <a:rPr lang="en-US" dirty="0">
                <a:ea typeface="+mn-lt"/>
                <a:cs typeface="+mn-lt"/>
              </a:rPr>
              <a:t> Silva de; CARISSIMI, Alexandre da Silva; TOSCANI, </a:t>
            </a:r>
            <a:r>
              <a:rPr lang="en-US" err="1">
                <a:ea typeface="+mn-lt"/>
                <a:cs typeface="+mn-lt"/>
              </a:rPr>
              <a:t>Simão</a:t>
            </a:r>
            <a:r>
              <a:rPr lang="en-US" dirty="0">
                <a:ea typeface="+mn-lt"/>
                <a:cs typeface="+mn-lt"/>
              </a:rPr>
              <a:t>. Sistemas </a:t>
            </a:r>
            <a:r>
              <a:rPr lang="en-US" err="1">
                <a:ea typeface="+mn-lt"/>
                <a:cs typeface="+mn-lt"/>
              </a:rPr>
              <a:t>operacionais</a:t>
            </a:r>
            <a:r>
              <a:rPr lang="en-US" dirty="0">
                <a:ea typeface="+mn-lt"/>
                <a:cs typeface="+mn-lt"/>
              </a:rPr>
              <a:t>. 4a.</a:t>
            </a:r>
          </a:p>
          <a:p>
            <a:pPr algn="just"/>
            <a:r>
              <a:rPr lang="en-US" err="1">
                <a:ea typeface="+mn-lt"/>
                <a:cs typeface="+mn-lt"/>
              </a:rPr>
              <a:t>Edição</a:t>
            </a:r>
            <a:r>
              <a:rPr lang="en-US" dirty="0">
                <a:ea typeface="+mn-lt"/>
                <a:cs typeface="+mn-lt"/>
              </a:rPr>
              <a:t>. Porto Alegre: Bookman, 2010.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TANENBAUM, Andrew S. </a:t>
            </a:r>
            <a:r>
              <a:rPr lang="en-US" err="1">
                <a:ea typeface="+mn-lt"/>
                <a:cs typeface="+mn-lt"/>
              </a:rPr>
              <a:t>Organização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estruturada</a:t>
            </a:r>
            <a:r>
              <a:rPr lang="en-US" dirty="0">
                <a:ea typeface="+mn-lt"/>
                <a:cs typeface="+mn-lt"/>
              </a:rPr>
              <a:t> de </a:t>
            </a:r>
            <a:r>
              <a:rPr lang="en-US" err="1">
                <a:ea typeface="+mn-lt"/>
                <a:cs typeface="+mn-lt"/>
              </a:rPr>
              <a:t>computadores</a:t>
            </a:r>
            <a:r>
              <a:rPr lang="en-US" dirty="0">
                <a:ea typeface="+mn-lt"/>
                <a:cs typeface="+mn-lt"/>
              </a:rPr>
              <a:t>. 5a. ed. São Paulo, SP: Pearson Prentice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Hall, 2007.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TOCCI, Ronald J. Sistemas </a:t>
            </a:r>
            <a:r>
              <a:rPr lang="en-US" err="1">
                <a:ea typeface="+mn-lt"/>
                <a:cs typeface="+mn-lt"/>
              </a:rPr>
              <a:t>digitais</a:t>
            </a:r>
            <a:r>
              <a:rPr lang="en-US" dirty="0">
                <a:ea typeface="+mn-lt"/>
                <a:cs typeface="+mn-lt"/>
              </a:rPr>
              <a:t>: </a:t>
            </a:r>
            <a:r>
              <a:rPr lang="en-US" err="1">
                <a:ea typeface="+mn-lt"/>
                <a:cs typeface="+mn-lt"/>
              </a:rPr>
              <a:t>princípios</a:t>
            </a:r>
            <a:r>
              <a:rPr lang="en-US" dirty="0">
                <a:ea typeface="+mn-lt"/>
                <a:cs typeface="+mn-lt"/>
              </a:rPr>
              <a:t> e </a:t>
            </a:r>
            <a:r>
              <a:rPr lang="en-US" err="1">
                <a:ea typeface="+mn-lt"/>
                <a:cs typeface="+mn-lt"/>
              </a:rPr>
              <a:t>aplicações</a:t>
            </a:r>
            <a:r>
              <a:rPr lang="en-US">
                <a:ea typeface="+mn-lt"/>
                <a:cs typeface="+mn-lt"/>
              </a:rPr>
              <a:t>. 10a. ed. São Paulo: Pearson Hall., 2007.</a:t>
            </a:r>
          </a:p>
          <a:p>
            <a:pPr algn="just"/>
            <a:endParaRPr lang="en-US" b="1" strike="sngStrike" dirty="0">
              <a:cs typeface="Calibri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9EADFB8-7453-4068-8BFF-A68E3A1AD7B8}"/>
              </a:ext>
            </a:extLst>
          </p:cNvPr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60197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DOfficeLightV0">
  <a:themeElements>
    <a:clrScheme name="Personalizada 1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DEF32"/>
      </a:accent1>
      <a:accent2>
        <a:srgbClr val="ED7D31"/>
      </a:accent2>
      <a:accent3>
        <a:srgbClr val="A5A5A5"/>
      </a:accent3>
      <a:accent4>
        <a:srgbClr val="FFC000"/>
      </a:accent4>
      <a:accent5>
        <a:srgbClr val="2DEF32"/>
      </a:accent5>
      <a:accent6>
        <a:srgbClr val="0FC513"/>
      </a:accent6>
      <a:hlink>
        <a:srgbClr val="2DEF32"/>
      </a:hlink>
      <a:folHlink>
        <a:srgbClr val="954F72"/>
      </a:folHlink>
    </a:clrScheme>
    <a:fontScheme name="Personalizada 1">
      <a:majorFont>
        <a:latin typeface="HP Simplifie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22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Tema do Office</vt:lpstr>
      <vt:lpstr>HDOfficeLightV0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revision>3276</cp:revision>
  <dcterms:created xsi:type="dcterms:W3CDTF">2012-07-30T23:50:35Z</dcterms:created>
  <dcterms:modified xsi:type="dcterms:W3CDTF">2020-11-09T12:53:27Z</dcterms:modified>
</cp:coreProperties>
</file>