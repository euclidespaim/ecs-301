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847" r:id="rId2"/>
  </p:sldMasterIdLst>
  <p:notesMasterIdLst>
    <p:notesMasterId r:id="rId28"/>
  </p:notesMasterIdLst>
  <p:sldIdLst>
    <p:sldId id="428" r:id="rId3"/>
    <p:sldId id="448" r:id="rId4"/>
    <p:sldId id="447" r:id="rId5"/>
    <p:sldId id="446" r:id="rId6"/>
    <p:sldId id="445" r:id="rId7"/>
    <p:sldId id="444" r:id="rId8"/>
    <p:sldId id="443" r:id="rId9"/>
    <p:sldId id="442" r:id="rId10"/>
    <p:sldId id="441" r:id="rId11"/>
    <p:sldId id="440" r:id="rId12"/>
    <p:sldId id="439" r:id="rId13"/>
    <p:sldId id="438" r:id="rId14"/>
    <p:sldId id="452" r:id="rId15"/>
    <p:sldId id="437" r:id="rId16"/>
    <p:sldId id="453" r:id="rId17"/>
    <p:sldId id="449" r:id="rId18"/>
    <p:sldId id="435" r:id="rId19"/>
    <p:sldId id="450" r:id="rId20"/>
    <p:sldId id="434" r:id="rId21"/>
    <p:sldId id="451" r:id="rId22"/>
    <p:sldId id="433" r:id="rId23"/>
    <p:sldId id="432" r:id="rId24"/>
    <p:sldId id="431" r:id="rId25"/>
    <p:sldId id="430" r:id="rId26"/>
    <p:sldId id="429" r:id="rId2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3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B9EA7E-4D4D-4E8F-969C-17266D302EF1}" v="118" dt="2020-02-09T12:12:13.372"/>
    <p1510:client id="{0EAAA988-2C68-4BCF-83CD-AE9F026FE6BB}" v="116" dt="2020-08-07T13:02:08.316"/>
    <p1510:client id="{143A7383-A703-4B01-BFA6-9D49624151EF}" v="2327" dt="2019-10-30T23:29:10.569"/>
    <p1510:client id="{1870CAAA-6112-4EF5-189E-CAC462A6C950}" v="1109" dt="2020-08-31T21:11:10.252"/>
    <p1510:client id="{1A2A0786-CE7E-4209-0480-B9109996D086}" v="389" dt="2020-08-28T20:19:32.566"/>
    <p1510:client id="{1B0FA6D5-760C-40F9-A76A-C66A23210A88}" v="423" dt="2019-11-29T11:24:33.104"/>
    <p1510:client id="{1BB82EB3-19AB-4BFF-BCFB-C90F68260413}" v="7" dt="2020-08-31T18:32:38.913"/>
    <p1510:client id="{23242F81-3CE7-4A36-BDB6-B7B7A984F465}" v="2" dt="2019-10-18T12:58:11.033"/>
    <p1510:client id="{25AFC5BF-47E1-471A-9E1F-38ED5BE956D7}" v="943" dt="2020-12-07T17:23:28.303"/>
    <p1510:client id="{2A55021F-E700-4BF7-B87F-25A17069A1AB}" v="313" dt="2019-10-14T20:03:47.839"/>
    <p1510:client id="{2FDF496E-7993-41B8-29BC-FCE736FC7F76}" v="694" dt="2020-08-28T21:30:08.702"/>
    <p1510:client id="{32DF7CB5-D15C-450C-AACF-44E92E8C81C2}" v="2735" dt="2020-11-23T19:44:32.928"/>
    <p1510:client id="{34201E48-31EE-428E-0F5D-E7EE42343631}" v="1040" dt="2020-08-31T19:58:14.847"/>
    <p1510:client id="{361FB914-AB24-452E-8D82-D9724BC21E12}" v="802" dt="2020-08-25T20:52:37.440"/>
    <p1510:client id="{442FC9E3-A72F-4F1E-842F-D3DB983CCA19}" v="59" dt="2019-11-19T17:43:47.056"/>
    <p1510:client id="{47312A0A-2580-4E6C-A6BF-A0E372B9B604}" v="152" dt="2019-10-17T21:43:15.538"/>
    <p1510:client id="{4772D096-53B3-4388-93E6-0FAF17EF4F1D}" v="550" dt="2020-02-07T16:07:06.407"/>
    <p1510:client id="{4F52E309-D824-46DE-8290-CE0DA95FBED1}" v="1479" dt="2020-08-26T19:41:59.662"/>
    <p1510:client id="{51A4D553-2689-475F-B85B-5409472BB271}" v="5" dt="2020-08-07T14:09:46.701"/>
    <p1510:client id="{5300BF01-0C64-4874-8B4E-5FFAD2FB9BC5}" v="61" dt="2020-08-26T21:16:43.328"/>
    <p1510:client id="{5539FE0C-B27A-414B-9E4C-7AE9BF724BFE}" v="1132" dt="2019-11-19T19:16:19.306"/>
    <p1510:client id="{5F46334F-8F3E-45ED-A882-0BFA29D5861B}" v="13" dt="2020-11-24T12:15:50.486"/>
    <p1510:client id="{5FB961D9-0F7A-485C-80E1-AD1F928BDA22}" v="522" dt="2020-09-23T20:17:38.953"/>
    <p1510:client id="{6D7EA119-5084-4D11-BAED-8CE51403B43E}" v="1" dt="2020-08-25T19:39:39"/>
    <p1510:client id="{7201E0C9-B949-4F13-BE14-9B556989ADDF}" v="132" dt="2020-08-24T20:15:46.668"/>
    <p1510:client id="{7E5D80FC-4E43-446C-90BF-9E97AB994AD7}" v="25" dt="2019-11-21T13:47:59.916"/>
    <p1510:client id="{801B7D5C-A1E8-4E19-BC6A-1ACBA6F45069}" v="32" dt="2019-10-31T13:02:16.459"/>
    <p1510:client id="{80F0ADE8-BE68-40A6-936D-FC7EFF5864AA}" v="54" dt="2020-11-09T12:53:27.138"/>
    <p1510:client id="{8277D4A4-4E4E-44B6-0963-BEA43C028769}" v="729" dt="2020-08-28T19:10:59.485"/>
    <p1510:client id="{8AE34065-CF1F-4955-89B5-2F7369EF095C}" v="749" dt="2019-11-21T21:40:32.565"/>
    <p1510:client id="{8E0CB0C3-2A50-464A-8C06-101B4A252542}" v="404" dt="2019-11-21T12:56:24.293"/>
    <p1510:client id="{946D074D-AD5F-43BB-92E6-812D08736660}" v="153" dt="2019-10-10T18:38:13.703"/>
    <p1510:client id="{952FA1BF-CC87-45AC-8B59-0B2DA5A9E9B8}" v="334" dt="2020-08-25T19:59:01.640"/>
    <p1510:client id="{9F7126B5-9B7A-4541-A261-76C16665FCD0}" v="1130" dt="2020-08-25T19:34:11.625"/>
    <p1510:client id="{C2B792DB-D4AA-4DA2-BCD0-B318FF19AA8D}" v="64" dt="2020-02-09T13:43:01.647"/>
    <p1510:client id="{C309FB53-0EB5-4CF4-ABBD-C22AC887ED01}" v="8" dt="2020-08-24T19:51:14.897"/>
    <p1510:client id="{CD129751-6C35-40FD-81C7-F417742B84B2}" v="1123" dt="2020-08-25T15:05:05.594"/>
    <p1510:client id="{D21A5906-9B93-48DF-9D8B-6957E841F45C}" v="37" dt="2020-10-19T19:52:03.276"/>
    <p1510:client id="{D899B664-AD11-42C6-8917-B7B35A927E2C}" v="582" dt="2019-10-15T21:42:19.228"/>
    <p1510:client id="{D8B7BC65-859C-47D7-0F1A-396E25E009BF}" v="1884" dt="2020-08-27T18:41:28.509"/>
    <p1510:client id="{E5A72817-02E0-44B0-1358-F57C1DC66DF1}" v="303" dt="2020-08-31T18:54:04.278"/>
    <p1510:client id="{EC70F95B-7482-460D-A349-FFE2D60658D2}" v="259" dt="2020-08-07T14:26:48.667"/>
    <p1510:client id="{F2FACACA-56B9-404A-9400-D308A3009EE7}" v="6" dt="2020-08-25T21:04:20.908"/>
    <p1510:client id="{F410FB9A-662C-4572-9B0C-7779FF7BD594}" v="6" dt="2020-09-21T19:05:00.402"/>
    <p1510:client id="{F51956DF-0D82-4507-8963-D6195A21818B}" v="971" dt="2020-08-28T18:37:51.7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202B0CA-FC54-4496-8BCA-5EF66A818D29}" styleName="Estilo Escuro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93D81CF-94F2-401A-BA57-92F5A7B2D0C5}" styleName="Estilo Mé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uclides Paim" userId="0d84fb374bcffaab" providerId="Windows Live" clId="Web-{D21A5906-9B93-48DF-9D8B-6957E841F45C}"/>
    <pc:docChg chg="addSld delSld modSld">
      <pc:chgData name="Euclides Paim" userId="0d84fb374bcffaab" providerId="Windows Live" clId="Web-{D21A5906-9B93-48DF-9D8B-6957E841F45C}" dt="2020-10-19T19:52:03.276" v="36"/>
      <pc:docMkLst>
        <pc:docMk/>
      </pc:docMkLst>
      <pc:sldChg chg="del">
        <pc:chgData name="Euclides Paim" userId="0d84fb374bcffaab" providerId="Windows Live" clId="Web-{D21A5906-9B93-48DF-9D8B-6957E841F45C}" dt="2020-10-19T14:22:48.222" v="1"/>
        <pc:sldMkLst>
          <pc:docMk/>
          <pc:sldMk cId="1912989895" sldId="257"/>
        </pc:sldMkLst>
      </pc:sldChg>
      <pc:sldChg chg="modSp">
        <pc:chgData name="Euclides Paim" userId="0d84fb374bcffaab" providerId="Windows Live" clId="Web-{D21A5906-9B93-48DF-9D8B-6957E841F45C}" dt="2020-10-19T14:23:00.785" v="3"/>
        <pc:sldMkLst>
          <pc:docMk/>
          <pc:sldMk cId="899282184" sldId="258"/>
        </pc:sldMkLst>
        <pc:spChg chg="mod">
          <ac:chgData name="Euclides Paim" userId="0d84fb374bcffaab" providerId="Windows Live" clId="Web-{D21A5906-9B93-48DF-9D8B-6957E841F45C}" dt="2020-10-19T14:23:00.785" v="3"/>
          <ac:spMkLst>
            <pc:docMk/>
            <pc:sldMk cId="899282184" sldId="258"/>
            <ac:spMk id="7" creationId="{F1E9E8CF-FE9E-4B81-B325-A5C58B74BD75}"/>
          </ac:spMkLst>
        </pc:spChg>
        <pc:spChg chg="mod">
          <ac:chgData name="Euclides Paim" userId="0d84fb374bcffaab" providerId="Windows Live" clId="Web-{D21A5906-9B93-48DF-9D8B-6957E841F45C}" dt="2020-10-19T14:22:56.972" v="2"/>
          <ac:spMkLst>
            <pc:docMk/>
            <pc:sldMk cId="899282184" sldId="258"/>
            <ac:spMk id="9" creationId="{658B6992-D464-4E9E-9004-33BB3AF6F50F}"/>
          </ac:spMkLst>
        </pc:spChg>
      </pc:sldChg>
      <pc:sldChg chg="modSp">
        <pc:chgData name="Euclides Paim" userId="0d84fb374bcffaab" providerId="Windows Live" clId="Web-{D21A5906-9B93-48DF-9D8B-6957E841F45C}" dt="2020-10-19T14:23:11.160" v="4"/>
        <pc:sldMkLst>
          <pc:docMk/>
          <pc:sldMk cId="4062819139" sldId="278"/>
        </pc:sldMkLst>
        <pc:spChg chg="mod">
          <ac:chgData name="Euclides Paim" userId="0d84fb374bcffaab" providerId="Windows Live" clId="Web-{D21A5906-9B93-48DF-9D8B-6957E841F45C}" dt="2020-10-19T14:23:11.160" v="4"/>
          <ac:spMkLst>
            <pc:docMk/>
            <pc:sldMk cId="4062819139" sldId="278"/>
            <ac:spMk id="3" creationId="{7D5BEDC0-B9C6-4CBC-B0EA-6BD0A411D1F2}"/>
          </ac:spMkLst>
        </pc:spChg>
      </pc:sldChg>
      <pc:sldChg chg="modSp del">
        <pc:chgData name="Euclides Paim" userId="0d84fb374bcffaab" providerId="Windows Live" clId="Web-{D21A5906-9B93-48DF-9D8B-6957E841F45C}" dt="2020-10-19T19:50:48.805" v="34"/>
        <pc:sldMkLst>
          <pc:docMk/>
          <pc:sldMk cId="4240500451" sldId="301"/>
        </pc:sldMkLst>
        <pc:spChg chg="mod">
          <ac:chgData name="Euclides Paim" userId="0d84fb374bcffaab" providerId="Windows Live" clId="Web-{D21A5906-9B93-48DF-9D8B-6957E841F45C}" dt="2020-10-19T14:25:52.493" v="33"/>
          <ac:spMkLst>
            <pc:docMk/>
            <pc:sldMk cId="4240500451" sldId="301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3:19.645" v="5"/>
        <pc:sldMkLst>
          <pc:docMk/>
          <pc:sldMk cId="541632847" sldId="385"/>
        </pc:sldMkLst>
        <pc:spChg chg="mod">
          <ac:chgData name="Euclides Paim" userId="0d84fb374bcffaab" providerId="Windows Live" clId="Web-{D21A5906-9B93-48DF-9D8B-6957E841F45C}" dt="2020-10-19T14:23:19.645" v="5"/>
          <ac:spMkLst>
            <pc:docMk/>
            <pc:sldMk cId="541632847" sldId="385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3:26.488" v="6"/>
        <pc:sldMkLst>
          <pc:docMk/>
          <pc:sldMk cId="1303100967" sldId="398"/>
        </pc:sldMkLst>
        <pc:spChg chg="mod">
          <ac:chgData name="Euclides Paim" userId="0d84fb374bcffaab" providerId="Windows Live" clId="Web-{D21A5906-9B93-48DF-9D8B-6957E841F45C}" dt="2020-10-19T14:23:26.488" v="6"/>
          <ac:spMkLst>
            <pc:docMk/>
            <pc:sldMk cId="1303100967" sldId="398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3:31.426" v="7"/>
        <pc:sldMkLst>
          <pc:docMk/>
          <pc:sldMk cId="2826445169" sldId="399"/>
        </pc:sldMkLst>
        <pc:spChg chg="mod">
          <ac:chgData name="Euclides Paim" userId="0d84fb374bcffaab" providerId="Windows Live" clId="Web-{D21A5906-9B93-48DF-9D8B-6957E841F45C}" dt="2020-10-19T14:23:31.426" v="7"/>
          <ac:spMkLst>
            <pc:docMk/>
            <pc:sldMk cId="2826445169" sldId="399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3:36.645" v="8"/>
        <pc:sldMkLst>
          <pc:docMk/>
          <pc:sldMk cId="382828230" sldId="400"/>
        </pc:sldMkLst>
        <pc:spChg chg="mod">
          <ac:chgData name="Euclides Paim" userId="0d84fb374bcffaab" providerId="Windows Live" clId="Web-{D21A5906-9B93-48DF-9D8B-6957E841F45C}" dt="2020-10-19T14:23:36.645" v="8"/>
          <ac:spMkLst>
            <pc:docMk/>
            <pc:sldMk cId="382828230" sldId="400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3:50.942" v="11"/>
        <pc:sldMkLst>
          <pc:docMk/>
          <pc:sldMk cId="3668246103" sldId="401"/>
        </pc:sldMkLst>
        <pc:spChg chg="mod">
          <ac:chgData name="Euclides Paim" userId="0d84fb374bcffaab" providerId="Windows Live" clId="Web-{D21A5906-9B93-48DF-9D8B-6957E841F45C}" dt="2020-10-19T14:23:50.942" v="11"/>
          <ac:spMkLst>
            <pc:docMk/>
            <pc:sldMk cId="3668246103" sldId="401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3:46.036" v="10"/>
        <pc:sldMkLst>
          <pc:docMk/>
          <pc:sldMk cId="2157755160" sldId="402"/>
        </pc:sldMkLst>
        <pc:spChg chg="mod">
          <ac:chgData name="Euclides Paim" userId="0d84fb374bcffaab" providerId="Windows Live" clId="Web-{D21A5906-9B93-48DF-9D8B-6957E841F45C}" dt="2020-10-19T14:23:46.036" v="10"/>
          <ac:spMkLst>
            <pc:docMk/>
            <pc:sldMk cId="2157755160" sldId="402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3:41.786" v="9"/>
        <pc:sldMkLst>
          <pc:docMk/>
          <pc:sldMk cId="1720129074" sldId="403"/>
        </pc:sldMkLst>
        <pc:spChg chg="mod">
          <ac:chgData name="Euclides Paim" userId="0d84fb374bcffaab" providerId="Windows Live" clId="Web-{D21A5906-9B93-48DF-9D8B-6957E841F45C}" dt="2020-10-19T14:23:41.786" v="9"/>
          <ac:spMkLst>
            <pc:docMk/>
            <pc:sldMk cId="1720129074" sldId="403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3:58.240" v="12"/>
        <pc:sldMkLst>
          <pc:docMk/>
          <pc:sldMk cId="3501233667" sldId="405"/>
        </pc:sldMkLst>
        <pc:spChg chg="mod">
          <ac:chgData name="Euclides Paim" userId="0d84fb374bcffaab" providerId="Windows Live" clId="Web-{D21A5906-9B93-48DF-9D8B-6957E841F45C}" dt="2020-10-19T14:23:58.240" v="12"/>
          <ac:spMkLst>
            <pc:docMk/>
            <pc:sldMk cId="3501233667" sldId="405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4:04.615" v="13"/>
        <pc:sldMkLst>
          <pc:docMk/>
          <pc:sldMk cId="1041809911" sldId="407"/>
        </pc:sldMkLst>
        <pc:spChg chg="mod">
          <ac:chgData name="Euclides Paim" userId="0d84fb374bcffaab" providerId="Windows Live" clId="Web-{D21A5906-9B93-48DF-9D8B-6957E841F45C}" dt="2020-10-19T14:24:04.615" v="13"/>
          <ac:spMkLst>
            <pc:docMk/>
            <pc:sldMk cId="1041809911" sldId="407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4:32.663" v="14"/>
        <pc:sldMkLst>
          <pc:docMk/>
          <pc:sldMk cId="1495837239" sldId="409"/>
        </pc:sldMkLst>
        <pc:spChg chg="mod">
          <ac:chgData name="Euclides Paim" userId="0d84fb374bcffaab" providerId="Windows Live" clId="Web-{D21A5906-9B93-48DF-9D8B-6957E841F45C}" dt="2020-10-19T14:24:32.663" v="14"/>
          <ac:spMkLst>
            <pc:docMk/>
            <pc:sldMk cId="1495837239" sldId="409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4:36.850" v="15"/>
        <pc:sldMkLst>
          <pc:docMk/>
          <pc:sldMk cId="1030389348" sldId="410"/>
        </pc:sldMkLst>
        <pc:spChg chg="mod">
          <ac:chgData name="Euclides Paim" userId="0d84fb374bcffaab" providerId="Windows Live" clId="Web-{D21A5906-9B93-48DF-9D8B-6957E841F45C}" dt="2020-10-19T14:24:36.850" v="15"/>
          <ac:spMkLst>
            <pc:docMk/>
            <pc:sldMk cId="1030389348" sldId="410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4:41.538" v="16"/>
        <pc:sldMkLst>
          <pc:docMk/>
          <pc:sldMk cId="3741192684" sldId="411"/>
        </pc:sldMkLst>
        <pc:spChg chg="mod">
          <ac:chgData name="Euclides Paim" userId="0d84fb374bcffaab" providerId="Windows Live" clId="Web-{D21A5906-9B93-48DF-9D8B-6957E841F45C}" dt="2020-10-19T14:24:41.538" v="16"/>
          <ac:spMkLst>
            <pc:docMk/>
            <pc:sldMk cId="3741192684" sldId="411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4:45.272" v="17"/>
        <pc:sldMkLst>
          <pc:docMk/>
          <pc:sldMk cId="1667903140" sldId="412"/>
        </pc:sldMkLst>
        <pc:spChg chg="mod">
          <ac:chgData name="Euclides Paim" userId="0d84fb374bcffaab" providerId="Windows Live" clId="Web-{D21A5906-9B93-48DF-9D8B-6957E841F45C}" dt="2020-10-19T14:24:45.272" v="17"/>
          <ac:spMkLst>
            <pc:docMk/>
            <pc:sldMk cId="1667903140" sldId="412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4:49.366" v="18"/>
        <pc:sldMkLst>
          <pc:docMk/>
          <pc:sldMk cId="1304779293" sldId="413"/>
        </pc:sldMkLst>
        <pc:spChg chg="mod">
          <ac:chgData name="Euclides Paim" userId="0d84fb374bcffaab" providerId="Windows Live" clId="Web-{D21A5906-9B93-48DF-9D8B-6957E841F45C}" dt="2020-10-19T14:24:49.366" v="18"/>
          <ac:spMkLst>
            <pc:docMk/>
            <pc:sldMk cId="1304779293" sldId="413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4:53.726" v="19"/>
        <pc:sldMkLst>
          <pc:docMk/>
          <pc:sldMk cId="111829957" sldId="414"/>
        </pc:sldMkLst>
        <pc:spChg chg="mod">
          <ac:chgData name="Euclides Paim" userId="0d84fb374bcffaab" providerId="Windows Live" clId="Web-{D21A5906-9B93-48DF-9D8B-6957E841F45C}" dt="2020-10-19T14:24:53.726" v="19"/>
          <ac:spMkLst>
            <pc:docMk/>
            <pc:sldMk cId="111829957" sldId="414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5:03.023" v="21"/>
        <pc:sldMkLst>
          <pc:docMk/>
          <pc:sldMk cId="110099322" sldId="415"/>
        </pc:sldMkLst>
        <pc:spChg chg="mod">
          <ac:chgData name="Euclides Paim" userId="0d84fb374bcffaab" providerId="Windows Live" clId="Web-{D21A5906-9B93-48DF-9D8B-6957E841F45C}" dt="2020-10-19T14:25:03.023" v="21"/>
          <ac:spMkLst>
            <pc:docMk/>
            <pc:sldMk cId="110099322" sldId="415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4:57.445" v="20"/>
        <pc:sldMkLst>
          <pc:docMk/>
          <pc:sldMk cId="2112682935" sldId="416"/>
        </pc:sldMkLst>
        <pc:spChg chg="mod">
          <ac:chgData name="Euclides Paim" userId="0d84fb374bcffaab" providerId="Windows Live" clId="Web-{D21A5906-9B93-48DF-9D8B-6957E841F45C}" dt="2020-10-19T14:24:57.445" v="20"/>
          <ac:spMkLst>
            <pc:docMk/>
            <pc:sldMk cId="2112682935" sldId="416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5:06.820" v="22"/>
        <pc:sldMkLst>
          <pc:docMk/>
          <pc:sldMk cId="711719472" sldId="417"/>
        </pc:sldMkLst>
        <pc:spChg chg="mod">
          <ac:chgData name="Euclides Paim" userId="0d84fb374bcffaab" providerId="Windows Live" clId="Web-{D21A5906-9B93-48DF-9D8B-6957E841F45C}" dt="2020-10-19T14:25:06.820" v="22"/>
          <ac:spMkLst>
            <pc:docMk/>
            <pc:sldMk cId="711719472" sldId="417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5:10.664" v="23"/>
        <pc:sldMkLst>
          <pc:docMk/>
          <pc:sldMk cId="2503283609" sldId="418"/>
        </pc:sldMkLst>
        <pc:spChg chg="mod">
          <ac:chgData name="Euclides Paim" userId="0d84fb374bcffaab" providerId="Windows Live" clId="Web-{D21A5906-9B93-48DF-9D8B-6957E841F45C}" dt="2020-10-19T14:25:10.664" v="23"/>
          <ac:spMkLst>
            <pc:docMk/>
            <pc:sldMk cId="2503283609" sldId="418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5:14.679" v="24"/>
        <pc:sldMkLst>
          <pc:docMk/>
          <pc:sldMk cId="3664132014" sldId="419"/>
        </pc:sldMkLst>
        <pc:spChg chg="mod">
          <ac:chgData name="Euclides Paim" userId="0d84fb374bcffaab" providerId="Windows Live" clId="Web-{D21A5906-9B93-48DF-9D8B-6957E841F45C}" dt="2020-10-19T14:25:14.679" v="24"/>
          <ac:spMkLst>
            <pc:docMk/>
            <pc:sldMk cId="3664132014" sldId="419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5:20.445" v="25"/>
        <pc:sldMkLst>
          <pc:docMk/>
          <pc:sldMk cId="1510317545" sldId="420"/>
        </pc:sldMkLst>
        <pc:spChg chg="mod">
          <ac:chgData name="Euclides Paim" userId="0d84fb374bcffaab" providerId="Windows Live" clId="Web-{D21A5906-9B93-48DF-9D8B-6957E841F45C}" dt="2020-10-19T14:25:20.445" v="25"/>
          <ac:spMkLst>
            <pc:docMk/>
            <pc:sldMk cId="1510317545" sldId="420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5:23.305" v="26"/>
        <pc:sldMkLst>
          <pc:docMk/>
          <pc:sldMk cId="641468180" sldId="421"/>
        </pc:sldMkLst>
        <pc:spChg chg="mod">
          <ac:chgData name="Euclides Paim" userId="0d84fb374bcffaab" providerId="Windows Live" clId="Web-{D21A5906-9B93-48DF-9D8B-6957E841F45C}" dt="2020-10-19T14:25:23.305" v="26"/>
          <ac:spMkLst>
            <pc:docMk/>
            <pc:sldMk cId="641468180" sldId="421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5:27.617" v="27"/>
        <pc:sldMkLst>
          <pc:docMk/>
          <pc:sldMk cId="4232862485" sldId="422"/>
        </pc:sldMkLst>
        <pc:spChg chg="mod">
          <ac:chgData name="Euclides Paim" userId="0d84fb374bcffaab" providerId="Windows Live" clId="Web-{D21A5906-9B93-48DF-9D8B-6957E841F45C}" dt="2020-10-19T14:25:27.617" v="27"/>
          <ac:spMkLst>
            <pc:docMk/>
            <pc:sldMk cId="4232862485" sldId="422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5:31.368" v="28"/>
        <pc:sldMkLst>
          <pc:docMk/>
          <pc:sldMk cId="720070422" sldId="423"/>
        </pc:sldMkLst>
        <pc:spChg chg="mod">
          <ac:chgData name="Euclides Paim" userId="0d84fb374bcffaab" providerId="Windows Live" clId="Web-{D21A5906-9B93-48DF-9D8B-6957E841F45C}" dt="2020-10-19T14:25:31.368" v="28"/>
          <ac:spMkLst>
            <pc:docMk/>
            <pc:sldMk cId="720070422" sldId="423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5:36.305" v="29"/>
        <pc:sldMkLst>
          <pc:docMk/>
          <pc:sldMk cId="900629962" sldId="424"/>
        </pc:sldMkLst>
        <pc:spChg chg="mod">
          <ac:chgData name="Euclides Paim" userId="0d84fb374bcffaab" providerId="Windows Live" clId="Web-{D21A5906-9B93-48DF-9D8B-6957E841F45C}" dt="2020-10-19T14:25:36.305" v="29"/>
          <ac:spMkLst>
            <pc:docMk/>
            <pc:sldMk cId="900629962" sldId="424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5:40.258" v="30"/>
        <pc:sldMkLst>
          <pc:docMk/>
          <pc:sldMk cId="2504292541" sldId="425"/>
        </pc:sldMkLst>
        <pc:spChg chg="mod">
          <ac:chgData name="Euclides Paim" userId="0d84fb374bcffaab" providerId="Windows Live" clId="Web-{D21A5906-9B93-48DF-9D8B-6957E841F45C}" dt="2020-10-19T14:25:40.258" v="30"/>
          <ac:spMkLst>
            <pc:docMk/>
            <pc:sldMk cId="2504292541" sldId="425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5:44.477" v="31"/>
        <pc:sldMkLst>
          <pc:docMk/>
          <pc:sldMk cId="2072425670" sldId="426"/>
        </pc:sldMkLst>
        <pc:spChg chg="mod">
          <ac:chgData name="Euclides Paim" userId="0d84fb374bcffaab" providerId="Windows Live" clId="Web-{D21A5906-9B93-48DF-9D8B-6957E841F45C}" dt="2020-10-19T14:25:44.477" v="31"/>
          <ac:spMkLst>
            <pc:docMk/>
            <pc:sldMk cId="2072425670" sldId="426"/>
            <ac:spMk id="3" creationId="{7D5BEDC0-B9C6-4CBC-B0EA-6BD0A411D1F2}"/>
          </ac:spMkLst>
        </pc:spChg>
      </pc:sldChg>
      <pc:sldChg chg="modSp">
        <pc:chgData name="Euclides Paim" userId="0d84fb374bcffaab" providerId="Windows Live" clId="Web-{D21A5906-9B93-48DF-9D8B-6957E841F45C}" dt="2020-10-19T14:25:48.290" v="32"/>
        <pc:sldMkLst>
          <pc:docMk/>
          <pc:sldMk cId="1206606872" sldId="427"/>
        </pc:sldMkLst>
        <pc:spChg chg="mod">
          <ac:chgData name="Euclides Paim" userId="0d84fb374bcffaab" providerId="Windows Live" clId="Web-{D21A5906-9B93-48DF-9D8B-6957E841F45C}" dt="2020-10-19T14:25:48.290" v="32"/>
          <ac:spMkLst>
            <pc:docMk/>
            <pc:sldMk cId="1206606872" sldId="427"/>
            <ac:spMk id="3" creationId="{7D5BEDC0-B9C6-4CBC-B0EA-6BD0A411D1F2}"/>
          </ac:spMkLst>
        </pc:spChg>
      </pc:sldChg>
      <pc:sldChg chg="add">
        <pc:chgData name="Euclides Paim" userId="0d84fb374bcffaab" providerId="Windows Live" clId="Web-{D21A5906-9B93-48DF-9D8B-6957E841F45C}" dt="2020-10-19T14:22:43.831" v="0"/>
        <pc:sldMkLst>
          <pc:docMk/>
          <pc:sldMk cId="2581059678" sldId="428"/>
        </pc:sldMkLst>
      </pc:sldChg>
      <pc:sldChg chg="add">
        <pc:chgData name="Euclides Paim" userId="0d84fb374bcffaab" providerId="Windows Live" clId="Web-{D21A5906-9B93-48DF-9D8B-6957E841F45C}" dt="2020-10-19T19:52:03.198" v="35"/>
        <pc:sldMkLst>
          <pc:docMk/>
          <pc:sldMk cId="1326019757" sldId="429"/>
        </pc:sldMkLst>
      </pc:sldChg>
      <pc:sldChg chg="add">
        <pc:chgData name="Euclides Paim" userId="0d84fb374bcffaab" providerId="Windows Live" clId="Web-{D21A5906-9B93-48DF-9D8B-6957E841F45C}" dt="2020-10-19T19:52:03.276" v="36"/>
        <pc:sldMkLst>
          <pc:docMk/>
          <pc:sldMk cId="1441428431" sldId="430"/>
        </pc:sldMkLst>
      </pc:sldChg>
    </pc:docChg>
  </pc:docChgLst>
  <pc:docChgLst>
    <pc:chgData name="Euclides Paim" userId="0d84fb374bcffaab" providerId="Windows Live" clId="Web-{32DF7CB5-D15C-450C-AACF-44E92E8C81C2}"/>
    <pc:docChg chg="addSld delSld modSld sldOrd">
      <pc:chgData name="Euclides Paim" userId="0d84fb374bcffaab" providerId="Windows Live" clId="Web-{32DF7CB5-D15C-450C-AACF-44E92E8C81C2}" dt="2020-11-23T19:44:32.928" v="2746" actId="20577"/>
      <pc:docMkLst>
        <pc:docMk/>
      </pc:docMkLst>
      <pc:sldChg chg="del">
        <pc:chgData name="Euclides Paim" userId="0d84fb374bcffaab" providerId="Windows Live" clId="Web-{32DF7CB5-D15C-450C-AACF-44E92E8C81C2}" dt="2020-11-23T11:51:18.908" v="14"/>
        <pc:sldMkLst>
          <pc:docMk/>
          <pc:sldMk cId="868151316" sldId="431"/>
        </pc:sldMkLst>
      </pc:sldChg>
      <pc:sldChg chg="del">
        <pc:chgData name="Euclides Paim" userId="0d84fb374bcffaab" providerId="Windows Live" clId="Web-{32DF7CB5-D15C-450C-AACF-44E92E8C81C2}" dt="2020-11-23T11:51:18.909" v="15"/>
        <pc:sldMkLst>
          <pc:docMk/>
          <pc:sldMk cId="1530809835" sldId="432"/>
        </pc:sldMkLst>
      </pc:sldChg>
      <pc:sldChg chg="del">
        <pc:chgData name="Euclides Paim" userId="0d84fb374bcffaab" providerId="Windows Live" clId="Web-{32DF7CB5-D15C-450C-AACF-44E92E8C81C2}" dt="2020-11-23T11:51:18.911" v="16"/>
        <pc:sldMkLst>
          <pc:docMk/>
          <pc:sldMk cId="4040629640" sldId="433"/>
        </pc:sldMkLst>
      </pc:sldChg>
      <pc:sldChg chg="del">
        <pc:chgData name="Euclides Paim" userId="0d84fb374bcffaab" providerId="Windows Live" clId="Web-{32DF7CB5-D15C-450C-AACF-44E92E8C81C2}" dt="2020-11-23T11:51:18.912" v="17"/>
        <pc:sldMkLst>
          <pc:docMk/>
          <pc:sldMk cId="4214719765" sldId="434"/>
        </pc:sldMkLst>
      </pc:sldChg>
      <pc:sldChg chg="del">
        <pc:chgData name="Euclides Paim" userId="0d84fb374bcffaab" providerId="Windows Live" clId="Web-{32DF7CB5-D15C-450C-AACF-44E92E8C81C2}" dt="2020-11-23T11:51:18.912" v="18"/>
        <pc:sldMkLst>
          <pc:docMk/>
          <pc:sldMk cId="3244213526" sldId="435"/>
        </pc:sldMkLst>
      </pc:sldChg>
      <pc:sldChg chg="del">
        <pc:chgData name="Euclides Paim" userId="0d84fb374bcffaab" providerId="Windows Live" clId="Web-{32DF7CB5-D15C-450C-AACF-44E92E8C81C2}" dt="2020-11-23T11:51:18.914" v="19"/>
        <pc:sldMkLst>
          <pc:docMk/>
          <pc:sldMk cId="4065963527" sldId="436"/>
        </pc:sldMkLst>
      </pc:sldChg>
      <pc:sldChg chg="del">
        <pc:chgData name="Euclides Paim" userId="0d84fb374bcffaab" providerId="Windows Live" clId="Web-{32DF7CB5-D15C-450C-AACF-44E92E8C81C2}" dt="2020-11-23T11:51:18.915" v="20"/>
        <pc:sldMkLst>
          <pc:docMk/>
          <pc:sldMk cId="1612245242" sldId="437"/>
        </pc:sldMkLst>
      </pc:sldChg>
      <pc:sldChg chg="del">
        <pc:chgData name="Euclides Paim" userId="0d84fb374bcffaab" providerId="Windows Live" clId="Web-{32DF7CB5-D15C-450C-AACF-44E92E8C81C2}" dt="2020-11-23T11:51:18.916" v="21"/>
        <pc:sldMkLst>
          <pc:docMk/>
          <pc:sldMk cId="4033394099" sldId="438"/>
        </pc:sldMkLst>
      </pc:sldChg>
      <pc:sldChg chg="del">
        <pc:chgData name="Euclides Paim" userId="0d84fb374bcffaab" providerId="Windows Live" clId="Web-{32DF7CB5-D15C-450C-AACF-44E92E8C81C2}" dt="2020-11-23T11:51:18.916" v="22"/>
        <pc:sldMkLst>
          <pc:docMk/>
          <pc:sldMk cId="1172908295" sldId="439"/>
        </pc:sldMkLst>
      </pc:sldChg>
      <pc:sldChg chg="del">
        <pc:chgData name="Euclides Paim" userId="0d84fb374bcffaab" providerId="Windows Live" clId="Web-{32DF7CB5-D15C-450C-AACF-44E92E8C81C2}" dt="2020-11-23T11:51:18.917" v="23"/>
        <pc:sldMkLst>
          <pc:docMk/>
          <pc:sldMk cId="2028635269" sldId="440"/>
        </pc:sldMkLst>
      </pc:sldChg>
      <pc:sldChg chg="del">
        <pc:chgData name="Euclides Paim" userId="0d84fb374bcffaab" providerId="Windows Live" clId="Web-{32DF7CB5-D15C-450C-AACF-44E92E8C81C2}" dt="2020-11-23T11:51:18.918" v="24"/>
        <pc:sldMkLst>
          <pc:docMk/>
          <pc:sldMk cId="188372832" sldId="441"/>
        </pc:sldMkLst>
      </pc:sldChg>
      <pc:sldChg chg="del">
        <pc:chgData name="Euclides Paim" userId="0d84fb374bcffaab" providerId="Windows Live" clId="Web-{32DF7CB5-D15C-450C-AACF-44E92E8C81C2}" dt="2020-11-23T11:51:18.919" v="25"/>
        <pc:sldMkLst>
          <pc:docMk/>
          <pc:sldMk cId="3075535982" sldId="442"/>
        </pc:sldMkLst>
      </pc:sldChg>
      <pc:sldChg chg="del">
        <pc:chgData name="Euclides Paim" userId="0d84fb374bcffaab" providerId="Windows Live" clId="Web-{32DF7CB5-D15C-450C-AACF-44E92E8C81C2}" dt="2020-11-23T11:51:18.920" v="26"/>
        <pc:sldMkLst>
          <pc:docMk/>
          <pc:sldMk cId="1366129718" sldId="443"/>
        </pc:sldMkLst>
      </pc:sldChg>
      <pc:sldChg chg="del">
        <pc:chgData name="Euclides Paim" userId="0d84fb374bcffaab" providerId="Windows Live" clId="Web-{32DF7CB5-D15C-450C-AACF-44E92E8C81C2}" dt="2020-11-23T11:51:18.922" v="27"/>
        <pc:sldMkLst>
          <pc:docMk/>
          <pc:sldMk cId="822192009" sldId="444"/>
        </pc:sldMkLst>
      </pc:sldChg>
      <pc:sldChg chg="del">
        <pc:chgData name="Euclides Paim" userId="0d84fb374bcffaab" providerId="Windows Live" clId="Web-{32DF7CB5-D15C-450C-AACF-44E92E8C81C2}" dt="2020-11-23T11:51:18.923" v="28"/>
        <pc:sldMkLst>
          <pc:docMk/>
          <pc:sldMk cId="3439957136" sldId="445"/>
        </pc:sldMkLst>
      </pc:sldChg>
      <pc:sldChg chg="del">
        <pc:chgData name="Euclides Paim" userId="0d84fb374bcffaab" providerId="Windows Live" clId="Web-{32DF7CB5-D15C-450C-AACF-44E92E8C81C2}" dt="2020-11-23T11:51:18.924" v="29"/>
        <pc:sldMkLst>
          <pc:docMk/>
          <pc:sldMk cId="1621500762" sldId="446"/>
        </pc:sldMkLst>
      </pc:sldChg>
      <pc:sldChg chg="del">
        <pc:chgData name="Euclides Paim" userId="0d84fb374bcffaab" providerId="Windows Live" clId="Web-{32DF7CB5-D15C-450C-AACF-44E92E8C81C2}" dt="2020-11-23T11:51:18.925" v="30"/>
        <pc:sldMkLst>
          <pc:docMk/>
          <pc:sldMk cId="3288710680" sldId="447"/>
        </pc:sldMkLst>
      </pc:sldChg>
      <pc:sldChg chg="delSp modSp">
        <pc:chgData name="Euclides Paim" userId="0d84fb374bcffaab" providerId="Windows Live" clId="Web-{32DF7CB5-D15C-450C-AACF-44E92E8C81C2}" dt="2020-11-23T19:32:50.738" v="2625" actId="1076"/>
        <pc:sldMkLst>
          <pc:docMk/>
          <pc:sldMk cId="891088516" sldId="448"/>
        </pc:sldMkLst>
        <pc:spChg chg="mod">
          <ac:chgData name="Euclides Paim" userId="0d84fb374bcffaab" providerId="Windows Live" clId="Web-{32DF7CB5-D15C-450C-AACF-44E92E8C81C2}" dt="2020-11-23T19:32:50.738" v="2625" actId="1076"/>
          <ac:spMkLst>
            <pc:docMk/>
            <pc:sldMk cId="891088516" sldId="448"/>
            <ac:spMk id="6" creationId="{4B1434DD-739D-48EE-822A-8E8DCC1A72EA}"/>
          </ac:spMkLst>
        </pc:spChg>
        <pc:picChg chg="del">
          <ac:chgData name="Euclides Paim" userId="0d84fb374bcffaab" providerId="Windows Live" clId="Web-{32DF7CB5-D15C-450C-AACF-44E92E8C81C2}" dt="2020-11-23T11:51:08.499" v="13"/>
          <ac:picMkLst>
            <pc:docMk/>
            <pc:sldMk cId="891088516" sldId="448"/>
            <ac:picMk id="7" creationId="{D34A42F3-847F-42CC-A140-6581F77BADE5}"/>
          </ac:picMkLst>
        </pc:picChg>
      </pc:sldChg>
      <pc:sldChg chg="modSp">
        <pc:chgData name="Euclides Paim" userId="0d84fb374bcffaab" providerId="Windows Live" clId="Web-{32DF7CB5-D15C-450C-AACF-44E92E8C81C2}" dt="2020-11-23T11:50:49.620" v="4" actId="20577"/>
        <pc:sldMkLst>
          <pc:docMk/>
          <pc:sldMk cId="1589013106" sldId="449"/>
        </pc:sldMkLst>
        <pc:spChg chg="mod">
          <ac:chgData name="Euclides Paim" userId="0d84fb374bcffaab" providerId="Windows Live" clId="Web-{32DF7CB5-D15C-450C-AACF-44E92E8C81C2}" dt="2020-11-23T11:50:49.620" v="4" actId="20577"/>
          <ac:spMkLst>
            <pc:docMk/>
            <pc:sldMk cId="1589013106" sldId="449"/>
            <ac:spMk id="5" creationId="{633AE23D-DCED-446F-B659-B65CA66C87D9}"/>
          </ac:spMkLst>
        </pc:spChg>
      </pc:sldChg>
      <pc:sldChg chg="addSp delSp modSp add ord replId">
        <pc:chgData name="Euclides Paim" userId="0d84fb374bcffaab" providerId="Windows Live" clId="Web-{32DF7CB5-D15C-450C-AACF-44E92E8C81C2}" dt="2020-11-23T19:36:36.822" v="2645"/>
        <pc:sldMkLst>
          <pc:docMk/>
          <pc:sldMk cId="1630246936" sldId="450"/>
        </pc:sldMkLst>
        <pc:spChg chg="add mod">
          <ac:chgData name="Euclides Paim" userId="0d84fb374bcffaab" providerId="Windows Live" clId="Web-{32DF7CB5-D15C-450C-AACF-44E92E8C81C2}" dt="2020-11-23T19:34:22.569" v="2639" actId="1076"/>
          <ac:spMkLst>
            <pc:docMk/>
            <pc:sldMk cId="1630246936" sldId="450"/>
            <ac:spMk id="2" creationId="{1BF0518E-36A4-47FD-B1E1-EBB3E72EE1AF}"/>
          </ac:spMkLst>
        </pc:spChg>
        <pc:spChg chg="mod">
          <ac:chgData name="Euclides Paim" userId="0d84fb374bcffaab" providerId="Windows Live" clId="Web-{32DF7CB5-D15C-450C-AACF-44E92E8C81C2}" dt="2020-11-23T12:20:33.882" v="82" actId="20577"/>
          <ac:spMkLst>
            <pc:docMk/>
            <pc:sldMk cId="1630246936" sldId="450"/>
            <ac:spMk id="4" creationId="{38473EF7-5FA0-4FD2-8C41-5AB04D0B7A92}"/>
          </ac:spMkLst>
        </pc:spChg>
        <pc:spChg chg="mod">
          <ac:chgData name="Euclides Paim" userId="0d84fb374bcffaab" providerId="Windows Live" clId="Web-{32DF7CB5-D15C-450C-AACF-44E92E8C81C2}" dt="2020-11-23T19:34:18.303" v="2638" actId="1076"/>
          <ac:spMkLst>
            <pc:docMk/>
            <pc:sldMk cId="1630246936" sldId="450"/>
            <ac:spMk id="6" creationId="{4B1434DD-739D-48EE-822A-8E8DCC1A72EA}"/>
          </ac:spMkLst>
        </pc:spChg>
        <pc:picChg chg="add del mod ord">
          <ac:chgData name="Euclides Paim" userId="0d84fb374bcffaab" providerId="Windows Live" clId="Web-{32DF7CB5-D15C-450C-AACF-44E92E8C81C2}" dt="2020-11-23T19:36:36.822" v="2645"/>
          <ac:picMkLst>
            <pc:docMk/>
            <pc:sldMk cId="1630246936" sldId="450"/>
            <ac:picMk id="7" creationId="{F7EAFDAE-5101-4B09-8585-EAA478D9E678}"/>
          </ac:picMkLst>
        </pc:picChg>
      </pc:sldChg>
      <pc:sldChg chg="addSp delSp modSp add replId">
        <pc:chgData name="Euclides Paim" userId="0d84fb374bcffaab" providerId="Windows Live" clId="Web-{32DF7CB5-D15C-450C-AACF-44E92E8C81C2}" dt="2020-11-23T16:52:15.894" v="90" actId="1076"/>
        <pc:sldMkLst>
          <pc:docMk/>
          <pc:sldMk cId="1422955553" sldId="451"/>
        </pc:sldMkLst>
        <pc:spChg chg="del">
          <ac:chgData name="Euclides Paim" userId="0d84fb374bcffaab" providerId="Windows Live" clId="Web-{32DF7CB5-D15C-450C-AACF-44E92E8C81C2}" dt="2020-11-23T12:19:59.444" v="59"/>
          <ac:spMkLst>
            <pc:docMk/>
            <pc:sldMk cId="1422955553" sldId="451"/>
            <ac:spMk id="4" creationId="{38473EF7-5FA0-4FD2-8C41-5AB04D0B7A92}"/>
          </ac:spMkLst>
        </pc:spChg>
        <pc:spChg chg="del">
          <ac:chgData name="Euclides Paim" userId="0d84fb374bcffaab" providerId="Windows Live" clId="Web-{32DF7CB5-D15C-450C-AACF-44E92E8C81C2}" dt="2020-11-23T12:19:31.818" v="54"/>
          <ac:spMkLst>
            <pc:docMk/>
            <pc:sldMk cId="1422955553" sldId="451"/>
            <ac:spMk id="6" creationId="{4B1434DD-739D-48EE-822A-8E8DCC1A72EA}"/>
          </ac:spMkLst>
        </pc:spChg>
        <pc:picChg chg="add del mod">
          <ac:chgData name="Euclides Paim" userId="0d84fb374bcffaab" providerId="Windows Live" clId="Web-{32DF7CB5-D15C-450C-AACF-44E92E8C81C2}" dt="2020-11-23T16:51:31.752" v="85"/>
          <ac:picMkLst>
            <pc:docMk/>
            <pc:sldMk cId="1422955553" sldId="451"/>
            <ac:picMk id="2" creationId="{64C7E810-5E4D-4B17-B14E-7A4AB6BC8A23}"/>
          </ac:picMkLst>
        </pc:picChg>
        <pc:picChg chg="add mod">
          <ac:chgData name="Euclides Paim" userId="0d84fb374bcffaab" providerId="Windows Live" clId="Web-{32DF7CB5-D15C-450C-AACF-44E92E8C81C2}" dt="2020-11-23T16:52:15.894" v="90" actId="1076"/>
          <ac:picMkLst>
            <pc:docMk/>
            <pc:sldMk cId="1422955553" sldId="451"/>
            <ac:picMk id="4" creationId="{6EA66F03-9DCF-44F1-B54E-EE3A0701D048}"/>
          </ac:picMkLst>
        </pc:picChg>
      </pc:sldChg>
      <pc:sldChg chg="addSp modSp add ord replId">
        <pc:chgData name="Euclides Paim" userId="0d84fb374bcffaab" providerId="Windows Live" clId="Web-{32DF7CB5-D15C-450C-AACF-44E92E8C81C2}" dt="2020-11-23T17:07:14.652" v="256" actId="1076"/>
        <pc:sldMkLst>
          <pc:docMk/>
          <pc:sldMk cId="3626869348" sldId="452"/>
        </pc:sldMkLst>
        <pc:spChg chg="mod">
          <ac:chgData name="Euclides Paim" userId="0d84fb374bcffaab" providerId="Windows Live" clId="Web-{32DF7CB5-D15C-450C-AACF-44E92E8C81C2}" dt="2020-11-23T17:06:38.774" v="251" actId="20577"/>
          <ac:spMkLst>
            <pc:docMk/>
            <pc:sldMk cId="3626869348" sldId="452"/>
            <ac:spMk id="6" creationId="{4B1434DD-739D-48EE-822A-8E8DCC1A72EA}"/>
          </ac:spMkLst>
        </pc:spChg>
        <pc:picChg chg="add mod">
          <ac:chgData name="Euclides Paim" userId="0d84fb374bcffaab" providerId="Windows Live" clId="Web-{32DF7CB5-D15C-450C-AACF-44E92E8C81C2}" dt="2020-11-23T17:07:14.652" v="256" actId="1076"/>
          <ac:picMkLst>
            <pc:docMk/>
            <pc:sldMk cId="3626869348" sldId="452"/>
            <ac:picMk id="2" creationId="{8085D4D5-7C92-4BF0-A490-C468AEBD35F0}"/>
          </ac:picMkLst>
        </pc:picChg>
      </pc:sldChg>
      <pc:sldChg chg="addSp delSp modSp add replId">
        <pc:chgData name="Euclides Paim" userId="0d84fb374bcffaab" providerId="Windows Live" clId="Web-{32DF7CB5-D15C-450C-AACF-44E92E8C81C2}" dt="2020-11-23T19:35:56.852" v="2643" actId="1076"/>
        <pc:sldMkLst>
          <pc:docMk/>
          <pc:sldMk cId="309114424" sldId="453"/>
        </pc:sldMkLst>
        <pc:spChg chg="mod">
          <ac:chgData name="Euclides Paim" userId="0d84fb374bcffaab" providerId="Windows Live" clId="Web-{32DF7CB5-D15C-450C-AACF-44E92E8C81C2}" dt="2020-11-23T17:17:00.416" v="381" actId="20577"/>
          <ac:spMkLst>
            <pc:docMk/>
            <pc:sldMk cId="309114424" sldId="453"/>
            <ac:spMk id="4" creationId="{38473EF7-5FA0-4FD2-8C41-5AB04D0B7A92}"/>
          </ac:spMkLst>
        </pc:spChg>
        <pc:spChg chg="mod">
          <ac:chgData name="Euclides Paim" userId="0d84fb374bcffaab" providerId="Windows Live" clId="Web-{32DF7CB5-D15C-450C-AACF-44E92E8C81C2}" dt="2020-11-23T17:08:43.888" v="275" actId="20577"/>
          <ac:spMkLst>
            <pc:docMk/>
            <pc:sldMk cId="309114424" sldId="453"/>
            <ac:spMk id="6" creationId="{4B1434DD-739D-48EE-822A-8E8DCC1A72EA}"/>
          </ac:spMkLst>
        </pc:spChg>
        <pc:spChg chg="add mod">
          <ac:chgData name="Euclides Paim" userId="0d84fb374bcffaab" providerId="Windows Live" clId="Web-{32DF7CB5-D15C-450C-AACF-44E92E8C81C2}" dt="2020-11-23T17:13:33.536" v="327" actId="20577"/>
          <ac:spMkLst>
            <pc:docMk/>
            <pc:sldMk cId="309114424" sldId="453"/>
            <ac:spMk id="8" creationId="{26E40748-60F3-4504-9D41-47012390869B}"/>
          </ac:spMkLst>
        </pc:spChg>
        <pc:picChg chg="del">
          <ac:chgData name="Euclides Paim" userId="0d84fb374bcffaab" providerId="Windows Live" clId="Web-{32DF7CB5-D15C-450C-AACF-44E92E8C81C2}" dt="2020-11-23T17:08:53.253" v="278"/>
          <ac:picMkLst>
            <pc:docMk/>
            <pc:sldMk cId="309114424" sldId="453"/>
            <ac:picMk id="2" creationId="{8085D4D5-7C92-4BF0-A490-C468AEBD35F0}"/>
          </ac:picMkLst>
        </pc:picChg>
        <pc:picChg chg="add del mod">
          <ac:chgData name="Euclides Paim" userId="0d84fb374bcffaab" providerId="Windows Live" clId="Web-{32DF7CB5-D15C-450C-AACF-44E92E8C81C2}" dt="2020-11-23T19:27:15.074" v="2617"/>
          <ac:picMkLst>
            <pc:docMk/>
            <pc:sldMk cId="309114424" sldId="453"/>
            <ac:picMk id="7" creationId="{113B9492-EE6E-467A-8F6C-269BC986C9BC}"/>
          </ac:picMkLst>
        </pc:picChg>
        <pc:picChg chg="add del mod">
          <ac:chgData name="Euclides Paim" userId="0d84fb374bcffaab" providerId="Windows Live" clId="Web-{32DF7CB5-D15C-450C-AACF-44E92E8C81C2}" dt="2020-11-23T19:35:49.665" v="2640"/>
          <ac:picMkLst>
            <pc:docMk/>
            <pc:sldMk cId="309114424" sldId="453"/>
            <ac:picMk id="9" creationId="{7579E1DD-A079-494D-BCD3-C99483C1A6D8}"/>
          </ac:picMkLst>
        </pc:picChg>
        <pc:picChg chg="add mod">
          <ac:chgData name="Euclides Paim" userId="0d84fb374bcffaab" providerId="Windows Live" clId="Web-{32DF7CB5-D15C-450C-AACF-44E92E8C81C2}" dt="2020-11-23T19:35:56.852" v="2643" actId="1076"/>
          <ac:picMkLst>
            <pc:docMk/>
            <pc:sldMk cId="309114424" sldId="453"/>
            <ac:picMk id="10" creationId="{71564F11-70DA-4536-A166-3EB79FC84E12}"/>
          </ac:picMkLst>
        </pc:picChg>
      </pc:sldChg>
      <pc:sldChg chg="modSp add replId">
        <pc:chgData name="Euclides Paim" userId="0d84fb374bcffaab" providerId="Windows Live" clId="Web-{32DF7CB5-D15C-450C-AACF-44E92E8C81C2}" dt="2020-11-23T19:36:17.009" v="2644" actId="1076"/>
        <pc:sldMkLst>
          <pc:docMk/>
          <pc:sldMk cId="2885587263" sldId="454"/>
        </pc:sldMkLst>
        <pc:spChg chg="mod">
          <ac:chgData name="Euclides Paim" userId="0d84fb374bcffaab" providerId="Windows Live" clId="Web-{32DF7CB5-D15C-450C-AACF-44E92E8C81C2}" dt="2020-11-23T17:17:10.479" v="394" actId="20577"/>
          <ac:spMkLst>
            <pc:docMk/>
            <pc:sldMk cId="2885587263" sldId="454"/>
            <ac:spMk id="4" creationId="{38473EF7-5FA0-4FD2-8C41-5AB04D0B7A92}"/>
          </ac:spMkLst>
        </pc:spChg>
        <pc:spChg chg="mod">
          <ac:chgData name="Euclides Paim" userId="0d84fb374bcffaab" providerId="Windows Live" clId="Web-{32DF7CB5-D15C-450C-AACF-44E92E8C81C2}" dt="2020-11-23T19:36:17.009" v="2644" actId="1076"/>
          <ac:spMkLst>
            <pc:docMk/>
            <pc:sldMk cId="2885587263" sldId="454"/>
            <ac:spMk id="6" creationId="{4B1434DD-739D-48EE-822A-8E8DCC1A72EA}"/>
          </ac:spMkLst>
        </pc:spChg>
      </pc:sldChg>
      <pc:sldChg chg="addSp delSp modSp add replId">
        <pc:chgData name="Euclides Paim" userId="0d84fb374bcffaab" providerId="Windows Live" clId="Web-{32DF7CB5-D15C-450C-AACF-44E92E8C81C2}" dt="2020-11-23T19:37:21.948" v="2654" actId="1076"/>
        <pc:sldMkLst>
          <pc:docMk/>
          <pc:sldMk cId="2010252720" sldId="455"/>
        </pc:sldMkLst>
        <pc:spChg chg="mod">
          <ac:chgData name="Euclides Paim" userId="0d84fb374bcffaab" providerId="Windows Live" clId="Web-{32DF7CB5-D15C-450C-AACF-44E92E8C81C2}" dt="2020-11-23T17:18:47.981" v="406" actId="20577"/>
          <ac:spMkLst>
            <pc:docMk/>
            <pc:sldMk cId="2010252720" sldId="455"/>
            <ac:spMk id="4" creationId="{38473EF7-5FA0-4FD2-8C41-5AB04D0B7A92}"/>
          </ac:spMkLst>
        </pc:spChg>
        <pc:spChg chg="mod">
          <ac:chgData name="Euclides Paim" userId="0d84fb374bcffaab" providerId="Windows Live" clId="Web-{32DF7CB5-D15C-450C-AACF-44E92E8C81C2}" dt="2020-11-23T19:37:16.683" v="2652" actId="20577"/>
          <ac:spMkLst>
            <pc:docMk/>
            <pc:sldMk cId="2010252720" sldId="455"/>
            <ac:spMk id="6" creationId="{4B1434DD-739D-48EE-822A-8E8DCC1A72EA}"/>
          </ac:spMkLst>
        </pc:spChg>
        <pc:picChg chg="del">
          <ac:chgData name="Euclides Paim" userId="0d84fb374bcffaab" providerId="Windows Live" clId="Web-{32DF7CB5-D15C-450C-AACF-44E92E8C81C2}" dt="2020-11-23T17:20:15.608" v="409"/>
          <ac:picMkLst>
            <pc:docMk/>
            <pc:sldMk cId="2010252720" sldId="455"/>
            <ac:picMk id="2" creationId="{8085D4D5-7C92-4BF0-A490-C468AEBD35F0}"/>
          </ac:picMkLst>
        </pc:picChg>
        <pc:picChg chg="add mod">
          <ac:chgData name="Euclides Paim" userId="0d84fb374bcffaab" providerId="Windows Live" clId="Web-{32DF7CB5-D15C-450C-AACF-44E92E8C81C2}" dt="2020-11-23T19:37:21.948" v="2654" actId="1076"/>
          <ac:picMkLst>
            <pc:docMk/>
            <pc:sldMk cId="2010252720" sldId="455"/>
            <ac:picMk id="7" creationId="{2B580F03-BC47-4412-A1DE-18E9D2141CAA}"/>
          </ac:picMkLst>
        </pc:picChg>
      </pc:sldChg>
      <pc:sldChg chg="addSp delSp modSp add replId">
        <pc:chgData name="Euclides Paim" userId="0d84fb374bcffaab" providerId="Windows Live" clId="Web-{32DF7CB5-D15C-450C-AACF-44E92E8C81C2}" dt="2020-11-23T17:29:45.887" v="596" actId="20577"/>
        <pc:sldMkLst>
          <pc:docMk/>
          <pc:sldMk cId="4142692875" sldId="456"/>
        </pc:sldMkLst>
        <pc:spChg chg="mod">
          <ac:chgData name="Euclides Paim" userId="0d84fb374bcffaab" providerId="Windows Live" clId="Web-{32DF7CB5-D15C-450C-AACF-44E92E8C81C2}" dt="2020-11-23T17:29:45.887" v="596" actId="20577"/>
          <ac:spMkLst>
            <pc:docMk/>
            <pc:sldMk cId="4142692875" sldId="456"/>
            <ac:spMk id="6" creationId="{4B1434DD-739D-48EE-822A-8E8DCC1A72EA}"/>
          </ac:spMkLst>
        </pc:spChg>
        <pc:picChg chg="add mod">
          <ac:chgData name="Euclides Paim" userId="0d84fb374bcffaab" providerId="Windows Live" clId="Web-{32DF7CB5-D15C-450C-AACF-44E92E8C81C2}" dt="2020-11-23T17:28:28.401" v="559" actId="1076"/>
          <ac:picMkLst>
            <pc:docMk/>
            <pc:sldMk cId="4142692875" sldId="456"/>
            <ac:picMk id="2" creationId="{3FC5112C-8652-4D48-803D-D567812C8CC7}"/>
          </ac:picMkLst>
        </pc:picChg>
        <pc:picChg chg="del">
          <ac:chgData name="Euclides Paim" userId="0d84fb374bcffaab" providerId="Windows Live" clId="Web-{32DF7CB5-D15C-450C-AACF-44E92E8C81C2}" dt="2020-11-23T17:28:14.448" v="555"/>
          <ac:picMkLst>
            <pc:docMk/>
            <pc:sldMk cId="4142692875" sldId="456"/>
            <ac:picMk id="7" creationId="{2B580F03-BC47-4412-A1DE-18E9D2141CAA}"/>
          </ac:picMkLst>
        </pc:picChg>
      </pc:sldChg>
      <pc:sldChg chg="addSp delSp modSp add replId">
        <pc:chgData name="Euclides Paim" userId="0d84fb374bcffaab" providerId="Windows Live" clId="Web-{32DF7CB5-D15C-450C-AACF-44E92E8C81C2}" dt="2020-11-23T17:35:12.114" v="669" actId="1076"/>
        <pc:sldMkLst>
          <pc:docMk/>
          <pc:sldMk cId="1381901780" sldId="457"/>
        </pc:sldMkLst>
        <pc:spChg chg="mod">
          <ac:chgData name="Euclides Paim" userId="0d84fb374bcffaab" providerId="Windows Live" clId="Web-{32DF7CB5-D15C-450C-AACF-44E92E8C81C2}" dt="2020-11-23T17:33:16.189" v="652" actId="20577"/>
          <ac:spMkLst>
            <pc:docMk/>
            <pc:sldMk cId="1381901780" sldId="457"/>
            <ac:spMk id="6" creationId="{4B1434DD-739D-48EE-822A-8E8DCC1A72EA}"/>
          </ac:spMkLst>
        </pc:spChg>
        <pc:picChg chg="del">
          <ac:chgData name="Euclides Paim" userId="0d84fb374bcffaab" providerId="Windows Live" clId="Web-{32DF7CB5-D15C-450C-AACF-44E92E8C81C2}" dt="2020-11-23T17:33:17.127" v="654"/>
          <ac:picMkLst>
            <pc:docMk/>
            <pc:sldMk cId="1381901780" sldId="457"/>
            <ac:picMk id="2" creationId="{3FC5112C-8652-4D48-803D-D567812C8CC7}"/>
          </ac:picMkLst>
        </pc:picChg>
        <pc:picChg chg="add mod modCrop">
          <ac:chgData name="Euclides Paim" userId="0d84fb374bcffaab" providerId="Windows Live" clId="Web-{32DF7CB5-D15C-450C-AACF-44E92E8C81C2}" dt="2020-11-23T17:35:12.114" v="669" actId="1076"/>
          <ac:picMkLst>
            <pc:docMk/>
            <pc:sldMk cId="1381901780" sldId="457"/>
            <ac:picMk id="7" creationId="{336C680B-2D44-44C6-AEA4-E6AB776B527D}"/>
          </ac:picMkLst>
        </pc:picChg>
      </pc:sldChg>
      <pc:sldChg chg="addSp delSp modSp add replId">
        <pc:chgData name="Euclides Paim" userId="0d84fb374bcffaab" providerId="Windows Live" clId="Web-{32DF7CB5-D15C-450C-AACF-44E92E8C81C2}" dt="2020-11-23T19:38:41.888" v="2658" actId="1076"/>
        <pc:sldMkLst>
          <pc:docMk/>
          <pc:sldMk cId="3184409823" sldId="458"/>
        </pc:sldMkLst>
        <pc:spChg chg="mod">
          <ac:chgData name="Euclides Paim" userId="0d84fb374bcffaab" providerId="Windows Live" clId="Web-{32DF7CB5-D15C-450C-AACF-44E92E8C81C2}" dt="2020-11-23T19:38:41.888" v="2658" actId="1076"/>
          <ac:spMkLst>
            <pc:docMk/>
            <pc:sldMk cId="3184409823" sldId="458"/>
            <ac:spMk id="6" creationId="{4B1434DD-739D-48EE-822A-8E8DCC1A72EA}"/>
          </ac:spMkLst>
        </pc:spChg>
        <pc:picChg chg="add del mod">
          <ac:chgData name="Euclides Paim" userId="0d84fb374bcffaab" providerId="Windows Live" clId="Web-{32DF7CB5-D15C-450C-AACF-44E92E8C81C2}" dt="2020-11-23T17:41:31.857" v="730"/>
          <ac:picMkLst>
            <pc:docMk/>
            <pc:sldMk cId="3184409823" sldId="458"/>
            <ac:picMk id="2" creationId="{6FBE2DF9-6974-46CB-B0A8-B3DF233DFF90}"/>
          </ac:picMkLst>
        </pc:picChg>
        <pc:picChg chg="del">
          <ac:chgData name="Euclides Paim" userId="0d84fb374bcffaab" providerId="Windows Live" clId="Web-{32DF7CB5-D15C-450C-AACF-44E92E8C81C2}" dt="2020-11-23T17:39:07.182" v="715"/>
          <ac:picMkLst>
            <pc:docMk/>
            <pc:sldMk cId="3184409823" sldId="458"/>
            <ac:picMk id="7" creationId="{336C680B-2D44-44C6-AEA4-E6AB776B527D}"/>
          </ac:picMkLst>
        </pc:picChg>
        <pc:picChg chg="add del mod">
          <ac:chgData name="Euclides Paim" userId="0d84fb374bcffaab" providerId="Windows Live" clId="Web-{32DF7CB5-D15C-450C-AACF-44E92E8C81C2}" dt="2020-11-23T19:38:32.544" v="2655"/>
          <ac:picMkLst>
            <pc:docMk/>
            <pc:sldMk cId="3184409823" sldId="458"/>
            <ac:picMk id="8" creationId="{354A7614-8B56-4296-AFB2-D5E867ED4615}"/>
          </ac:picMkLst>
        </pc:picChg>
        <pc:picChg chg="add mod">
          <ac:chgData name="Euclides Paim" userId="0d84fb374bcffaab" providerId="Windows Live" clId="Web-{32DF7CB5-D15C-450C-AACF-44E92E8C81C2}" dt="2020-11-23T19:38:37.700" v="2657" actId="1076"/>
          <ac:picMkLst>
            <pc:docMk/>
            <pc:sldMk cId="3184409823" sldId="458"/>
            <ac:picMk id="9" creationId="{ECD26E17-C0A0-497C-9B64-1B0B9E9C1F1C}"/>
          </ac:picMkLst>
        </pc:picChg>
      </pc:sldChg>
      <pc:sldChg chg="addSp delSp modSp add replId">
        <pc:chgData name="Euclides Paim" userId="0d84fb374bcffaab" providerId="Windows Live" clId="Web-{32DF7CB5-D15C-450C-AACF-44E92E8C81C2}" dt="2020-11-23T19:42:21.346" v="2718" actId="1076"/>
        <pc:sldMkLst>
          <pc:docMk/>
          <pc:sldMk cId="4135288268" sldId="459"/>
        </pc:sldMkLst>
        <pc:spChg chg="mod">
          <ac:chgData name="Euclides Paim" userId="0d84fb374bcffaab" providerId="Windows Live" clId="Web-{32DF7CB5-D15C-450C-AACF-44E92E8C81C2}" dt="2020-11-23T19:42:21.346" v="2718" actId="1076"/>
          <ac:spMkLst>
            <pc:docMk/>
            <pc:sldMk cId="4135288268" sldId="459"/>
            <ac:spMk id="6" creationId="{4B1434DD-739D-48EE-822A-8E8DCC1A72EA}"/>
          </ac:spMkLst>
        </pc:spChg>
        <pc:picChg chg="add del mod ord">
          <ac:chgData name="Euclides Paim" userId="0d84fb374bcffaab" providerId="Windows Live" clId="Web-{32DF7CB5-D15C-450C-AACF-44E92E8C81C2}" dt="2020-11-23T19:40:25.437" v="2689"/>
          <ac:picMkLst>
            <pc:docMk/>
            <pc:sldMk cId="4135288268" sldId="459"/>
            <ac:picMk id="2" creationId="{BC897032-9C20-4621-B89A-DD37D8135670}"/>
          </ac:picMkLst>
        </pc:picChg>
        <pc:picChg chg="add mod ord modCrop">
          <ac:chgData name="Euclides Paim" userId="0d84fb374bcffaab" providerId="Windows Live" clId="Web-{32DF7CB5-D15C-450C-AACF-44E92E8C81C2}" dt="2020-11-23T19:41:14.938" v="2700" actId="1076"/>
          <ac:picMkLst>
            <pc:docMk/>
            <pc:sldMk cId="4135288268" sldId="459"/>
            <ac:picMk id="7" creationId="{3F9A348E-03B5-44B0-9BC1-ECDC7B62B5EC}"/>
          </ac:picMkLst>
        </pc:picChg>
        <pc:picChg chg="del">
          <ac:chgData name="Euclides Paim" userId="0d84fb374bcffaab" providerId="Windows Live" clId="Web-{32DF7CB5-D15C-450C-AACF-44E92E8C81C2}" dt="2020-11-23T17:44:05.252" v="780"/>
          <ac:picMkLst>
            <pc:docMk/>
            <pc:sldMk cId="4135288268" sldId="459"/>
            <ac:picMk id="8" creationId="{354A7614-8B56-4296-AFB2-D5E867ED4615}"/>
          </ac:picMkLst>
        </pc:picChg>
      </pc:sldChg>
      <pc:sldChg chg="delSp modSp add replId">
        <pc:chgData name="Euclides Paim" userId="0d84fb374bcffaab" providerId="Windows Live" clId="Web-{32DF7CB5-D15C-450C-AACF-44E92E8C81C2}" dt="2020-11-23T19:42:31.018" v="2719" actId="20577"/>
        <pc:sldMkLst>
          <pc:docMk/>
          <pc:sldMk cId="1984082723" sldId="460"/>
        </pc:sldMkLst>
        <pc:spChg chg="mod">
          <ac:chgData name="Euclides Paim" userId="0d84fb374bcffaab" providerId="Windows Live" clId="Web-{32DF7CB5-D15C-450C-AACF-44E92E8C81C2}" dt="2020-11-23T17:49:18.259" v="828" actId="20577"/>
          <ac:spMkLst>
            <pc:docMk/>
            <pc:sldMk cId="1984082723" sldId="460"/>
            <ac:spMk id="4" creationId="{38473EF7-5FA0-4FD2-8C41-5AB04D0B7A92}"/>
          </ac:spMkLst>
        </pc:spChg>
        <pc:spChg chg="mod">
          <ac:chgData name="Euclides Paim" userId="0d84fb374bcffaab" providerId="Windows Live" clId="Web-{32DF7CB5-D15C-450C-AACF-44E92E8C81C2}" dt="2020-11-23T19:42:31.018" v="2719" actId="20577"/>
          <ac:spMkLst>
            <pc:docMk/>
            <pc:sldMk cId="1984082723" sldId="460"/>
            <ac:spMk id="6" creationId="{4B1434DD-739D-48EE-822A-8E8DCC1A72EA}"/>
          </ac:spMkLst>
        </pc:spChg>
        <pc:picChg chg="del">
          <ac:chgData name="Euclides Paim" userId="0d84fb374bcffaab" providerId="Windows Live" clId="Web-{32DF7CB5-D15C-450C-AACF-44E92E8C81C2}" dt="2020-11-23T17:55:34.940" v="934"/>
          <ac:picMkLst>
            <pc:docMk/>
            <pc:sldMk cId="1984082723" sldId="460"/>
            <ac:picMk id="2" creationId="{BC897032-9C20-4621-B89A-DD37D8135670}"/>
          </ac:picMkLst>
        </pc:picChg>
      </pc:sldChg>
      <pc:sldChg chg="addSp delSp modSp add replId">
        <pc:chgData name="Euclides Paim" userId="0d84fb374bcffaab" providerId="Windows Live" clId="Web-{32DF7CB5-D15C-450C-AACF-44E92E8C81C2}" dt="2020-11-23T18:05:42.408" v="977" actId="1076"/>
        <pc:sldMkLst>
          <pc:docMk/>
          <pc:sldMk cId="15191733" sldId="461"/>
        </pc:sldMkLst>
        <pc:spChg chg="mod">
          <ac:chgData name="Euclides Paim" userId="0d84fb374bcffaab" providerId="Windows Live" clId="Web-{32DF7CB5-D15C-450C-AACF-44E92E8C81C2}" dt="2020-11-23T18:04:05.937" v="969" actId="20577"/>
          <ac:spMkLst>
            <pc:docMk/>
            <pc:sldMk cId="15191733" sldId="461"/>
            <ac:spMk id="4" creationId="{38473EF7-5FA0-4FD2-8C41-5AB04D0B7A92}"/>
          </ac:spMkLst>
        </pc:spChg>
        <pc:spChg chg="del mod">
          <ac:chgData name="Euclides Paim" userId="0d84fb374bcffaab" providerId="Windows Live" clId="Web-{32DF7CB5-D15C-450C-AACF-44E92E8C81C2}" dt="2020-11-23T18:05:33.314" v="976"/>
          <ac:spMkLst>
            <pc:docMk/>
            <pc:sldMk cId="15191733" sldId="461"/>
            <ac:spMk id="6" creationId="{4B1434DD-739D-48EE-822A-8E8DCC1A72EA}"/>
          </ac:spMkLst>
        </pc:spChg>
        <pc:picChg chg="add del mod">
          <ac:chgData name="Euclides Paim" userId="0d84fb374bcffaab" providerId="Windows Live" clId="Web-{32DF7CB5-D15C-450C-AACF-44E92E8C81C2}" dt="2020-11-23T18:05:06.829" v="972"/>
          <ac:picMkLst>
            <pc:docMk/>
            <pc:sldMk cId="15191733" sldId="461"/>
            <ac:picMk id="2" creationId="{AC63B5B0-3540-45B9-A413-B286EF5C2D32}"/>
          </ac:picMkLst>
        </pc:picChg>
        <pc:picChg chg="add mod">
          <ac:chgData name="Euclides Paim" userId="0d84fb374bcffaab" providerId="Windows Live" clId="Web-{32DF7CB5-D15C-450C-AACF-44E92E8C81C2}" dt="2020-11-23T18:05:42.408" v="977" actId="1076"/>
          <ac:picMkLst>
            <pc:docMk/>
            <pc:sldMk cId="15191733" sldId="461"/>
            <ac:picMk id="7" creationId="{A3DEABBC-ED0C-479B-AA8A-28B247F4831E}"/>
          </ac:picMkLst>
        </pc:picChg>
      </pc:sldChg>
      <pc:sldChg chg="addSp modSp add ord replId">
        <pc:chgData name="Euclides Paim" userId="0d84fb374bcffaab" providerId="Windows Live" clId="Web-{32DF7CB5-D15C-450C-AACF-44E92E8C81C2}" dt="2020-11-23T19:43:27.863" v="2738" actId="20577"/>
        <pc:sldMkLst>
          <pc:docMk/>
          <pc:sldMk cId="2546791639" sldId="462"/>
        </pc:sldMkLst>
        <pc:spChg chg="add mod">
          <ac:chgData name="Euclides Paim" userId="0d84fb374bcffaab" providerId="Windows Live" clId="Web-{32DF7CB5-D15C-450C-AACF-44E92E8C81C2}" dt="2020-11-23T18:17:03.518" v="1226"/>
          <ac:spMkLst>
            <pc:docMk/>
            <pc:sldMk cId="2546791639" sldId="462"/>
            <ac:spMk id="2" creationId="{A53F4227-2936-4C34-ABA6-39D54413E9F2}"/>
          </ac:spMkLst>
        </pc:spChg>
        <pc:spChg chg="mod">
          <ac:chgData name="Euclides Paim" userId="0d84fb374bcffaab" providerId="Windows Live" clId="Web-{32DF7CB5-D15C-450C-AACF-44E92E8C81C2}" dt="2020-11-23T18:06:42.363" v="983" actId="20577"/>
          <ac:spMkLst>
            <pc:docMk/>
            <pc:sldMk cId="2546791639" sldId="462"/>
            <ac:spMk id="4" creationId="{38473EF7-5FA0-4FD2-8C41-5AB04D0B7A92}"/>
          </ac:spMkLst>
        </pc:spChg>
        <pc:spChg chg="mod">
          <ac:chgData name="Euclides Paim" userId="0d84fb374bcffaab" providerId="Windows Live" clId="Web-{32DF7CB5-D15C-450C-AACF-44E92E8C81C2}" dt="2020-11-23T19:43:27.863" v="2738" actId="20577"/>
          <ac:spMkLst>
            <pc:docMk/>
            <pc:sldMk cId="2546791639" sldId="462"/>
            <ac:spMk id="6" creationId="{4B1434DD-739D-48EE-822A-8E8DCC1A72EA}"/>
          </ac:spMkLst>
        </pc:spChg>
      </pc:sldChg>
      <pc:sldChg chg="modSp add replId">
        <pc:chgData name="Euclides Paim" userId="0d84fb374bcffaab" providerId="Windows Live" clId="Web-{32DF7CB5-D15C-450C-AACF-44E92E8C81C2}" dt="2020-11-23T19:43:46.145" v="2742" actId="1076"/>
        <pc:sldMkLst>
          <pc:docMk/>
          <pc:sldMk cId="262578183" sldId="463"/>
        </pc:sldMkLst>
        <pc:spChg chg="mod">
          <ac:chgData name="Euclides Paim" userId="0d84fb374bcffaab" providerId="Windows Live" clId="Web-{32DF7CB5-D15C-450C-AACF-44E92E8C81C2}" dt="2020-11-23T19:43:46.145" v="2742" actId="1076"/>
          <ac:spMkLst>
            <pc:docMk/>
            <pc:sldMk cId="262578183" sldId="463"/>
            <ac:spMk id="6" creationId="{4B1434DD-739D-48EE-822A-8E8DCC1A72EA}"/>
          </ac:spMkLst>
        </pc:spChg>
      </pc:sldChg>
      <pc:sldChg chg="modSp add replId">
        <pc:chgData name="Euclides Paim" userId="0d84fb374bcffaab" providerId="Windows Live" clId="Web-{32DF7CB5-D15C-450C-AACF-44E92E8C81C2}" dt="2020-11-23T19:43:40.676" v="2741" actId="1076"/>
        <pc:sldMkLst>
          <pc:docMk/>
          <pc:sldMk cId="2141734164" sldId="464"/>
        </pc:sldMkLst>
        <pc:spChg chg="mod">
          <ac:chgData name="Euclides Paim" userId="0d84fb374bcffaab" providerId="Windows Live" clId="Web-{32DF7CB5-D15C-450C-AACF-44E92E8C81C2}" dt="2020-11-23T19:43:40.676" v="2741" actId="1076"/>
          <ac:spMkLst>
            <pc:docMk/>
            <pc:sldMk cId="2141734164" sldId="464"/>
            <ac:spMk id="6" creationId="{4B1434DD-739D-48EE-822A-8E8DCC1A72EA}"/>
          </ac:spMkLst>
        </pc:spChg>
      </pc:sldChg>
      <pc:sldChg chg="modSp add replId">
        <pc:chgData name="Euclides Paim" userId="0d84fb374bcffaab" providerId="Windows Live" clId="Web-{32DF7CB5-D15C-450C-AACF-44E92E8C81C2}" dt="2020-11-23T19:43:53.302" v="2743" actId="1076"/>
        <pc:sldMkLst>
          <pc:docMk/>
          <pc:sldMk cId="4013883056" sldId="465"/>
        </pc:sldMkLst>
        <pc:spChg chg="mod">
          <ac:chgData name="Euclides Paim" userId="0d84fb374bcffaab" providerId="Windows Live" clId="Web-{32DF7CB5-D15C-450C-AACF-44E92E8C81C2}" dt="2020-11-23T19:43:53.302" v="2743" actId="1076"/>
          <ac:spMkLst>
            <pc:docMk/>
            <pc:sldMk cId="4013883056" sldId="465"/>
            <ac:spMk id="6" creationId="{4B1434DD-739D-48EE-822A-8E8DCC1A72EA}"/>
          </ac:spMkLst>
        </pc:spChg>
      </pc:sldChg>
      <pc:sldChg chg="modSp add ord replId">
        <pc:chgData name="Euclides Paim" userId="0d84fb374bcffaab" providerId="Windows Live" clId="Web-{32DF7CB5-D15C-450C-AACF-44E92E8C81C2}" dt="2020-11-23T19:44:22.505" v="2744" actId="20577"/>
        <pc:sldMkLst>
          <pc:docMk/>
          <pc:sldMk cId="3386352960" sldId="466"/>
        </pc:sldMkLst>
        <pc:spChg chg="mod">
          <ac:chgData name="Euclides Paim" userId="0d84fb374bcffaab" providerId="Windows Live" clId="Web-{32DF7CB5-D15C-450C-AACF-44E92E8C81C2}" dt="2020-11-23T18:32:45.401" v="1533" actId="20577"/>
          <ac:spMkLst>
            <pc:docMk/>
            <pc:sldMk cId="3386352960" sldId="466"/>
            <ac:spMk id="4" creationId="{38473EF7-5FA0-4FD2-8C41-5AB04D0B7A92}"/>
          </ac:spMkLst>
        </pc:spChg>
        <pc:spChg chg="mod">
          <ac:chgData name="Euclides Paim" userId="0d84fb374bcffaab" providerId="Windows Live" clId="Web-{32DF7CB5-D15C-450C-AACF-44E92E8C81C2}" dt="2020-11-23T19:44:22.505" v="2744" actId="20577"/>
          <ac:spMkLst>
            <pc:docMk/>
            <pc:sldMk cId="3386352960" sldId="466"/>
            <ac:spMk id="6" creationId="{4B1434DD-739D-48EE-822A-8E8DCC1A72EA}"/>
          </ac:spMkLst>
        </pc:spChg>
      </pc:sldChg>
      <pc:sldChg chg="modSp add replId">
        <pc:chgData name="Euclides Paim" userId="0d84fb374bcffaab" providerId="Windows Live" clId="Web-{32DF7CB5-D15C-450C-AACF-44E92E8C81C2}" dt="2020-11-23T18:32:21.556" v="1526" actId="1076"/>
        <pc:sldMkLst>
          <pc:docMk/>
          <pc:sldMk cId="4085999243" sldId="467"/>
        </pc:sldMkLst>
        <pc:spChg chg="mod">
          <ac:chgData name="Euclides Paim" userId="0d84fb374bcffaab" providerId="Windows Live" clId="Web-{32DF7CB5-D15C-450C-AACF-44E92E8C81C2}" dt="2020-11-23T18:32:21.556" v="1526" actId="1076"/>
          <ac:spMkLst>
            <pc:docMk/>
            <pc:sldMk cId="4085999243" sldId="467"/>
            <ac:spMk id="6" creationId="{4B1434DD-739D-48EE-822A-8E8DCC1A72EA}"/>
          </ac:spMkLst>
        </pc:spChg>
      </pc:sldChg>
      <pc:sldChg chg="addSp modSp add replId">
        <pc:chgData name="Euclides Paim" userId="0d84fb374bcffaab" providerId="Windows Live" clId="Web-{32DF7CB5-D15C-450C-AACF-44E92E8C81C2}" dt="2020-11-23T18:41:06.053" v="1700" actId="1076"/>
        <pc:sldMkLst>
          <pc:docMk/>
          <pc:sldMk cId="2981028587" sldId="468"/>
        </pc:sldMkLst>
        <pc:spChg chg="mod">
          <ac:chgData name="Euclides Paim" userId="0d84fb374bcffaab" providerId="Windows Live" clId="Web-{32DF7CB5-D15C-450C-AACF-44E92E8C81C2}" dt="2020-11-23T18:39:26.207" v="1675" actId="1076"/>
          <ac:spMkLst>
            <pc:docMk/>
            <pc:sldMk cId="2981028587" sldId="468"/>
            <ac:spMk id="6" creationId="{4B1434DD-739D-48EE-822A-8E8DCC1A72EA}"/>
          </ac:spMkLst>
        </pc:spChg>
        <pc:picChg chg="add mod">
          <ac:chgData name="Euclides Paim" userId="0d84fb374bcffaab" providerId="Windows Live" clId="Web-{32DF7CB5-D15C-450C-AACF-44E92E8C81C2}" dt="2020-11-23T18:41:06.053" v="1700" actId="1076"/>
          <ac:picMkLst>
            <pc:docMk/>
            <pc:sldMk cId="2981028587" sldId="468"/>
            <ac:picMk id="2" creationId="{1E61F74C-6115-4561-9249-65B2D145CF5A}"/>
          </ac:picMkLst>
        </pc:picChg>
      </pc:sldChg>
      <pc:sldChg chg="addSp modSp add replId">
        <pc:chgData name="Euclides Paim" userId="0d84fb374bcffaab" providerId="Windows Live" clId="Web-{32DF7CB5-D15C-450C-AACF-44E92E8C81C2}" dt="2020-11-23T19:24:23.960" v="2609" actId="1076"/>
        <pc:sldMkLst>
          <pc:docMk/>
          <pc:sldMk cId="3183862661" sldId="469"/>
        </pc:sldMkLst>
        <pc:spChg chg="mod">
          <ac:chgData name="Euclides Paim" userId="0d84fb374bcffaab" providerId="Windows Live" clId="Web-{32DF7CB5-D15C-450C-AACF-44E92E8C81C2}" dt="2020-11-23T18:40:18.412" v="1696" actId="20577"/>
          <ac:spMkLst>
            <pc:docMk/>
            <pc:sldMk cId="3183862661" sldId="469"/>
            <ac:spMk id="4" creationId="{38473EF7-5FA0-4FD2-8C41-5AB04D0B7A92}"/>
          </ac:spMkLst>
        </pc:spChg>
        <pc:spChg chg="mod">
          <ac:chgData name="Euclides Paim" userId="0d84fb374bcffaab" providerId="Windows Live" clId="Web-{32DF7CB5-D15C-450C-AACF-44E92E8C81C2}" dt="2020-11-23T18:49:59.691" v="1901" actId="20577"/>
          <ac:spMkLst>
            <pc:docMk/>
            <pc:sldMk cId="3183862661" sldId="469"/>
            <ac:spMk id="6" creationId="{4B1434DD-739D-48EE-822A-8E8DCC1A72EA}"/>
          </ac:spMkLst>
        </pc:spChg>
        <pc:picChg chg="add mod">
          <ac:chgData name="Euclides Paim" userId="0d84fb374bcffaab" providerId="Windows Live" clId="Web-{32DF7CB5-D15C-450C-AACF-44E92E8C81C2}" dt="2020-11-23T19:24:23.960" v="2609" actId="1076"/>
          <ac:picMkLst>
            <pc:docMk/>
            <pc:sldMk cId="3183862661" sldId="469"/>
            <ac:picMk id="2" creationId="{BAC5B66B-9FEA-4CBE-AAD9-020B1427FD75}"/>
          </ac:picMkLst>
        </pc:picChg>
      </pc:sldChg>
      <pc:sldChg chg="modSp add del replId">
        <pc:chgData name="Euclides Paim" userId="0d84fb374bcffaab" providerId="Windows Live" clId="Web-{32DF7CB5-D15C-450C-AACF-44E92E8C81C2}" dt="2020-11-23T18:45:15.106" v="1813"/>
        <pc:sldMkLst>
          <pc:docMk/>
          <pc:sldMk cId="3320538254" sldId="470"/>
        </pc:sldMkLst>
        <pc:spChg chg="mod">
          <ac:chgData name="Euclides Paim" userId="0d84fb374bcffaab" providerId="Windows Live" clId="Web-{32DF7CB5-D15C-450C-AACF-44E92E8C81C2}" dt="2020-11-23T18:45:12.325" v="1812" actId="20577"/>
          <ac:spMkLst>
            <pc:docMk/>
            <pc:sldMk cId="3320538254" sldId="470"/>
            <ac:spMk id="6" creationId="{4B1434DD-739D-48EE-822A-8E8DCC1A72EA}"/>
          </ac:spMkLst>
        </pc:spChg>
      </pc:sldChg>
      <pc:sldChg chg="modSp add replId">
        <pc:chgData name="Euclides Paim" userId="0d84fb374bcffaab" providerId="Windows Live" clId="Web-{32DF7CB5-D15C-450C-AACF-44E92E8C81C2}" dt="2020-11-23T18:50:17.301" v="1907" actId="1076"/>
        <pc:sldMkLst>
          <pc:docMk/>
          <pc:sldMk cId="4208303474" sldId="470"/>
        </pc:sldMkLst>
        <pc:spChg chg="mod">
          <ac:chgData name="Euclides Paim" userId="0d84fb374bcffaab" providerId="Windows Live" clId="Web-{32DF7CB5-D15C-450C-AACF-44E92E8C81C2}" dt="2020-11-23T18:50:17.301" v="1907" actId="1076"/>
          <ac:spMkLst>
            <pc:docMk/>
            <pc:sldMk cId="4208303474" sldId="470"/>
            <ac:spMk id="6" creationId="{4B1434DD-739D-48EE-822A-8E8DCC1A72EA}"/>
          </ac:spMkLst>
        </pc:spChg>
      </pc:sldChg>
      <pc:sldChg chg="modSp add replId">
        <pc:chgData name="Euclides Paim" userId="0d84fb374bcffaab" providerId="Windows Live" clId="Web-{32DF7CB5-D15C-450C-AACF-44E92E8C81C2}" dt="2020-11-23T19:05:51.355" v="2174" actId="20577"/>
        <pc:sldMkLst>
          <pc:docMk/>
          <pc:sldMk cId="3716974754" sldId="471"/>
        </pc:sldMkLst>
        <pc:spChg chg="mod">
          <ac:chgData name="Euclides Paim" userId="0d84fb374bcffaab" providerId="Windows Live" clId="Web-{32DF7CB5-D15C-450C-AACF-44E92E8C81C2}" dt="2020-11-23T19:05:51.355" v="2174" actId="20577"/>
          <ac:spMkLst>
            <pc:docMk/>
            <pc:sldMk cId="3716974754" sldId="471"/>
            <ac:spMk id="6" creationId="{4B1434DD-739D-48EE-822A-8E8DCC1A72EA}"/>
          </ac:spMkLst>
        </pc:spChg>
      </pc:sldChg>
      <pc:sldChg chg="addSp modSp add replId">
        <pc:chgData name="Euclides Paim" userId="0d84fb374bcffaab" providerId="Windows Live" clId="Web-{32DF7CB5-D15C-450C-AACF-44E92E8C81C2}" dt="2020-11-23T19:26:14.260" v="2616" actId="1076"/>
        <pc:sldMkLst>
          <pc:docMk/>
          <pc:sldMk cId="2337037654" sldId="472"/>
        </pc:sldMkLst>
        <pc:spChg chg="mod">
          <ac:chgData name="Euclides Paim" userId="0d84fb374bcffaab" providerId="Windows Live" clId="Web-{32DF7CB5-D15C-450C-AACF-44E92E8C81C2}" dt="2020-11-23T19:05:58.246" v="2177" actId="20577"/>
          <ac:spMkLst>
            <pc:docMk/>
            <pc:sldMk cId="2337037654" sldId="472"/>
            <ac:spMk id="6" creationId="{4B1434DD-739D-48EE-822A-8E8DCC1A72EA}"/>
          </ac:spMkLst>
        </pc:spChg>
        <pc:picChg chg="add mod">
          <ac:chgData name="Euclides Paim" userId="0d84fb374bcffaab" providerId="Windows Live" clId="Web-{32DF7CB5-D15C-450C-AACF-44E92E8C81C2}" dt="2020-11-23T19:26:14.260" v="2616" actId="1076"/>
          <ac:picMkLst>
            <pc:docMk/>
            <pc:sldMk cId="2337037654" sldId="472"/>
            <ac:picMk id="2" creationId="{C2504E86-C052-43C8-A43D-CA1AA714FA6D}"/>
          </ac:picMkLst>
        </pc:picChg>
      </pc:sldChg>
      <pc:sldChg chg="modSp add replId">
        <pc:chgData name="Euclides Paim" userId="0d84fb374bcffaab" providerId="Windows Live" clId="Web-{32DF7CB5-D15C-450C-AACF-44E92E8C81C2}" dt="2020-11-23T19:13:01.631" v="2269" actId="20577"/>
        <pc:sldMkLst>
          <pc:docMk/>
          <pc:sldMk cId="2291233337" sldId="473"/>
        </pc:sldMkLst>
        <pc:spChg chg="mod">
          <ac:chgData name="Euclides Paim" userId="0d84fb374bcffaab" providerId="Windows Live" clId="Web-{32DF7CB5-D15C-450C-AACF-44E92E8C81C2}" dt="2020-11-23T19:10:29.846" v="2203" actId="20577"/>
          <ac:spMkLst>
            <pc:docMk/>
            <pc:sldMk cId="2291233337" sldId="473"/>
            <ac:spMk id="4" creationId="{38473EF7-5FA0-4FD2-8C41-5AB04D0B7A92}"/>
          </ac:spMkLst>
        </pc:spChg>
        <pc:spChg chg="mod">
          <ac:chgData name="Euclides Paim" userId="0d84fb374bcffaab" providerId="Windows Live" clId="Web-{32DF7CB5-D15C-450C-AACF-44E92E8C81C2}" dt="2020-11-23T19:13:01.631" v="2269" actId="20577"/>
          <ac:spMkLst>
            <pc:docMk/>
            <pc:sldMk cId="2291233337" sldId="473"/>
            <ac:spMk id="6" creationId="{4B1434DD-739D-48EE-822A-8E8DCC1A72EA}"/>
          </ac:spMkLst>
        </pc:spChg>
      </pc:sldChg>
      <pc:sldChg chg="modSp add replId">
        <pc:chgData name="Euclides Paim" userId="0d84fb374bcffaab" providerId="Windows Live" clId="Web-{32DF7CB5-D15C-450C-AACF-44E92E8C81C2}" dt="2020-11-23T19:15:15.025" v="2325" actId="20577"/>
        <pc:sldMkLst>
          <pc:docMk/>
          <pc:sldMk cId="3208459523" sldId="474"/>
        </pc:sldMkLst>
        <pc:spChg chg="mod">
          <ac:chgData name="Euclides Paim" userId="0d84fb374bcffaab" providerId="Windows Live" clId="Web-{32DF7CB5-D15C-450C-AACF-44E92E8C81C2}" dt="2020-11-23T19:15:15.025" v="2325" actId="20577"/>
          <ac:spMkLst>
            <pc:docMk/>
            <pc:sldMk cId="3208459523" sldId="474"/>
            <ac:spMk id="6" creationId="{4B1434DD-739D-48EE-822A-8E8DCC1A72EA}"/>
          </ac:spMkLst>
        </pc:spChg>
      </pc:sldChg>
      <pc:sldChg chg="modSp add replId">
        <pc:chgData name="Euclides Paim" userId="0d84fb374bcffaab" providerId="Windows Live" clId="Web-{32DF7CB5-D15C-450C-AACF-44E92E8C81C2}" dt="2020-11-23T19:20:23.673" v="2457" actId="20577"/>
        <pc:sldMkLst>
          <pc:docMk/>
          <pc:sldMk cId="1298804034" sldId="475"/>
        </pc:sldMkLst>
        <pc:spChg chg="mod">
          <ac:chgData name="Euclides Paim" userId="0d84fb374bcffaab" providerId="Windows Live" clId="Web-{32DF7CB5-D15C-450C-AACF-44E92E8C81C2}" dt="2020-11-23T19:20:23.673" v="2457" actId="20577"/>
          <ac:spMkLst>
            <pc:docMk/>
            <pc:sldMk cId="1298804034" sldId="475"/>
            <ac:spMk id="6" creationId="{4B1434DD-739D-48EE-822A-8E8DCC1A72EA}"/>
          </ac:spMkLst>
        </pc:spChg>
      </pc:sldChg>
      <pc:sldChg chg="addSp modSp add replId">
        <pc:chgData name="Euclides Paim" userId="0d84fb374bcffaab" providerId="Windows Live" clId="Web-{32DF7CB5-D15C-450C-AACF-44E92E8C81C2}" dt="2020-11-23T19:25:41.556" v="2613" actId="1076"/>
        <pc:sldMkLst>
          <pc:docMk/>
          <pc:sldMk cId="337133691" sldId="476"/>
        </pc:sldMkLst>
        <pc:spChg chg="mod">
          <ac:chgData name="Euclides Paim" userId="0d84fb374bcffaab" providerId="Windows Live" clId="Web-{32DF7CB5-D15C-450C-AACF-44E92E8C81C2}" dt="2020-11-23T19:23:11.334" v="2604" actId="20577"/>
          <ac:spMkLst>
            <pc:docMk/>
            <pc:sldMk cId="337133691" sldId="476"/>
            <ac:spMk id="4" creationId="{38473EF7-5FA0-4FD2-8C41-5AB04D0B7A92}"/>
          </ac:spMkLst>
        </pc:spChg>
        <pc:spChg chg="mod">
          <ac:chgData name="Euclides Paim" userId="0d84fb374bcffaab" providerId="Windows Live" clId="Web-{32DF7CB5-D15C-450C-AACF-44E92E8C81C2}" dt="2020-11-23T19:23:14.193" v="2607" actId="1076"/>
          <ac:spMkLst>
            <pc:docMk/>
            <pc:sldMk cId="337133691" sldId="476"/>
            <ac:spMk id="6" creationId="{4B1434DD-739D-48EE-822A-8E8DCC1A72EA}"/>
          </ac:spMkLst>
        </pc:spChg>
        <pc:picChg chg="add mod">
          <ac:chgData name="Euclides Paim" userId="0d84fb374bcffaab" providerId="Windows Live" clId="Web-{32DF7CB5-D15C-450C-AACF-44E92E8C81C2}" dt="2020-11-23T19:25:41.556" v="2613" actId="1076"/>
          <ac:picMkLst>
            <pc:docMk/>
            <pc:sldMk cId="337133691" sldId="476"/>
            <ac:picMk id="2" creationId="{AA981626-84AE-4AD4-8ECE-DD0ECAE6F7F7}"/>
          </ac:picMkLst>
        </pc:picChg>
      </pc:sldChg>
      <pc:sldChg chg="add del replId">
        <pc:chgData name="Euclides Paim" userId="0d84fb374bcffaab" providerId="Windows Live" clId="Web-{32DF7CB5-D15C-450C-AACF-44E92E8C81C2}" dt="2020-11-23T19:18:37.514" v="2406"/>
        <pc:sldMkLst>
          <pc:docMk/>
          <pc:sldMk cId="2957143831" sldId="476"/>
        </pc:sldMkLst>
      </pc:sldChg>
      <pc:sldChg chg="add del replId">
        <pc:chgData name="Euclides Paim" userId="0d84fb374bcffaab" providerId="Windows Live" clId="Web-{32DF7CB5-D15C-450C-AACF-44E92E8C81C2}" dt="2020-11-23T19:23:04.365" v="2600"/>
        <pc:sldMkLst>
          <pc:docMk/>
          <pc:sldMk cId="3371339539" sldId="476"/>
        </pc:sldMkLst>
      </pc:sldChg>
    </pc:docChg>
  </pc:docChgLst>
  <pc:docChgLst>
    <pc:chgData name="Euclides Paim" userId="0d84fb374bcffaab" providerId="Windows Live" clId="Web-{5F46334F-8F3E-45ED-A882-0BFA29D5861B}"/>
    <pc:docChg chg="modSld">
      <pc:chgData name="Euclides Paim" userId="0d84fb374bcffaab" providerId="Windows Live" clId="Web-{5F46334F-8F3E-45ED-A882-0BFA29D5861B}" dt="2020-11-24T12:15:49.876" v="9" actId="20577"/>
      <pc:docMkLst>
        <pc:docMk/>
      </pc:docMkLst>
      <pc:sldChg chg="modSp">
        <pc:chgData name="Euclides Paim" userId="0d84fb374bcffaab" providerId="Windows Live" clId="Web-{5F46334F-8F3E-45ED-A882-0BFA29D5861B}" dt="2020-11-24T12:15:49.876" v="8" actId="20577"/>
        <pc:sldMkLst>
          <pc:docMk/>
          <pc:sldMk cId="1630246936" sldId="450"/>
        </pc:sldMkLst>
        <pc:spChg chg="mod">
          <ac:chgData name="Euclides Paim" userId="0d84fb374bcffaab" providerId="Windows Live" clId="Web-{5F46334F-8F3E-45ED-A882-0BFA29D5861B}" dt="2020-11-24T12:15:49.876" v="8" actId="20577"/>
          <ac:spMkLst>
            <pc:docMk/>
            <pc:sldMk cId="1630246936" sldId="450"/>
            <ac:spMk id="2" creationId="{1BF0518E-36A4-47FD-B1E1-EBB3E72EE1AF}"/>
          </ac:spMkLst>
        </pc:spChg>
      </pc:sldChg>
    </pc:docChg>
  </pc:docChgLst>
  <pc:docChgLst>
    <pc:chgData name="Euclides Paim" userId="0d84fb374bcffaab" providerId="Windows Live" clId="Web-{25AFC5BF-47E1-471A-9E1F-38ED5BE956D7}"/>
    <pc:docChg chg="addSld delSld modSld sldOrd">
      <pc:chgData name="Euclides Paim" userId="0d84fb374bcffaab" providerId="Windows Live" clId="Web-{25AFC5BF-47E1-471A-9E1F-38ED5BE956D7}" dt="2020-12-07T17:23:28.303" v="931"/>
      <pc:docMkLst>
        <pc:docMk/>
      </pc:docMkLst>
      <pc:sldChg chg="addSp delSp">
        <pc:chgData name="Euclides Paim" userId="0d84fb374bcffaab" providerId="Windows Live" clId="Web-{25AFC5BF-47E1-471A-9E1F-38ED5BE956D7}" dt="2020-12-07T12:05:57.919" v="82"/>
        <pc:sldMkLst>
          <pc:docMk/>
          <pc:sldMk cId="1326019757" sldId="429"/>
        </pc:sldMkLst>
        <pc:spChg chg="del">
          <ac:chgData name="Euclides Paim" userId="0d84fb374bcffaab" providerId="Windows Live" clId="Web-{25AFC5BF-47E1-471A-9E1F-38ED5BE956D7}" dt="2020-12-07T12:05:57.263" v="81"/>
          <ac:spMkLst>
            <pc:docMk/>
            <pc:sldMk cId="1326019757" sldId="429"/>
            <ac:spMk id="3" creationId="{F9EADFB8-7453-4068-8BFF-A68E3A1AD7B8}"/>
          </ac:spMkLst>
        </pc:spChg>
        <pc:spChg chg="add">
          <ac:chgData name="Euclides Paim" userId="0d84fb374bcffaab" providerId="Windows Live" clId="Web-{25AFC5BF-47E1-471A-9E1F-38ED5BE956D7}" dt="2020-12-07T12:05:57.919" v="82"/>
          <ac:spMkLst>
            <pc:docMk/>
            <pc:sldMk cId="1326019757" sldId="429"/>
            <ac:spMk id="5" creationId="{6A556024-CD6B-484A-9850-F84DA495DBA8}"/>
          </ac:spMkLst>
        </pc:spChg>
      </pc:sldChg>
      <pc:sldChg chg="addSp delSp ord">
        <pc:chgData name="Euclides Paim" userId="0d84fb374bcffaab" providerId="Windows Live" clId="Web-{25AFC5BF-47E1-471A-9E1F-38ED5BE956D7}" dt="2020-12-07T12:05:53.341" v="80"/>
        <pc:sldMkLst>
          <pc:docMk/>
          <pc:sldMk cId="1441428431" sldId="430"/>
        </pc:sldMkLst>
        <pc:spChg chg="del">
          <ac:chgData name="Euclides Paim" userId="0d84fb374bcffaab" providerId="Windows Live" clId="Web-{25AFC5BF-47E1-471A-9E1F-38ED5BE956D7}" dt="2020-12-07T12:05:52.779" v="79"/>
          <ac:spMkLst>
            <pc:docMk/>
            <pc:sldMk cId="1441428431" sldId="430"/>
            <ac:spMk id="3" creationId="{61A23740-EE54-4910-B21A-EBDBEFA1265A}"/>
          </ac:spMkLst>
        </pc:spChg>
        <pc:spChg chg="add">
          <ac:chgData name="Euclides Paim" userId="0d84fb374bcffaab" providerId="Windows Live" clId="Web-{25AFC5BF-47E1-471A-9E1F-38ED5BE956D7}" dt="2020-12-07T12:05:53.341" v="80"/>
          <ac:spMkLst>
            <pc:docMk/>
            <pc:sldMk cId="1441428431" sldId="430"/>
            <ac:spMk id="5" creationId="{6103E2AB-69E9-40D5-9985-B98BB61694C2}"/>
          </ac:spMkLst>
        </pc:spChg>
      </pc:sldChg>
      <pc:sldChg chg="add">
        <pc:chgData name="Euclides Paim" userId="0d84fb374bcffaab" providerId="Windows Live" clId="Web-{25AFC5BF-47E1-471A-9E1F-38ED5BE956D7}" dt="2020-12-07T12:03:51.649" v="29"/>
        <pc:sldMkLst>
          <pc:docMk/>
          <pc:sldMk cId="3266505661" sldId="431"/>
        </pc:sldMkLst>
      </pc:sldChg>
      <pc:sldChg chg="addSp delSp modSp add">
        <pc:chgData name="Euclides Paim" userId="0d84fb374bcffaab" providerId="Windows Live" clId="Web-{25AFC5BF-47E1-471A-9E1F-38ED5BE956D7}" dt="2020-12-07T12:50:09.435" v="848" actId="20577"/>
        <pc:sldMkLst>
          <pc:docMk/>
          <pc:sldMk cId="3502871005" sldId="432"/>
        </pc:sldMkLst>
        <pc:spChg chg="mod">
          <ac:chgData name="Euclides Paim" userId="0d84fb374bcffaab" providerId="Windows Live" clId="Web-{25AFC5BF-47E1-471A-9E1F-38ED5BE956D7}" dt="2020-12-07T12:50:09.435" v="848" actId="20577"/>
          <ac:spMkLst>
            <pc:docMk/>
            <pc:sldMk cId="3502871005" sldId="432"/>
            <ac:spMk id="5" creationId="{3ABC55EB-E9B5-4F7D-8E11-24A2416380F9}"/>
          </ac:spMkLst>
        </pc:spChg>
        <pc:spChg chg="del">
          <ac:chgData name="Euclides Paim" userId="0d84fb374bcffaab" providerId="Windows Live" clId="Web-{25AFC5BF-47E1-471A-9E1F-38ED5BE956D7}" dt="2020-12-07T12:05:47.685" v="77"/>
          <ac:spMkLst>
            <pc:docMk/>
            <pc:sldMk cId="3502871005" sldId="432"/>
            <ac:spMk id="6" creationId="{8336EA6A-68C1-4BC1-B366-88CABF4B31C2}"/>
          </ac:spMkLst>
        </pc:spChg>
        <pc:spChg chg="add">
          <ac:chgData name="Euclides Paim" userId="0d84fb374bcffaab" providerId="Windows Live" clId="Web-{25AFC5BF-47E1-471A-9E1F-38ED5BE956D7}" dt="2020-12-07T12:05:48.185" v="78"/>
          <ac:spMkLst>
            <pc:docMk/>
            <pc:sldMk cId="3502871005" sldId="432"/>
            <ac:spMk id="9" creationId="{3C67F349-255B-4A63-AD12-CBC5649AEC25}"/>
          </ac:spMkLst>
        </pc:spChg>
      </pc:sldChg>
      <pc:sldChg chg="addSp delSp modSp add">
        <pc:chgData name="Euclides Paim" userId="0d84fb374bcffaab" providerId="Windows Live" clId="Web-{25AFC5BF-47E1-471A-9E1F-38ED5BE956D7}" dt="2020-12-07T12:49:50.747" v="845" actId="1076"/>
        <pc:sldMkLst>
          <pc:docMk/>
          <pc:sldMk cId="4128873233" sldId="433"/>
        </pc:sldMkLst>
        <pc:spChg chg="add">
          <ac:chgData name="Euclides Paim" userId="0d84fb374bcffaab" providerId="Windows Live" clId="Web-{25AFC5BF-47E1-471A-9E1F-38ED5BE956D7}" dt="2020-12-07T12:05:44.622" v="76"/>
          <ac:spMkLst>
            <pc:docMk/>
            <pc:sldMk cId="4128873233" sldId="433"/>
            <ac:spMk id="2" creationId="{EE77C086-D1C0-4B4E-8908-2B847A76A8B0}"/>
          </ac:spMkLst>
        </pc:spChg>
        <pc:spChg chg="mod">
          <ac:chgData name="Euclides Paim" userId="0d84fb374bcffaab" providerId="Windows Live" clId="Web-{25AFC5BF-47E1-471A-9E1F-38ED5BE956D7}" dt="2020-12-07T12:49:50.747" v="845" actId="1076"/>
          <ac:spMkLst>
            <pc:docMk/>
            <pc:sldMk cId="4128873233" sldId="433"/>
            <ac:spMk id="3" creationId="{E7D5B876-39D1-4617-A0D7-FED94360A3FE}"/>
          </ac:spMkLst>
        </pc:spChg>
        <pc:spChg chg="del">
          <ac:chgData name="Euclides Paim" userId="0d84fb374bcffaab" providerId="Windows Live" clId="Web-{25AFC5BF-47E1-471A-9E1F-38ED5BE956D7}" dt="2020-12-07T12:05:44.200" v="75"/>
          <ac:spMkLst>
            <pc:docMk/>
            <pc:sldMk cId="4128873233" sldId="433"/>
            <ac:spMk id="6" creationId="{8336EA6A-68C1-4BC1-B366-88CABF4B31C2}"/>
          </ac:spMkLst>
        </pc:spChg>
      </pc:sldChg>
      <pc:sldChg chg="addSp delSp modSp add">
        <pc:chgData name="Euclides Paim" userId="0d84fb374bcffaab" providerId="Windows Live" clId="Web-{25AFC5BF-47E1-471A-9E1F-38ED5BE956D7}" dt="2020-12-07T12:45:14.470" v="698" actId="20577"/>
        <pc:sldMkLst>
          <pc:docMk/>
          <pc:sldMk cId="1831839689" sldId="434"/>
        </pc:sldMkLst>
        <pc:spChg chg="add">
          <ac:chgData name="Euclides Paim" userId="0d84fb374bcffaab" providerId="Windows Live" clId="Web-{25AFC5BF-47E1-471A-9E1F-38ED5BE956D7}" dt="2020-12-07T12:05:41.466" v="74"/>
          <ac:spMkLst>
            <pc:docMk/>
            <pc:sldMk cId="1831839689" sldId="434"/>
            <ac:spMk id="2" creationId="{8F3F692A-9860-4A6E-A362-4F6B391451E2}"/>
          </ac:spMkLst>
        </pc:spChg>
        <pc:spChg chg="mod">
          <ac:chgData name="Euclides Paim" userId="0d84fb374bcffaab" providerId="Windows Live" clId="Web-{25AFC5BF-47E1-471A-9E1F-38ED5BE956D7}" dt="2020-12-07T12:45:14.470" v="698" actId="20577"/>
          <ac:spMkLst>
            <pc:docMk/>
            <pc:sldMk cId="1831839689" sldId="434"/>
            <ac:spMk id="3" creationId="{E7D5B876-39D1-4617-A0D7-FED94360A3FE}"/>
          </ac:spMkLst>
        </pc:spChg>
        <pc:spChg chg="del">
          <ac:chgData name="Euclides Paim" userId="0d84fb374bcffaab" providerId="Windows Live" clId="Web-{25AFC5BF-47E1-471A-9E1F-38ED5BE956D7}" dt="2020-12-07T12:05:40.872" v="73"/>
          <ac:spMkLst>
            <pc:docMk/>
            <pc:sldMk cId="1831839689" sldId="434"/>
            <ac:spMk id="6" creationId="{8336EA6A-68C1-4BC1-B366-88CABF4B31C2}"/>
          </ac:spMkLst>
        </pc:spChg>
      </pc:sldChg>
      <pc:sldChg chg="addSp delSp modSp add">
        <pc:chgData name="Euclides Paim" userId="0d84fb374bcffaab" providerId="Windows Live" clId="Web-{25AFC5BF-47E1-471A-9E1F-38ED5BE956D7}" dt="2020-12-07T12:41:53.774" v="637" actId="1076"/>
        <pc:sldMkLst>
          <pc:docMk/>
          <pc:sldMk cId="3226529352" sldId="435"/>
        </pc:sldMkLst>
        <pc:spChg chg="mod">
          <ac:chgData name="Euclides Paim" userId="0d84fb374bcffaab" providerId="Windows Live" clId="Web-{25AFC5BF-47E1-471A-9E1F-38ED5BE956D7}" dt="2020-12-07T12:41:53.774" v="637" actId="1076"/>
          <ac:spMkLst>
            <pc:docMk/>
            <pc:sldMk cId="3226529352" sldId="435"/>
            <ac:spMk id="3" creationId="{E7D5B876-39D1-4617-A0D7-FED94360A3FE}"/>
          </ac:spMkLst>
        </pc:spChg>
        <pc:spChg chg="add">
          <ac:chgData name="Euclides Paim" userId="0d84fb374bcffaab" providerId="Windows Live" clId="Web-{25AFC5BF-47E1-471A-9E1F-38ED5BE956D7}" dt="2020-12-07T12:05:37.700" v="72"/>
          <ac:spMkLst>
            <pc:docMk/>
            <pc:sldMk cId="3226529352" sldId="435"/>
            <ac:spMk id="5" creationId="{AB80FB3D-701C-4B37-B634-988013517FE3}"/>
          </ac:spMkLst>
        </pc:spChg>
        <pc:spChg chg="del">
          <ac:chgData name="Euclides Paim" userId="0d84fb374bcffaab" providerId="Windows Live" clId="Web-{25AFC5BF-47E1-471A-9E1F-38ED5BE956D7}" dt="2020-12-07T12:05:37.215" v="71"/>
          <ac:spMkLst>
            <pc:docMk/>
            <pc:sldMk cId="3226529352" sldId="435"/>
            <ac:spMk id="6" creationId="{8336EA6A-68C1-4BC1-B366-88CABF4B31C2}"/>
          </ac:spMkLst>
        </pc:spChg>
      </pc:sldChg>
      <pc:sldChg chg="addSp delSp modSp add del ord">
        <pc:chgData name="Euclides Paim" userId="0d84fb374bcffaab" providerId="Windows Live" clId="Web-{25AFC5BF-47E1-471A-9E1F-38ED5BE956D7}" dt="2020-12-07T17:23:28.303" v="931"/>
        <pc:sldMkLst>
          <pc:docMk/>
          <pc:sldMk cId="847621548" sldId="436"/>
        </pc:sldMkLst>
        <pc:spChg chg="add">
          <ac:chgData name="Euclides Paim" userId="0d84fb374bcffaab" providerId="Windows Live" clId="Web-{25AFC5BF-47E1-471A-9E1F-38ED5BE956D7}" dt="2020-12-07T12:05:34.465" v="70"/>
          <ac:spMkLst>
            <pc:docMk/>
            <pc:sldMk cId="847621548" sldId="436"/>
            <ac:spMk id="2" creationId="{AA69C5E8-D4A8-43EF-BD2C-2EB7E38505C4}"/>
          </ac:spMkLst>
        </pc:spChg>
        <pc:spChg chg="mod">
          <ac:chgData name="Euclides Paim" userId="0d84fb374bcffaab" providerId="Windows Live" clId="Web-{25AFC5BF-47E1-471A-9E1F-38ED5BE956D7}" dt="2020-12-07T12:59:37.928" v="925" actId="1076"/>
          <ac:spMkLst>
            <pc:docMk/>
            <pc:sldMk cId="847621548" sldId="436"/>
            <ac:spMk id="3" creationId="{E7D5B876-39D1-4617-A0D7-FED94360A3FE}"/>
          </ac:spMkLst>
        </pc:spChg>
        <pc:spChg chg="del">
          <ac:chgData name="Euclides Paim" userId="0d84fb374bcffaab" providerId="Windows Live" clId="Web-{25AFC5BF-47E1-471A-9E1F-38ED5BE956D7}" dt="2020-12-07T12:05:33.762" v="69"/>
          <ac:spMkLst>
            <pc:docMk/>
            <pc:sldMk cId="847621548" sldId="436"/>
            <ac:spMk id="6" creationId="{8336EA6A-68C1-4BC1-B366-88CABF4B31C2}"/>
          </ac:spMkLst>
        </pc:spChg>
      </pc:sldChg>
      <pc:sldChg chg="addSp delSp modSp add">
        <pc:chgData name="Euclides Paim" userId="0d84fb374bcffaab" providerId="Windows Live" clId="Web-{25AFC5BF-47E1-471A-9E1F-38ED5BE956D7}" dt="2020-12-07T12:35:18.914" v="515" actId="20577"/>
        <pc:sldMkLst>
          <pc:docMk/>
          <pc:sldMk cId="3396674877" sldId="437"/>
        </pc:sldMkLst>
        <pc:spChg chg="add">
          <ac:chgData name="Euclides Paim" userId="0d84fb374bcffaab" providerId="Windows Live" clId="Web-{25AFC5BF-47E1-471A-9E1F-38ED5BE956D7}" dt="2020-12-07T12:05:30.653" v="68"/>
          <ac:spMkLst>
            <pc:docMk/>
            <pc:sldMk cId="3396674877" sldId="437"/>
            <ac:spMk id="2" creationId="{D063E301-7D6A-433E-9202-3CF66846958B}"/>
          </ac:spMkLst>
        </pc:spChg>
        <pc:spChg chg="mod">
          <ac:chgData name="Euclides Paim" userId="0d84fb374bcffaab" providerId="Windows Live" clId="Web-{25AFC5BF-47E1-471A-9E1F-38ED5BE956D7}" dt="2020-12-07T12:35:18.914" v="515" actId="20577"/>
          <ac:spMkLst>
            <pc:docMk/>
            <pc:sldMk cId="3396674877" sldId="437"/>
            <ac:spMk id="3" creationId="{E7D5B876-39D1-4617-A0D7-FED94360A3FE}"/>
          </ac:spMkLst>
        </pc:spChg>
        <pc:spChg chg="del">
          <ac:chgData name="Euclides Paim" userId="0d84fb374bcffaab" providerId="Windows Live" clId="Web-{25AFC5BF-47E1-471A-9E1F-38ED5BE956D7}" dt="2020-12-07T12:05:30.121" v="67"/>
          <ac:spMkLst>
            <pc:docMk/>
            <pc:sldMk cId="3396674877" sldId="437"/>
            <ac:spMk id="6" creationId="{8336EA6A-68C1-4BC1-B366-88CABF4B31C2}"/>
          </ac:spMkLst>
        </pc:spChg>
      </pc:sldChg>
      <pc:sldChg chg="addSp delSp modSp add">
        <pc:chgData name="Euclides Paim" userId="0d84fb374bcffaab" providerId="Windows Live" clId="Web-{25AFC5BF-47E1-471A-9E1F-38ED5BE956D7}" dt="2020-12-07T12:51:56.471" v="858" actId="14100"/>
        <pc:sldMkLst>
          <pc:docMk/>
          <pc:sldMk cId="3517743519" sldId="438"/>
        </pc:sldMkLst>
        <pc:spChg chg="mod">
          <ac:chgData name="Euclides Paim" userId="0d84fb374bcffaab" providerId="Windows Live" clId="Web-{25AFC5BF-47E1-471A-9E1F-38ED5BE956D7}" dt="2020-12-07T12:51:56.471" v="858" actId="14100"/>
          <ac:spMkLst>
            <pc:docMk/>
            <pc:sldMk cId="3517743519" sldId="438"/>
            <ac:spMk id="2" creationId="{8A32E348-21AF-4870-9D4D-4B60BD34BB74}"/>
          </ac:spMkLst>
        </pc:spChg>
        <pc:spChg chg="mod">
          <ac:chgData name="Euclides Paim" userId="0d84fb374bcffaab" providerId="Windows Live" clId="Web-{25AFC5BF-47E1-471A-9E1F-38ED5BE956D7}" dt="2020-12-07T12:32:45.611" v="456" actId="20577"/>
          <ac:spMkLst>
            <pc:docMk/>
            <pc:sldMk cId="3517743519" sldId="438"/>
            <ac:spMk id="3" creationId="{E7D5B876-39D1-4617-A0D7-FED94360A3FE}"/>
          </ac:spMkLst>
        </pc:spChg>
        <pc:spChg chg="add">
          <ac:chgData name="Euclides Paim" userId="0d84fb374bcffaab" providerId="Windows Live" clId="Web-{25AFC5BF-47E1-471A-9E1F-38ED5BE956D7}" dt="2020-12-07T12:05:27.153" v="66"/>
          <ac:spMkLst>
            <pc:docMk/>
            <pc:sldMk cId="3517743519" sldId="438"/>
            <ac:spMk id="5" creationId="{87F1F5B0-AB1D-45EB-A1F5-44E675A77238}"/>
          </ac:spMkLst>
        </pc:spChg>
        <pc:spChg chg="del">
          <ac:chgData name="Euclides Paim" userId="0d84fb374bcffaab" providerId="Windows Live" clId="Web-{25AFC5BF-47E1-471A-9E1F-38ED5BE956D7}" dt="2020-12-07T12:05:26.590" v="65"/>
          <ac:spMkLst>
            <pc:docMk/>
            <pc:sldMk cId="3517743519" sldId="438"/>
            <ac:spMk id="6" creationId="{8336EA6A-68C1-4BC1-B366-88CABF4B31C2}"/>
          </ac:spMkLst>
        </pc:spChg>
      </pc:sldChg>
      <pc:sldChg chg="addSp delSp modSp add">
        <pc:chgData name="Euclides Paim" userId="0d84fb374bcffaab" providerId="Windows Live" clId="Web-{25AFC5BF-47E1-471A-9E1F-38ED5BE956D7}" dt="2020-12-07T12:51:43.174" v="857" actId="1076"/>
        <pc:sldMkLst>
          <pc:docMk/>
          <pc:sldMk cId="1798073994" sldId="439"/>
        </pc:sldMkLst>
        <pc:spChg chg="mod">
          <ac:chgData name="Euclides Paim" userId="0d84fb374bcffaab" providerId="Windows Live" clId="Web-{25AFC5BF-47E1-471A-9E1F-38ED5BE956D7}" dt="2020-12-07T12:30:12.433" v="403" actId="1076"/>
          <ac:spMkLst>
            <pc:docMk/>
            <pc:sldMk cId="1798073994" sldId="439"/>
            <ac:spMk id="2" creationId="{8A32E348-21AF-4870-9D4D-4B60BD34BB74}"/>
          </ac:spMkLst>
        </pc:spChg>
        <pc:spChg chg="mod">
          <ac:chgData name="Euclides Paim" userId="0d84fb374bcffaab" providerId="Windows Live" clId="Web-{25AFC5BF-47E1-471A-9E1F-38ED5BE956D7}" dt="2020-12-07T12:51:43.174" v="857" actId="1076"/>
          <ac:spMkLst>
            <pc:docMk/>
            <pc:sldMk cId="1798073994" sldId="439"/>
            <ac:spMk id="3" creationId="{E7D5B876-39D1-4617-A0D7-FED94360A3FE}"/>
          </ac:spMkLst>
        </pc:spChg>
        <pc:spChg chg="add">
          <ac:chgData name="Euclides Paim" userId="0d84fb374bcffaab" providerId="Windows Live" clId="Web-{25AFC5BF-47E1-471A-9E1F-38ED5BE956D7}" dt="2020-12-07T12:05:22.168" v="64"/>
          <ac:spMkLst>
            <pc:docMk/>
            <pc:sldMk cId="1798073994" sldId="439"/>
            <ac:spMk id="5" creationId="{2DA72C79-669F-4D8D-BCDF-46E9EE6106A9}"/>
          </ac:spMkLst>
        </pc:spChg>
        <pc:spChg chg="del">
          <ac:chgData name="Euclides Paim" userId="0d84fb374bcffaab" providerId="Windows Live" clId="Web-{25AFC5BF-47E1-471A-9E1F-38ED5BE956D7}" dt="2020-12-07T12:05:21.590" v="63"/>
          <ac:spMkLst>
            <pc:docMk/>
            <pc:sldMk cId="1798073994" sldId="439"/>
            <ac:spMk id="6" creationId="{8336EA6A-68C1-4BC1-B366-88CABF4B31C2}"/>
          </ac:spMkLst>
        </pc:spChg>
      </pc:sldChg>
      <pc:sldChg chg="addSp delSp modSp add">
        <pc:chgData name="Euclides Paim" userId="0d84fb374bcffaab" providerId="Windows Live" clId="Web-{25AFC5BF-47E1-471A-9E1F-38ED5BE956D7}" dt="2020-12-07T12:51:18.376" v="852" actId="14100"/>
        <pc:sldMkLst>
          <pc:docMk/>
          <pc:sldMk cId="2715907495" sldId="440"/>
        </pc:sldMkLst>
        <pc:spChg chg="mod">
          <ac:chgData name="Euclides Paim" userId="0d84fb374bcffaab" providerId="Windows Live" clId="Web-{25AFC5BF-47E1-471A-9E1F-38ED5BE956D7}" dt="2020-12-07T12:51:18.376" v="852" actId="14100"/>
          <ac:spMkLst>
            <pc:docMk/>
            <pc:sldMk cId="2715907495" sldId="440"/>
            <ac:spMk id="2" creationId="{806CAFC4-2336-4C16-BBC0-16E2475DD3F4}"/>
          </ac:spMkLst>
        </pc:spChg>
        <pc:spChg chg="mod">
          <ac:chgData name="Euclides Paim" userId="0d84fb374bcffaab" providerId="Windows Live" clId="Web-{25AFC5BF-47E1-471A-9E1F-38ED5BE956D7}" dt="2020-12-07T12:27:56.818" v="353" actId="20577"/>
          <ac:spMkLst>
            <pc:docMk/>
            <pc:sldMk cId="2715907495" sldId="440"/>
            <ac:spMk id="3" creationId="{E7D5B876-39D1-4617-A0D7-FED94360A3FE}"/>
          </ac:spMkLst>
        </pc:spChg>
        <pc:spChg chg="del">
          <ac:chgData name="Euclides Paim" userId="0d84fb374bcffaab" providerId="Windows Live" clId="Web-{25AFC5BF-47E1-471A-9E1F-38ED5BE956D7}" dt="2020-12-07T12:05:17.371" v="61"/>
          <ac:spMkLst>
            <pc:docMk/>
            <pc:sldMk cId="2715907495" sldId="440"/>
            <ac:spMk id="6" creationId="{8336EA6A-68C1-4BC1-B366-88CABF4B31C2}"/>
          </ac:spMkLst>
        </pc:spChg>
        <pc:spChg chg="add">
          <ac:chgData name="Euclides Paim" userId="0d84fb374bcffaab" providerId="Windows Live" clId="Web-{25AFC5BF-47E1-471A-9E1F-38ED5BE956D7}" dt="2020-12-07T12:05:18.449" v="62"/>
          <ac:spMkLst>
            <pc:docMk/>
            <pc:sldMk cId="2715907495" sldId="440"/>
            <ac:spMk id="8" creationId="{96194DA9-3D3C-4C3A-B55E-CF7E6D3590CD}"/>
          </ac:spMkLst>
        </pc:spChg>
      </pc:sldChg>
      <pc:sldChg chg="addSp delSp add">
        <pc:chgData name="Euclides Paim" userId="0d84fb374bcffaab" providerId="Windows Live" clId="Web-{25AFC5BF-47E1-471A-9E1F-38ED5BE956D7}" dt="2020-12-07T12:05:13.793" v="60"/>
        <pc:sldMkLst>
          <pc:docMk/>
          <pc:sldMk cId="1772262658" sldId="441"/>
        </pc:sldMkLst>
        <pc:spChg chg="add">
          <ac:chgData name="Euclides Paim" userId="0d84fb374bcffaab" providerId="Windows Live" clId="Web-{25AFC5BF-47E1-471A-9E1F-38ED5BE956D7}" dt="2020-12-07T12:05:13.793" v="60"/>
          <ac:spMkLst>
            <pc:docMk/>
            <pc:sldMk cId="1772262658" sldId="441"/>
            <ac:spMk id="3" creationId="{CEF9B313-209B-4CE9-A880-077A180A1D9B}"/>
          </ac:spMkLst>
        </pc:spChg>
        <pc:spChg chg="del">
          <ac:chgData name="Euclides Paim" userId="0d84fb374bcffaab" providerId="Windows Live" clId="Web-{25AFC5BF-47E1-471A-9E1F-38ED5BE956D7}" dt="2020-12-07T12:05:13.214" v="59"/>
          <ac:spMkLst>
            <pc:docMk/>
            <pc:sldMk cId="1772262658" sldId="441"/>
            <ac:spMk id="6" creationId="{8336EA6A-68C1-4BC1-B366-88CABF4B31C2}"/>
          </ac:spMkLst>
        </pc:spChg>
      </pc:sldChg>
      <pc:sldChg chg="addSp delSp modSp add">
        <pc:chgData name="Euclides Paim" userId="0d84fb374bcffaab" providerId="Windows Live" clId="Web-{25AFC5BF-47E1-471A-9E1F-38ED5BE956D7}" dt="2020-12-07T12:51:01.297" v="851" actId="1076"/>
        <pc:sldMkLst>
          <pc:docMk/>
          <pc:sldMk cId="1303629687" sldId="442"/>
        </pc:sldMkLst>
        <pc:spChg chg="add">
          <ac:chgData name="Euclides Paim" userId="0d84fb374bcffaab" providerId="Windows Live" clId="Web-{25AFC5BF-47E1-471A-9E1F-38ED5BE956D7}" dt="2020-12-07T12:05:07.980" v="58"/>
          <ac:spMkLst>
            <pc:docMk/>
            <pc:sldMk cId="1303629687" sldId="442"/>
            <ac:spMk id="2" creationId="{A8E66B36-B2FD-4D1E-AA0E-CDCCA33EC5CA}"/>
          </ac:spMkLst>
        </pc:spChg>
        <pc:spChg chg="mod">
          <ac:chgData name="Euclides Paim" userId="0d84fb374bcffaab" providerId="Windows Live" clId="Web-{25AFC5BF-47E1-471A-9E1F-38ED5BE956D7}" dt="2020-12-07T12:51:01.297" v="851" actId="1076"/>
          <ac:spMkLst>
            <pc:docMk/>
            <pc:sldMk cId="1303629687" sldId="442"/>
            <ac:spMk id="3" creationId="{E7D5B876-39D1-4617-A0D7-FED94360A3FE}"/>
          </ac:spMkLst>
        </pc:spChg>
        <pc:spChg chg="del">
          <ac:chgData name="Euclides Paim" userId="0d84fb374bcffaab" providerId="Windows Live" clId="Web-{25AFC5BF-47E1-471A-9E1F-38ED5BE956D7}" dt="2020-12-07T12:05:07.417" v="57"/>
          <ac:spMkLst>
            <pc:docMk/>
            <pc:sldMk cId="1303629687" sldId="442"/>
            <ac:spMk id="6" creationId="{8336EA6A-68C1-4BC1-B366-88CABF4B31C2}"/>
          </ac:spMkLst>
        </pc:spChg>
      </pc:sldChg>
      <pc:sldChg chg="addSp delSp modSp add">
        <pc:chgData name="Euclides Paim" userId="0d84fb374bcffaab" providerId="Windows Live" clId="Web-{25AFC5BF-47E1-471A-9E1F-38ED5BE956D7}" dt="2020-12-07T12:21:15.363" v="235" actId="20577"/>
        <pc:sldMkLst>
          <pc:docMk/>
          <pc:sldMk cId="34513255" sldId="443"/>
        </pc:sldMkLst>
        <pc:spChg chg="mod">
          <ac:chgData name="Euclides Paim" userId="0d84fb374bcffaab" providerId="Windows Live" clId="Web-{25AFC5BF-47E1-471A-9E1F-38ED5BE956D7}" dt="2020-12-07T12:21:15.363" v="235" actId="20577"/>
          <ac:spMkLst>
            <pc:docMk/>
            <pc:sldMk cId="34513255" sldId="443"/>
            <ac:spMk id="3" creationId="{E7D5B876-39D1-4617-A0D7-FED94360A3FE}"/>
          </ac:spMkLst>
        </pc:spChg>
        <pc:spChg chg="add">
          <ac:chgData name="Euclides Paim" userId="0d84fb374bcffaab" providerId="Windows Live" clId="Web-{25AFC5BF-47E1-471A-9E1F-38ED5BE956D7}" dt="2020-12-07T12:05:03.730" v="56"/>
          <ac:spMkLst>
            <pc:docMk/>
            <pc:sldMk cId="34513255" sldId="443"/>
            <ac:spMk id="5" creationId="{5B95E1B3-5286-4F4E-AA0E-45681792CF03}"/>
          </ac:spMkLst>
        </pc:spChg>
        <pc:spChg chg="del">
          <ac:chgData name="Euclides Paim" userId="0d84fb374bcffaab" providerId="Windows Live" clId="Web-{25AFC5BF-47E1-471A-9E1F-38ED5BE956D7}" dt="2020-12-07T12:05:03.230" v="55"/>
          <ac:spMkLst>
            <pc:docMk/>
            <pc:sldMk cId="34513255" sldId="443"/>
            <ac:spMk id="6" creationId="{8336EA6A-68C1-4BC1-B366-88CABF4B31C2}"/>
          </ac:spMkLst>
        </pc:spChg>
      </pc:sldChg>
      <pc:sldChg chg="addSp delSp add">
        <pc:chgData name="Euclides Paim" userId="0d84fb374bcffaab" providerId="Windows Live" clId="Web-{25AFC5BF-47E1-471A-9E1F-38ED5BE956D7}" dt="2020-12-07T12:04:58.964" v="54"/>
        <pc:sldMkLst>
          <pc:docMk/>
          <pc:sldMk cId="3971362869" sldId="444"/>
        </pc:sldMkLst>
        <pc:spChg chg="add">
          <ac:chgData name="Euclides Paim" userId="0d84fb374bcffaab" providerId="Windows Live" clId="Web-{25AFC5BF-47E1-471A-9E1F-38ED5BE956D7}" dt="2020-12-07T12:04:58.964" v="54"/>
          <ac:spMkLst>
            <pc:docMk/>
            <pc:sldMk cId="3971362869" sldId="444"/>
            <ac:spMk id="5" creationId="{FD83AC43-DD3F-4CC7-9C1D-447FED068C20}"/>
          </ac:spMkLst>
        </pc:spChg>
        <pc:spChg chg="del">
          <ac:chgData name="Euclides Paim" userId="0d84fb374bcffaab" providerId="Windows Live" clId="Web-{25AFC5BF-47E1-471A-9E1F-38ED5BE956D7}" dt="2020-12-07T12:04:58.370" v="53"/>
          <ac:spMkLst>
            <pc:docMk/>
            <pc:sldMk cId="3971362869" sldId="444"/>
            <ac:spMk id="6" creationId="{8336EA6A-68C1-4BC1-B366-88CABF4B31C2}"/>
          </ac:spMkLst>
        </pc:spChg>
      </pc:sldChg>
      <pc:sldChg chg="addSp delSp modSp add">
        <pc:chgData name="Euclides Paim" userId="0d84fb374bcffaab" providerId="Windows Live" clId="Web-{25AFC5BF-47E1-471A-9E1F-38ED5BE956D7}" dt="2020-12-07T12:16:32.492" v="163" actId="14100"/>
        <pc:sldMkLst>
          <pc:docMk/>
          <pc:sldMk cId="607490004" sldId="445"/>
        </pc:sldMkLst>
        <pc:spChg chg="mod">
          <ac:chgData name="Euclides Paim" userId="0d84fb374bcffaab" providerId="Windows Live" clId="Web-{25AFC5BF-47E1-471A-9E1F-38ED5BE956D7}" dt="2020-12-07T12:16:00.679" v="151" actId="20577"/>
          <ac:spMkLst>
            <pc:docMk/>
            <pc:sldMk cId="607490004" sldId="445"/>
            <ac:spMk id="3" creationId="{E7D5B876-39D1-4617-A0D7-FED94360A3FE}"/>
          </ac:spMkLst>
        </pc:spChg>
        <pc:spChg chg="add">
          <ac:chgData name="Euclides Paim" userId="0d84fb374bcffaab" providerId="Windows Live" clId="Web-{25AFC5BF-47E1-471A-9E1F-38ED5BE956D7}" dt="2020-12-07T12:04:51.917" v="52"/>
          <ac:spMkLst>
            <pc:docMk/>
            <pc:sldMk cId="607490004" sldId="445"/>
            <ac:spMk id="5" creationId="{C44D7DC7-9D5B-4721-B7C9-BE775DDF068B}"/>
          </ac:spMkLst>
        </pc:spChg>
        <pc:spChg chg="del">
          <ac:chgData name="Euclides Paim" userId="0d84fb374bcffaab" providerId="Windows Live" clId="Web-{25AFC5BF-47E1-471A-9E1F-38ED5BE956D7}" dt="2020-12-07T12:04:46.510" v="51"/>
          <ac:spMkLst>
            <pc:docMk/>
            <pc:sldMk cId="607490004" sldId="445"/>
            <ac:spMk id="6" creationId="{8336EA6A-68C1-4BC1-B366-88CABF4B31C2}"/>
          </ac:spMkLst>
        </pc:spChg>
        <pc:spChg chg="add mod">
          <ac:chgData name="Euclides Paim" userId="0d84fb374bcffaab" providerId="Windows Live" clId="Web-{25AFC5BF-47E1-471A-9E1F-38ED5BE956D7}" dt="2020-12-07T12:16:32.492" v="163" actId="14100"/>
          <ac:spMkLst>
            <pc:docMk/>
            <pc:sldMk cId="607490004" sldId="445"/>
            <ac:spMk id="10" creationId="{1341DF5F-EADF-4940-B1D5-15D953B9EF87}"/>
          </ac:spMkLst>
        </pc:spChg>
        <pc:picChg chg="add mod">
          <ac:chgData name="Euclides Paim" userId="0d84fb374bcffaab" providerId="Windows Live" clId="Web-{25AFC5BF-47E1-471A-9E1F-38ED5BE956D7}" dt="2020-12-07T12:15:48.037" v="147" actId="14100"/>
          <ac:picMkLst>
            <pc:docMk/>
            <pc:sldMk cId="607490004" sldId="445"/>
            <ac:picMk id="8" creationId="{5895B599-D0A8-476A-BF8B-F1C3E553F502}"/>
          </ac:picMkLst>
        </pc:picChg>
        <pc:picChg chg="add del mod">
          <ac:chgData name="Euclides Paim" userId="0d84fb374bcffaab" providerId="Windows Live" clId="Web-{25AFC5BF-47E1-471A-9E1F-38ED5BE956D7}" dt="2020-12-07T12:15:58.163" v="149"/>
          <ac:picMkLst>
            <pc:docMk/>
            <pc:sldMk cId="607490004" sldId="445"/>
            <ac:picMk id="9" creationId="{B58F06DC-7613-4A5A-8062-6852A97B933A}"/>
          </ac:picMkLst>
        </pc:picChg>
      </pc:sldChg>
      <pc:sldChg chg="modSp add">
        <pc:chgData name="Euclides Paim" userId="0d84fb374bcffaab" providerId="Windows Live" clId="Web-{25AFC5BF-47E1-471A-9E1F-38ED5BE956D7}" dt="2020-12-07T12:12:06.747" v="85" actId="1076"/>
        <pc:sldMkLst>
          <pc:docMk/>
          <pc:sldMk cId="49220239" sldId="446"/>
        </pc:sldMkLst>
        <pc:spChg chg="mod">
          <ac:chgData name="Euclides Paim" userId="0d84fb374bcffaab" providerId="Windows Live" clId="Web-{25AFC5BF-47E1-471A-9E1F-38ED5BE956D7}" dt="2020-12-07T12:04:35.275" v="50"/>
          <ac:spMkLst>
            <pc:docMk/>
            <pc:sldMk cId="49220239" sldId="446"/>
            <ac:spMk id="3" creationId="{7D5BEDC0-B9C6-4CBC-B0EA-6BD0A411D1F2}"/>
          </ac:spMkLst>
        </pc:spChg>
        <pc:spChg chg="mod">
          <ac:chgData name="Euclides Paim" userId="0d84fb374bcffaab" providerId="Windows Live" clId="Web-{25AFC5BF-47E1-471A-9E1F-38ED5BE956D7}" dt="2020-12-07T12:12:06.747" v="85" actId="1076"/>
          <ac:spMkLst>
            <pc:docMk/>
            <pc:sldMk cId="49220239" sldId="446"/>
            <ac:spMk id="7" creationId="{6CA432AA-2654-4139-B8F2-8728353E5697}"/>
          </ac:spMkLst>
        </pc:spChg>
      </pc:sldChg>
      <pc:sldChg chg="add">
        <pc:chgData name="Euclides Paim" userId="0d84fb374bcffaab" providerId="Windows Live" clId="Web-{25AFC5BF-47E1-471A-9E1F-38ED5BE956D7}" dt="2020-12-07T12:03:52.539" v="45"/>
        <pc:sldMkLst>
          <pc:docMk/>
          <pc:sldMk cId="1602689209" sldId="447"/>
        </pc:sldMkLst>
      </pc:sldChg>
      <pc:sldChg chg="del">
        <pc:chgData name="Euclides Paim" userId="0d84fb374bcffaab" providerId="Windows Live" clId="Web-{25AFC5BF-47E1-471A-9E1F-38ED5BE956D7}" dt="2020-12-07T12:03:48.695" v="27"/>
        <pc:sldMkLst>
          <pc:docMk/>
          <pc:sldMk cId="891088516" sldId="448"/>
        </pc:sldMkLst>
      </pc:sldChg>
      <pc:sldChg chg="modSp add">
        <pc:chgData name="Euclides Paim" userId="0d84fb374bcffaab" providerId="Windows Live" clId="Web-{25AFC5BF-47E1-471A-9E1F-38ED5BE956D7}" dt="2020-12-07T12:59:52.898" v="926" actId="1076"/>
        <pc:sldMkLst>
          <pc:docMk/>
          <pc:sldMk cId="1839372412" sldId="448"/>
        </pc:sldMkLst>
        <pc:spChg chg="mod">
          <ac:chgData name="Euclides Paim" userId="0d84fb374bcffaab" providerId="Windows Live" clId="Web-{25AFC5BF-47E1-471A-9E1F-38ED5BE956D7}" dt="2020-12-07T12:59:52.898" v="926" actId="1076"/>
          <ac:spMkLst>
            <pc:docMk/>
            <pc:sldMk cId="1839372412" sldId="448"/>
            <ac:spMk id="7" creationId="{F1E9E8CF-FE9E-4B81-B325-A5C58B74BD75}"/>
          </ac:spMkLst>
        </pc:spChg>
        <pc:spChg chg="mod">
          <ac:chgData name="Euclides Paim" userId="0d84fb374bcffaab" providerId="Windows Live" clId="Web-{25AFC5BF-47E1-471A-9E1F-38ED5BE956D7}" dt="2020-12-07T12:04:28.447" v="49"/>
          <ac:spMkLst>
            <pc:docMk/>
            <pc:sldMk cId="1839372412" sldId="448"/>
            <ac:spMk id="9" creationId="{658B6992-D464-4E9E-9004-33BB3AF6F50F}"/>
          </ac:spMkLst>
        </pc:spChg>
      </pc:sldChg>
      <pc:sldChg chg="addSp modSp add replId">
        <pc:chgData name="Euclides Paim" userId="0d84fb374bcffaab" providerId="Windows Live" clId="Web-{25AFC5BF-47E1-471A-9E1F-38ED5BE956D7}" dt="2020-12-07T12:37:46.530" v="554" actId="1076"/>
        <pc:sldMkLst>
          <pc:docMk/>
          <pc:sldMk cId="192317391" sldId="449"/>
        </pc:sldMkLst>
        <pc:spChg chg="mod">
          <ac:chgData name="Euclides Paim" userId="0d84fb374bcffaab" providerId="Windows Live" clId="Web-{25AFC5BF-47E1-471A-9E1F-38ED5BE956D7}" dt="2020-12-07T12:36:23.729" v="551" actId="1076"/>
          <ac:spMkLst>
            <pc:docMk/>
            <pc:sldMk cId="192317391" sldId="449"/>
            <ac:spMk id="3" creationId="{E7D5B876-39D1-4617-A0D7-FED94360A3FE}"/>
          </ac:spMkLst>
        </pc:spChg>
        <pc:picChg chg="add mod">
          <ac:chgData name="Euclides Paim" userId="0d84fb374bcffaab" providerId="Windows Live" clId="Web-{25AFC5BF-47E1-471A-9E1F-38ED5BE956D7}" dt="2020-12-07T12:37:46.530" v="554" actId="1076"/>
          <ac:picMkLst>
            <pc:docMk/>
            <pc:sldMk cId="192317391" sldId="449"/>
            <ac:picMk id="5" creationId="{1B8BDAFB-EC6B-4BD2-A9B0-6A10EAF61FBE}"/>
          </ac:picMkLst>
        </pc:picChg>
      </pc:sldChg>
      <pc:sldChg chg="del">
        <pc:chgData name="Euclides Paim" userId="0d84fb374bcffaab" providerId="Windows Live" clId="Web-{25AFC5BF-47E1-471A-9E1F-38ED5BE956D7}" dt="2020-12-07T12:03:48.695" v="28"/>
        <pc:sldMkLst>
          <pc:docMk/>
          <pc:sldMk cId="1589013106" sldId="449"/>
        </pc:sldMkLst>
      </pc:sldChg>
      <pc:sldChg chg="addSp delSp modSp add replId">
        <pc:chgData name="Euclides Paim" userId="0d84fb374bcffaab" providerId="Windows Live" clId="Web-{25AFC5BF-47E1-471A-9E1F-38ED5BE956D7}" dt="2020-12-07T12:44:06.920" v="672" actId="1076"/>
        <pc:sldMkLst>
          <pc:docMk/>
          <pc:sldMk cId="526752107" sldId="450"/>
        </pc:sldMkLst>
        <pc:spChg chg="mod">
          <ac:chgData name="Euclides Paim" userId="0d84fb374bcffaab" providerId="Windows Live" clId="Web-{25AFC5BF-47E1-471A-9E1F-38ED5BE956D7}" dt="2020-12-07T12:42:55.605" v="666" actId="20577"/>
          <ac:spMkLst>
            <pc:docMk/>
            <pc:sldMk cId="526752107" sldId="450"/>
            <ac:spMk id="3" creationId="{E7D5B876-39D1-4617-A0D7-FED94360A3FE}"/>
          </ac:spMkLst>
        </pc:spChg>
        <pc:picChg chg="del">
          <ac:chgData name="Euclides Paim" userId="0d84fb374bcffaab" providerId="Windows Live" clId="Web-{25AFC5BF-47E1-471A-9E1F-38ED5BE956D7}" dt="2020-12-07T12:43:55.435" v="668"/>
          <ac:picMkLst>
            <pc:docMk/>
            <pc:sldMk cId="526752107" sldId="450"/>
            <ac:picMk id="2" creationId="{0D025DBC-492C-4A89-9681-4146E66C6688}"/>
          </ac:picMkLst>
        </pc:picChg>
        <pc:picChg chg="add mod">
          <ac:chgData name="Euclides Paim" userId="0d84fb374bcffaab" providerId="Windows Live" clId="Web-{25AFC5BF-47E1-471A-9E1F-38ED5BE956D7}" dt="2020-12-07T12:44:06.920" v="672" actId="1076"/>
          <ac:picMkLst>
            <pc:docMk/>
            <pc:sldMk cId="526752107" sldId="450"/>
            <ac:picMk id="6" creationId="{F24FE3AC-5B4C-483A-99CA-03B6A39B367B}"/>
          </ac:picMkLst>
        </pc:picChg>
      </pc:sldChg>
      <pc:sldChg chg="del">
        <pc:chgData name="Euclides Paim" userId="0d84fb374bcffaab" providerId="Windows Live" clId="Web-{25AFC5BF-47E1-471A-9E1F-38ED5BE956D7}" dt="2020-12-07T12:03:48.695" v="25"/>
        <pc:sldMkLst>
          <pc:docMk/>
          <pc:sldMk cId="1630246936" sldId="450"/>
        </pc:sldMkLst>
      </pc:sldChg>
      <pc:sldChg chg="del">
        <pc:chgData name="Euclides Paim" userId="0d84fb374bcffaab" providerId="Windows Live" clId="Web-{25AFC5BF-47E1-471A-9E1F-38ED5BE956D7}" dt="2020-12-07T12:03:48.695" v="26"/>
        <pc:sldMkLst>
          <pc:docMk/>
          <pc:sldMk cId="1422955553" sldId="451"/>
        </pc:sldMkLst>
      </pc:sldChg>
      <pc:sldChg chg="modSp add replId">
        <pc:chgData name="Euclides Paim" userId="0d84fb374bcffaab" providerId="Windows Live" clId="Web-{25AFC5BF-47E1-471A-9E1F-38ED5BE956D7}" dt="2020-12-07T12:46:50.458" v="753" actId="20577"/>
        <pc:sldMkLst>
          <pc:docMk/>
          <pc:sldMk cId="2891287745" sldId="451"/>
        </pc:sldMkLst>
        <pc:spChg chg="mod">
          <ac:chgData name="Euclides Paim" userId="0d84fb374bcffaab" providerId="Windows Live" clId="Web-{25AFC5BF-47E1-471A-9E1F-38ED5BE956D7}" dt="2020-12-07T12:46:50.458" v="753" actId="20577"/>
          <ac:spMkLst>
            <pc:docMk/>
            <pc:sldMk cId="2891287745" sldId="451"/>
            <ac:spMk id="3" creationId="{E7D5B876-39D1-4617-A0D7-FED94360A3FE}"/>
          </ac:spMkLst>
        </pc:spChg>
      </pc:sldChg>
      <pc:sldChg chg="addSp delSp modSp add ord replId">
        <pc:chgData name="Euclides Paim" userId="0d84fb374bcffaab" providerId="Windows Live" clId="Web-{25AFC5BF-47E1-471A-9E1F-38ED5BE956D7}" dt="2020-12-07T17:23:13.787" v="930" actId="1076"/>
        <pc:sldMkLst>
          <pc:docMk/>
          <pc:sldMk cId="862098666" sldId="452"/>
        </pc:sldMkLst>
        <pc:spChg chg="del mod">
          <ac:chgData name="Euclides Paim" userId="0d84fb374bcffaab" providerId="Windows Live" clId="Web-{25AFC5BF-47E1-471A-9E1F-38ED5BE956D7}" dt="2020-12-07T17:23:01.912" v="927"/>
          <ac:spMkLst>
            <pc:docMk/>
            <pc:sldMk cId="862098666" sldId="452"/>
            <ac:spMk id="3" creationId="{E7D5B876-39D1-4617-A0D7-FED94360A3FE}"/>
          </ac:spMkLst>
        </pc:spChg>
        <pc:picChg chg="add del mod">
          <ac:chgData name="Euclides Paim" userId="0d84fb374bcffaab" providerId="Windows Live" clId="Web-{25AFC5BF-47E1-471A-9E1F-38ED5BE956D7}" dt="2020-12-07T12:54:39.556" v="868"/>
          <ac:picMkLst>
            <pc:docMk/>
            <pc:sldMk cId="862098666" sldId="452"/>
            <ac:picMk id="5" creationId="{F896DF80-024A-4CE3-8187-E9773A339F11}"/>
          </ac:picMkLst>
        </pc:picChg>
        <pc:picChg chg="add mod modCrop">
          <ac:chgData name="Euclides Paim" userId="0d84fb374bcffaab" providerId="Windows Live" clId="Web-{25AFC5BF-47E1-471A-9E1F-38ED5BE956D7}" dt="2020-12-07T17:23:13.787" v="930" actId="1076"/>
          <ac:picMkLst>
            <pc:docMk/>
            <pc:sldMk cId="862098666" sldId="452"/>
            <ac:picMk id="6" creationId="{AF4E9ECB-DEE7-41DC-9395-9F93B561181E}"/>
          </ac:picMkLst>
        </pc:picChg>
      </pc:sldChg>
      <pc:sldChg chg="del">
        <pc:chgData name="Euclides Paim" userId="0d84fb374bcffaab" providerId="Windows Live" clId="Web-{25AFC5BF-47E1-471A-9E1F-38ED5BE956D7}" dt="2020-12-07T12:03:48.695" v="24"/>
        <pc:sldMkLst>
          <pc:docMk/>
          <pc:sldMk cId="3626869348" sldId="452"/>
        </pc:sldMkLst>
      </pc:sldChg>
      <pc:sldChg chg="add replId">
        <pc:chgData name="Euclides Paim" userId="0d84fb374bcffaab" providerId="Windows Live" clId="Web-{25AFC5BF-47E1-471A-9E1F-38ED5BE956D7}" dt="2020-12-07T12:57:13.391" v="880"/>
        <pc:sldMkLst>
          <pc:docMk/>
          <pc:sldMk cId="203063313" sldId="453"/>
        </pc:sldMkLst>
      </pc:sldChg>
      <pc:sldChg chg="del">
        <pc:chgData name="Euclides Paim" userId="0d84fb374bcffaab" providerId="Windows Live" clId="Web-{25AFC5BF-47E1-471A-9E1F-38ED5BE956D7}" dt="2020-12-07T12:03:48.695" v="23"/>
        <pc:sldMkLst>
          <pc:docMk/>
          <pc:sldMk cId="309114424" sldId="453"/>
        </pc:sldMkLst>
      </pc:sldChg>
      <pc:sldChg chg="del">
        <pc:chgData name="Euclides Paim" userId="0d84fb374bcffaab" providerId="Windows Live" clId="Web-{25AFC5BF-47E1-471A-9E1F-38ED5BE956D7}" dt="2020-12-07T12:03:48.695" v="22"/>
        <pc:sldMkLst>
          <pc:docMk/>
          <pc:sldMk cId="2885587263" sldId="454"/>
        </pc:sldMkLst>
      </pc:sldChg>
      <pc:sldChg chg="del">
        <pc:chgData name="Euclides Paim" userId="0d84fb374bcffaab" providerId="Windows Live" clId="Web-{25AFC5BF-47E1-471A-9E1F-38ED5BE956D7}" dt="2020-12-07T12:03:48.695" v="21"/>
        <pc:sldMkLst>
          <pc:docMk/>
          <pc:sldMk cId="2010252720" sldId="455"/>
        </pc:sldMkLst>
      </pc:sldChg>
      <pc:sldChg chg="del">
        <pc:chgData name="Euclides Paim" userId="0d84fb374bcffaab" providerId="Windows Live" clId="Web-{25AFC5BF-47E1-471A-9E1F-38ED5BE956D7}" dt="2020-12-07T12:03:48.695" v="20"/>
        <pc:sldMkLst>
          <pc:docMk/>
          <pc:sldMk cId="4142692875" sldId="456"/>
        </pc:sldMkLst>
      </pc:sldChg>
      <pc:sldChg chg="del">
        <pc:chgData name="Euclides Paim" userId="0d84fb374bcffaab" providerId="Windows Live" clId="Web-{25AFC5BF-47E1-471A-9E1F-38ED5BE956D7}" dt="2020-12-07T12:03:48.680" v="19"/>
        <pc:sldMkLst>
          <pc:docMk/>
          <pc:sldMk cId="1381901780" sldId="457"/>
        </pc:sldMkLst>
      </pc:sldChg>
      <pc:sldChg chg="del">
        <pc:chgData name="Euclides Paim" userId="0d84fb374bcffaab" providerId="Windows Live" clId="Web-{25AFC5BF-47E1-471A-9E1F-38ED5BE956D7}" dt="2020-12-07T12:03:48.680" v="18"/>
        <pc:sldMkLst>
          <pc:docMk/>
          <pc:sldMk cId="3184409823" sldId="458"/>
        </pc:sldMkLst>
      </pc:sldChg>
      <pc:sldChg chg="del">
        <pc:chgData name="Euclides Paim" userId="0d84fb374bcffaab" providerId="Windows Live" clId="Web-{25AFC5BF-47E1-471A-9E1F-38ED5BE956D7}" dt="2020-12-07T12:03:48.680" v="17"/>
        <pc:sldMkLst>
          <pc:docMk/>
          <pc:sldMk cId="4135288268" sldId="459"/>
        </pc:sldMkLst>
      </pc:sldChg>
      <pc:sldChg chg="del">
        <pc:chgData name="Euclides Paim" userId="0d84fb374bcffaab" providerId="Windows Live" clId="Web-{25AFC5BF-47E1-471A-9E1F-38ED5BE956D7}" dt="2020-12-07T12:03:48.680" v="16"/>
        <pc:sldMkLst>
          <pc:docMk/>
          <pc:sldMk cId="1984082723" sldId="460"/>
        </pc:sldMkLst>
      </pc:sldChg>
      <pc:sldChg chg="del">
        <pc:chgData name="Euclides Paim" userId="0d84fb374bcffaab" providerId="Windows Live" clId="Web-{25AFC5BF-47E1-471A-9E1F-38ED5BE956D7}" dt="2020-12-07T12:03:48.680" v="15"/>
        <pc:sldMkLst>
          <pc:docMk/>
          <pc:sldMk cId="15191733" sldId="461"/>
        </pc:sldMkLst>
      </pc:sldChg>
      <pc:sldChg chg="del">
        <pc:chgData name="Euclides Paim" userId="0d84fb374bcffaab" providerId="Windows Live" clId="Web-{25AFC5BF-47E1-471A-9E1F-38ED5BE956D7}" dt="2020-12-07T12:03:48.680" v="14"/>
        <pc:sldMkLst>
          <pc:docMk/>
          <pc:sldMk cId="2546791639" sldId="462"/>
        </pc:sldMkLst>
      </pc:sldChg>
      <pc:sldChg chg="del">
        <pc:chgData name="Euclides Paim" userId="0d84fb374bcffaab" providerId="Windows Live" clId="Web-{25AFC5BF-47E1-471A-9E1F-38ED5BE956D7}" dt="2020-12-07T12:03:48.680" v="12"/>
        <pc:sldMkLst>
          <pc:docMk/>
          <pc:sldMk cId="262578183" sldId="463"/>
        </pc:sldMkLst>
      </pc:sldChg>
      <pc:sldChg chg="del">
        <pc:chgData name="Euclides Paim" userId="0d84fb374bcffaab" providerId="Windows Live" clId="Web-{25AFC5BF-47E1-471A-9E1F-38ED5BE956D7}" dt="2020-12-07T12:03:48.680" v="13"/>
        <pc:sldMkLst>
          <pc:docMk/>
          <pc:sldMk cId="2141734164" sldId="464"/>
        </pc:sldMkLst>
      </pc:sldChg>
      <pc:sldChg chg="del">
        <pc:chgData name="Euclides Paim" userId="0d84fb374bcffaab" providerId="Windows Live" clId="Web-{25AFC5BF-47E1-471A-9E1F-38ED5BE956D7}" dt="2020-12-07T12:03:48.680" v="11"/>
        <pc:sldMkLst>
          <pc:docMk/>
          <pc:sldMk cId="4013883056" sldId="465"/>
        </pc:sldMkLst>
      </pc:sldChg>
      <pc:sldChg chg="del">
        <pc:chgData name="Euclides Paim" userId="0d84fb374bcffaab" providerId="Windows Live" clId="Web-{25AFC5BF-47E1-471A-9E1F-38ED5BE956D7}" dt="2020-12-07T12:03:48.680" v="9"/>
        <pc:sldMkLst>
          <pc:docMk/>
          <pc:sldMk cId="3386352960" sldId="466"/>
        </pc:sldMkLst>
      </pc:sldChg>
      <pc:sldChg chg="del">
        <pc:chgData name="Euclides Paim" userId="0d84fb374bcffaab" providerId="Windows Live" clId="Web-{25AFC5BF-47E1-471A-9E1F-38ED5BE956D7}" dt="2020-12-07T12:03:48.680" v="10"/>
        <pc:sldMkLst>
          <pc:docMk/>
          <pc:sldMk cId="4085999243" sldId="467"/>
        </pc:sldMkLst>
      </pc:sldChg>
      <pc:sldChg chg="del">
        <pc:chgData name="Euclides Paim" userId="0d84fb374bcffaab" providerId="Windows Live" clId="Web-{25AFC5BF-47E1-471A-9E1F-38ED5BE956D7}" dt="2020-12-07T12:03:48.664" v="8"/>
        <pc:sldMkLst>
          <pc:docMk/>
          <pc:sldMk cId="2981028587" sldId="468"/>
        </pc:sldMkLst>
      </pc:sldChg>
      <pc:sldChg chg="del">
        <pc:chgData name="Euclides Paim" userId="0d84fb374bcffaab" providerId="Windows Live" clId="Web-{25AFC5BF-47E1-471A-9E1F-38ED5BE956D7}" dt="2020-12-07T12:03:48.664" v="7"/>
        <pc:sldMkLst>
          <pc:docMk/>
          <pc:sldMk cId="3183862661" sldId="469"/>
        </pc:sldMkLst>
      </pc:sldChg>
      <pc:sldChg chg="del">
        <pc:chgData name="Euclides Paim" userId="0d84fb374bcffaab" providerId="Windows Live" clId="Web-{25AFC5BF-47E1-471A-9E1F-38ED5BE956D7}" dt="2020-12-07T12:03:48.664" v="6"/>
        <pc:sldMkLst>
          <pc:docMk/>
          <pc:sldMk cId="4208303474" sldId="470"/>
        </pc:sldMkLst>
      </pc:sldChg>
      <pc:sldChg chg="del">
        <pc:chgData name="Euclides Paim" userId="0d84fb374bcffaab" providerId="Windows Live" clId="Web-{25AFC5BF-47E1-471A-9E1F-38ED5BE956D7}" dt="2020-12-07T12:03:48.664" v="5"/>
        <pc:sldMkLst>
          <pc:docMk/>
          <pc:sldMk cId="3716974754" sldId="471"/>
        </pc:sldMkLst>
      </pc:sldChg>
      <pc:sldChg chg="del">
        <pc:chgData name="Euclides Paim" userId="0d84fb374bcffaab" providerId="Windows Live" clId="Web-{25AFC5BF-47E1-471A-9E1F-38ED5BE956D7}" dt="2020-12-07T12:03:48.664" v="4"/>
        <pc:sldMkLst>
          <pc:docMk/>
          <pc:sldMk cId="2337037654" sldId="472"/>
        </pc:sldMkLst>
      </pc:sldChg>
      <pc:sldChg chg="del">
        <pc:chgData name="Euclides Paim" userId="0d84fb374bcffaab" providerId="Windows Live" clId="Web-{25AFC5BF-47E1-471A-9E1F-38ED5BE956D7}" dt="2020-12-07T12:03:48.664" v="3"/>
        <pc:sldMkLst>
          <pc:docMk/>
          <pc:sldMk cId="2291233337" sldId="473"/>
        </pc:sldMkLst>
      </pc:sldChg>
      <pc:sldChg chg="del">
        <pc:chgData name="Euclides Paim" userId="0d84fb374bcffaab" providerId="Windows Live" clId="Web-{25AFC5BF-47E1-471A-9E1F-38ED5BE956D7}" dt="2020-12-07T12:03:48.664" v="2"/>
        <pc:sldMkLst>
          <pc:docMk/>
          <pc:sldMk cId="3208459523" sldId="474"/>
        </pc:sldMkLst>
      </pc:sldChg>
      <pc:sldChg chg="del">
        <pc:chgData name="Euclides Paim" userId="0d84fb374bcffaab" providerId="Windows Live" clId="Web-{25AFC5BF-47E1-471A-9E1F-38ED5BE956D7}" dt="2020-12-07T12:03:48.664" v="1"/>
        <pc:sldMkLst>
          <pc:docMk/>
          <pc:sldMk cId="1298804034" sldId="475"/>
        </pc:sldMkLst>
      </pc:sldChg>
      <pc:sldChg chg="del">
        <pc:chgData name="Euclides Paim" userId="0d84fb374bcffaab" providerId="Windows Live" clId="Web-{25AFC5BF-47E1-471A-9E1F-38ED5BE956D7}" dt="2020-12-07T12:03:48.664" v="0"/>
        <pc:sldMkLst>
          <pc:docMk/>
          <pc:sldMk cId="337133691" sldId="476"/>
        </pc:sldMkLst>
      </pc:sldChg>
    </pc:docChg>
  </pc:docChgLst>
  <pc:docChgLst>
    <pc:chgData name="Euclides Paim" userId="0d84fb374bcffaab" providerId="Windows Live" clId="Web-{80F0ADE8-BE68-40A6-936D-FC7EFF5864AA}"/>
    <pc:docChg chg="addSld delSld">
      <pc:chgData name="Euclides Paim" userId="0d84fb374bcffaab" providerId="Windows Live" clId="Web-{80F0ADE8-BE68-40A6-936D-FC7EFF5864AA}" dt="2020-11-09T12:53:27.138" v="53"/>
      <pc:docMkLst>
        <pc:docMk/>
      </pc:docMkLst>
      <pc:sldChg chg="del">
        <pc:chgData name="Euclides Paim" userId="0d84fb374bcffaab" providerId="Windows Live" clId="Web-{80F0ADE8-BE68-40A6-936D-FC7EFF5864AA}" dt="2020-11-09T12:53:06.715" v="7"/>
        <pc:sldMkLst>
          <pc:docMk/>
          <pc:sldMk cId="899282184" sldId="258"/>
        </pc:sldMkLst>
      </pc:sldChg>
      <pc:sldChg chg="del">
        <pc:chgData name="Euclides Paim" userId="0d84fb374bcffaab" providerId="Windows Live" clId="Web-{80F0ADE8-BE68-40A6-936D-FC7EFF5864AA}" dt="2020-11-09T12:53:06.715" v="5"/>
        <pc:sldMkLst>
          <pc:docMk/>
          <pc:sldMk cId="4062819139" sldId="278"/>
        </pc:sldMkLst>
      </pc:sldChg>
      <pc:sldChg chg="del">
        <pc:chgData name="Euclides Paim" userId="0d84fb374bcffaab" providerId="Windows Live" clId="Web-{80F0ADE8-BE68-40A6-936D-FC7EFF5864AA}" dt="2020-11-09T12:53:22.309" v="28"/>
        <pc:sldMkLst>
          <pc:docMk/>
          <pc:sldMk cId="1256407750" sldId="298"/>
        </pc:sldMkLst>
      </pc:sldChg>
      <pc:sldChg chg="del">
        <pc:chgData name="Euclides Paim" userId="0d84fb374bcffaab" providerId="Windows Live" clId="Web-{80F0ADE8-BE68-40A6-936D-FC7EFF5864AA}" dt="2020-11-09T12:53:06.715" v="6"/>
        <pc:sldMkLst>
          <pc:docMk/>
          <pc:sldMk cId="1131069946" sldId="299"/>
        </pc:sldMkLst>
      </pc:sldChg>
      <pc:sldChg chg="del">
        <pc:chgData name="Euclides Paim" userId="0d84fb374bcffaab" providerId="Windows Live" clId="Web-{80F0ADE8-BE68-40A6-936D-FC7EFF5864AA}" dt="2020-11-09T12:53:06.715" v="4"/>
        <pc:sldMkLst>
          <pc:docMk/>
          <pc:sldMk cId="541632847" sldId="385"/>
        </pc:sldMkLst>
      </pc:sldChg>
      <pc:sldChg chg="del">
        <pc:chgData name="Euclides Paim" userId="0d84fb374bcffaab" providerId="Windows Live" clId="Web-{80F0ADE8-BE68-40A6-936D-FC7EFF5864AA}" dt="2020-11-09T12:53:06.715" v="3"/>
        <pc:sldMkLst>
          <pc:docMk/>
          <pc:sldMk cId="1303100967" sldId="398"/>
        </pc:sldMkLst>
      </pc:sldChg>
      <pc:sldChg chg="del">
        <pc:chgData name="Euclides Paim" userId="0d84fb374bcffaab" providerId="Windows Live" clId="Web-{80F0ADE8-BE68-40A6-936D-FC7EFF5864AA}" dt="2020-11-09T12:53:06.700" v="2"/>
        <pc:sldMkLst>
          <pc:docMk/>
          <pc:sldMk cId="2826445169" sldId="399"/>
        </pc:sldMkLst>
      </pc:sldChg>
      <pc:sldChg chg="del">
        <pc:chgData name="Euclides Paim" userId="0d84fb374bcffaab" providerId="Windows Live" clId="Web-{80F0ADE8-BE68-40A6-936D-FC7EFF5864AA}" dt="2020-11-09T12:53:06.700" v="1"/>
        <pc:sldMkLst>
          <pc:docMk/>
          <pc:sldMk cId="382828230" sldId="400"/>
        </pc:sldMkLst>
      </pc:sldChg>
      <pc:sldChg chg="del">
        <pc:chgData name="Euclides Paim" userId="0d84fb374bcffaab" providerId="Windows Live" clId="Web-{80F0ADE8-BE68-40A6-936D-FC7EFF5864AA}" dt="2020-11-09T12:53:15.825" v="26"/>
        <pc:sldMkLst>
          <pc:docMk/>
          <pc:sldMk cId="3668246103" sldId="401"/>
        </pc:sldMkLst>
      </pc:sldChg>
      <pc:sldChg chg="del">
        <pc:chgData name="Euclides Paim" userId="0d84fb374bcffaab" providerId="Windows Live" clId="Web-{80F0ADE8-BE68-40A6-936D-FC7EFF5864AA}" dt="2020-11-09T12:53:15.825" v="27"/>
        <pc:sldMkLst>
          <pc:docMk/>
          <pc:sldMk cId="2157755160" sldId="402"/>
        </pc:sldMkLst>
      </pc:sldChg>
      <pc:sldChg chg="del">
        <pc:chgData name="Euclides Paim" userId="0d84fb374bcffaab" providerId="Windows Live" clId="Web-{80F0ADE8-BE68-40A6-936D-FC7EFF5864AA}" dt="2020-11-09T12:53:06.700" v="0"/>
        <pc:sldMkLst>
          <pc:docMk/>
          <pc:sldMk cId="1720129074" sldId="403"/>
        </pc:sldMkLst>
      </pc:sldChg>
      <pc:sldChg chg="del">
        <pc:chgData name="Euclides Paim" userId="0d84fb374bcffaab" providerId="Windows Live" clId="Web-{80F0ADE8-BE68-40A6-936D-FC7EFF5864AA}" dt="2020-11-09T12:53:15.825" v="25"/>
        <pc:sldMkLst>
          <pc:docMk/>
          <pc:sldMk cId="1835814103" sldId="404"/>
        </pc:sldMkLst>
      </pc:sldChg>
      <pc:sldChg chg="del">
        <pc:chgData name="Euclides Paim" userId="0d84fb374bcffaab" providerId="Windows Live" clId="Web-{80F0ADE8-BE68-40A6-936D-FC7EFF5864AA}" dt="2020-11-09T12:53:15.825" v="24"/>
        <pc:sldMkLst>
          <pc:docMk/>
          <pc:sldMk cId="3501233667" sldId="405"/>
        </pc:sldMkLst>
      </pc:sldChg>
      <pc:sldChg chg="del">
        <pc:chgData name="Euclides Paim" userId="0d84fb374bcffaab" providerId="Windows Live" clId="Web-{80F0ADE8-BE68-40A6-936D-FC7EFF5864AA}" dt="2020-11-09T12:53:15.825" v="23"/>
        <pc:sldMkLst>
          <pc:docMk/>
          <pc:sldMk cId="2908171370" sldId="406"/>
        </pc:sldMkLst>
      </pc:sldChg>
      <pc:sldChg chg="del">
        <pc:chgData name="Euclides Paim" userId="0d84fb374bcffaab" providerId="Windows Live" clId="Web-{80F0ADE8-BE68-40A6-936D-FC7EFF5864AA}" dt="2020-11-09T12:53:15.825" v="22"/>
        <pc:sldMkLst>
          <pc:docMk/>
          <pc:sldMk cId="1041809911" sldId="407"/>
        </pc:sldMkLst>
      </pc:sldChg>
      <pc:sldChg chg="del">
        <pc:chgData name="Euclides Paim" userId="0d84fb374bcffaab" providerId="Windows Live" clId="Web-{80F0ADE8-BE68-40A6-936D-FC7EFF5864AA}" dt="2020-11-09T12:53:15.825" v="21"/>
        <pc:sldMkLst>
          <pc:docMk/>
          <pc:sldMk cId="233957536" sldId="408"/>
        </pc:sldMkLst>
      </pc:sldChg>
      <pc:sldChg chg="del">
        <pc:chgData name="Euclides Paim" userId="0d84fb374bcffaab" providerId="Windows Live" clId="Web-{80F0ADE8-BE68-40A6-936D-FC7EFF5864AA}" dt="2020-11-09T12:53:15.825" v="20"/>
        <pc:sldMkLst>
          <pc:docMk/>
          <pc:sldMk cId="1495837239" sldId="409"/>
        </pc:sldMkLst>
      </pc:sldChg>
      <pc:sldChg chg="del">
        <pc:chgData name="Euclides Paim" userId="0d84fb374bcffaab" providerId="Windows Live" clId="Web-{80F0ADE8-BE68-40A6-936D-FC7EFF5864AA}" dt="2020-11-09T12:53:15.809" v="19"/>
        <pc:sldMkLst>
          <pc:docMk/>
          <pc:sldMk cId="1030389348" sldId="410"/>
        </pc:sldMkLst>
      </pc:sldChg>
      <pc:sldChg chg="del">
        <pc:chgData name="Euclides Paim" userId="0d84fb374bcffaab" providerId="Windows Live" clId="Web-{80F0ADE8-BE68-40A6-936D-FC7EFF5864AA}" dt="2020-11-09T12:53:15.809" v="18"/>
        <pc:sldMkLst>
          <pc:docMk/>
          <pc:sldMk cId="3741192684" sldId="411"/>
        </pc:sldMkLst>
      </pc:sldChg>
      <pc:sldChg chg="del">
        <pc:chgData name="Euclides Paim" userId="0d84fb374bcffaab" providerId="Windows Live" clId="Web-{80F0ADE8-BE68-40A6-936D-FC7EFF5864AA}" dt="2020-11-09T12:53:15.809" v="17"/>
        <pc:sldMkLst>
          <pc:docMk/>
          <pc:sldMk cId="1667903140" sldId="412"/>
        </pc:sldMkLst>
      </pc:sldChg>
      <pc:sldChg chg="del">
        <pc:chgData name="Euclides Paim" userId="0d84fb374bcffaab" providerId="Windows Live" clId="Web-{80F0ADE8-BE68-40A6-936D-FC7EFF5864AA}" dt="2020-11-09T12:53:15.809" v="16"/>
        <pc:sldMkLst>
          <pc:docMk/>
          <pc:sldMk cId="1304779293" sldId="413"/>
        </pc:sldMkLst>
      </pc:sldChg>
      <pc:sldChg chg="del">
        <pc:chgData name="Euclides Paim" userId="0d84fb374bcffaab" providerId="Windows Live" clId="Web-{80F0ADE8-BE68-40A6-936D-FC7EFF5864AA}" dt="2020-11-09T12:53:15.809" v="15"/>
        <pc:sldMkLst>
          <pc:docMk/>
          <pc:sldMk cId="111829957" sldId="414"/>
        </pc:sldMkLst>
      </pc:sldChg>
      <pc:sldChg chg="del">
        <pc:chgData name="Euclides Paim" userId="0d84fb374bcffaab" providerId="Windows Live" clId="Web-{80F0ADE8-BE68-40A6-936D-FC7EFF5864AA}" dt="2020-11-09T12:53:15.794" v="13"/>
        <pc:sldMkLst>
          <pc:docMk/>
          <pc:sldMk cId="110099322" sldId="415"/>
        </pc:sldMkLst>
      </pc:sldChg>
      <pc:sldChg chg="del">
        <pc:chgData name="Euclides Paim" userId="0d84fb374bcffaab" providerId="Windows Live" clId="Web-{80F0ADE8-BE68-40A6-936D-FC7EFF5864AA}" dt="2020-11-09T12:53:15.794" v="14"/>
        <pc:sldMkLst>
          <pc:docMk/>
          <pc:sldMk cId="2112682935" sldId="416"/>
        </pc:sldMkLst>
      </pc:sldChg>
      <pc:sldChg chg="del">
        <pc:chgData name="Euclides Paim" userId="0d84fb374bcffaab" providerId="Windows Live" clId="Web-{80F0ADE8-BE68-40A6-936D-FC7EFF5864AA}" dt="2020-11-09T12:53:15.794" v="12"/>
        <pc:sldMkLst>
          <pc:docMk/>
          <pc:sldMk cId="711719472" sldId="417"/>
        </pc:sldMkLst>
      </pc:sldChg>
      <pc:sldChg chg="del">
        <pc:chgData name="Euclides Paim" userId="0d84fb374bcffaab" providerId="Windows Live" clId="Web-{80F0ADE8-BE68-40A6-936D-FC7EFF5864AA}" dt="2020-11-09T12:53:15.794" v="11"/>
        <pc:sldMkLst>
          <pc:docMk/>
          <pc:sldMk cId="2503283609" sldId="418"/>
        </pc:sldMkLst>
      </pc:sldChg>
      <pc:sldChg chg="del">
        <pc:chgData name="Euclides Paim" userId="0d84fb374bcffaab" providerId="Windows Live" clId="Web-{80F0ADE8-BE68-40A6-936D-FC7EFF5864AA}" dt="2020-11-09T12:53:15.794" v="10"/>
        <pc:sldMkLst>
          <pc:docMk/>
          <pc:sldMk cId="3664132014" sldId="419"/>
        </pc:sldMkLst>
      </pc:sldChg>
      <pc:sldChg chg="del">
        <pc:chgData name="Euclides Paim" userId="0d84fb374bcffaab" providerId="Windows Live" clId="Web-{80F0ADE8-BE68-40A6-936D-FC7EFF5864AA}" dt="2020-11-09T12:53:15.794" v="9"/>
        <pc:sldMkLst>
          <pc:docMk/>
          <pc:sldMk cId="1510317545" sldId="420"/>
        </pc:sldMkLst>
      </pc:sldChg>
      <pc:sldChg chg="del">
        <pc:chgData name="Euclides Paim" userId="0d84fb374bcffaab" providerId="Windows Live" clId="Web-{80F0ADE8-BE68-40A6-936D-FC7EFF5864AA}" dt="2020-11-09T12:53:15.778" v="8"/>
        <pc:sldMkLst>
          <pc:docMk/>
          <pc:sldMk cId="641468180" sldId="421"/>
        </pc:sldMkLst>
      </pc:sldChg>
      <pc:sldChg chg="del">
        <pc:chgData name="Euclides Paim" userId="0d84fb374bcffaab" providerId="Windows Live" clId="Web-{80F0ADE8-BE68-40A6-936D-FC7EFF5864AA}" dt="2020-11-09T12:53:22.325" v="34"/>
        <pc:sldMkLst>
          <pc:docMk/>
          <pc:sldMk cId="4232862485" sldId="422"/>
        </pc:sldMkLst>
      </pc:sldChg>
      <pc:sldChg chg="del">
        <pc:chgData name="Euclides Paim" userId="0d84fb374bcffaab" providerId="Windows Live" clId="Web-{80F0ADE8-BE68-40A6-936D-FC7EFF5864AA}" dt="2020-11-09T12:53:22.325" v="33"/>
        <pc:sldMkLst>
          <pc:docMk/>
          <pc:sldMk cId="720070422" sldId="423"/>
        </pc:sldMkLst>
      </pc:sldChg>
      <pc:sldChg chg="del">
        <pc:chgData name="Euclides Paim" userId="0d84fb374bcffaab" providerId="Windows Live" clId="Web-{80F0ADE8-BE68-40A6-936D-FC7EFF5864AA}" dt="2020-11-09T12:53:22.325" v="32"/>
        <pc:sldMkLst>
          <pc:docMk/>
          <pc:sldMk cId="900629962" sldId="424"/>
        </pc:sldMkLst>
      </pc:sldChg>
      <pc:sldChg chg="del">
        <pc:chgData name="Euclides Paim" userId="0d84fb374bcffaab" providerId="Windows Live" clId="Web-{80F0ADE8-BE68-40A6-936D-FC7EFF5864AA}" dt="2020-11-09T12:53:22.309" v="31"/>
        <pc:sldMkLst>
          <pc:docMk/>
          <pc:sldMk cId="2504292541" sldId="425"/>
        </pc:sldMkLst>
      </pc:sldChg>
      <pc:sldChg chg="del">
        <pc:chgData name="Euclides Paim" userId="0d84fb374bcffaab" providerId="Windows Live" clId="Web-{80F0ADE8-BE68-40A6-936D-FC7EFF5864AA}" dt="2020-11-09T12:53:22.309" v="30"/>
        <pc:sldMkLst>
          <pc:docMk/>
          <pc:sldMk cId="2072425670" sldId="426"/>
        </pc:sldMkLst>
      </pc:sldChg>
      <pc:sldChg chg="del">
        <pc:chgData name="Euclides Paim" userId="0d84fb374bcffaab" providerId="Windows Live" clId="Web-{80F0ADE8-BE68-40A6-936D-FC7EFF5864AA}" dt="2020-11-09T12:53:22.309" v="29"/>
        <pc:sldMkLst>
          <pc:docMk/>
          <pc:sldMk cId="1206606872" sldId="427"/>
        </pc:sldMkLst>
      </pc:sldChg>
      <pc:sldChg chg="add">
        <pc:chgData name="Euclides Paim" userId="0d84fb374bcffaab" providerId="Windows Live" clId="Web-{80F0ADE8-BE68-40A6-936D-FC7EFF5864AA}" dt="2020-11-09T12:53:26.341" v="35"/>
        <pc:sldMkLst>
          <pc:docMk/>
          <pc:sldMk cId="868151316" sldId="431"/>
        </pc:sldMkLst>
      </pc:sldChg>
      <pc:sldChg chg="add">
        <pc:chgData name="Euclides Paim" userId="0d84fb374bcffaab" providerId="Windows Live" clId="Web-{80F0ADE8-BE68-40A6-936D-FC7EFF5864AA}" dt="2020-11-09T12:53:26.419" v="36"/>
        <pc:sldMkLst>
          <pc:docMk/>
          <pc:sldMk cId="1530809835" sldId="432"/>
        </pc:sldMkLst>
      </pc:sldChg>
      <pc:sldChg chg="add">
        <pc:chgData name="Euclides Paim" userId="0d84fb374bcffaab" providerId="Windows Live" clId="Web-{80F0ADE8-BE68-40A6-936D-FC7EFF5864AA}" dt="2020-11-09T12:53:26.466" v="37"/>
        <pc:sldMkLst>
          <pc:docMk/>
          <pc:sldMk cId="4040629640" sldId="433"/>
        </pc:sldMkLst>
      </pc:sldChg>
      <pc:sldChg chg="add">
        <pc:chgData name="Euclides Paim" userId="0d84fb374bcffaab" providerId="Windows Live" clId="Web-{80F0ADE8-BE68-40A6-936D-FC7EFF5864AA}" dt="2020-11-09T12:53:26.528" v="38"/>
        <pc:sldMkLst>
          <pc:docMk/>
          <pc:sldMk cId="4214719765" sldId="434"/>
        </pc:sldMkLst>
      </pc:sldChg>
      <pc:sldChg chg="add">
        <pc:chgData name="Euclides Paim" userId="0d84fb374bcffaab" providerId="Windows Live" clId="Web-{80F0ADE8-BE68-40A6-936D-FC7EFF5864AA}" dt="2020-11-09T12:53:26.560" v="39"/>
        <pc:sldMkLst>
          <pc:docMk/>
          <pc:sldMk cId="3244213526" sldId="435"/>
        </pc:sldMkLst>
      </pc:sldChg>
      <pc:sldChg chg="add">
        <pc:chgData name="Euclides Paim" userId="0d84fb374bcffaab" providerId="Windows Live" clId="Web-{80F0ADE8-BE68-40A6-936D-FC7EFF5864AA}" dt="2020-11-09T12:53:26.606" v="40"/>
        <pc:sldMkLst>
          <pc:docMk/>
          <pc:sldMk cId="4065963527" sldId="436"/>
        </pc:sldMkLst>
      </pc:sldChg>
      <pc:sldChg chg="add">
        <pc:chgData name="Euclides Paim" userId="0d84fb374bcffaab" providerId="Windows Live" clId="Web-{80F0ADE8-BE68-40A6-936D-FC7EFF5864AA}" dt="2020-11-09T12:53:26.638" v="41"/>
        <pc:sldMkLst>
          <pc:docMk/>
          <pc:sldMk cId="1612245242" sldId="437"/>
        </pc:sldMkLst>
      </pc:sldChg>
      <pc:sldChg chg="add">
        <pc:chgData name="Euclides Paim" userId="0d84fb374bcffaab" providerId="Windows Live" clId="Web-{80F0ADE8-BE68-40A6-936D-FC7EFF5864AA}" dt="2020-11-09T12:53:26.685" v="42"/>
        <pc:sldMkLst>
          <pc:docMk/>
          <pc:sldMk cId="4033394099" sldId="438"/>
        </pc:sldMkLst>
      </pc:sldChg>
      <pc:sldChg chg="add">
        <pc:chgData name="Euclides Paim" userId="0d84fb374bcffaab" providerId="Windows Live" clId="Web-{80F0ADE8-BE68-40A6-936D-FC7EFF5864AA}" dt="2020-11-09T12:53:26.716" v="43"/>
        <pc:sldMkLst>
          <pc:docMk/>
          <pc:sldMk cId="1172908295" sldId="439"/>
        </pc:sldMkLst>
      </pc:sldChg>
      <pc:sldChg chg="add">
        <pc:chgData name="Euclides Paim" userId="0d84fb374bcffaab" providerId="Windows Live" clId="Web-{80F0ADE8-BE68-40A6-936D-FC7EFF5864AA}" dt="2020-11-09T12:53:26.778" v="44"/>
        <pc:sldMkLst>
          <pc:docMk/>
          <pc:sldMk cId="2028635269" sldId="440"/>
        </pc:sldMkLst>
      </pc:sldChg>
      <pc:sldChg chg="add">
        <pc:chgData name="Euclides Paim" userId="0d84fb374bcffaab" providerId="Windows Live" clId="Web-{80F0ADE8-BE68-40A6-936D-FC7EFF5864AA}" dt="2020-11-09T12:53:26.825" v="45"/>
        <pc:sldMkLst>
          <pc:docMk/>
          <pc:sldMk cId="188372832" sldId="441"/>
        </pc:sldMkLst>
      </pc:sldChg>
      <pc:sldChg chg="add">
        <pc:chgData name="Euclides Paim" userId="0d84fb374bcffaab" providerId="Windows Live" clId="Web-{80F0ADE8-BE68-40A6-936D-FC7EFF5864AA}" dt="2020-11-09T12:53:26.856" v="46"/>
        <pc:sldMkLst>
          <pc:docMk/>
          <pc:sldMk cId="3075535982" sldId="442"/>
        </pc:sldMkLst>
      </pc:sldChg>
      <pc:sldChg chg="add">
        <pc:chgData name="Euclides Paim" userId="0d84fb374bcffaab" providerId="Windows Live" clId="Web-{80F0ADE8-BE68-40A6-936D-FC7EFF5864AA}" dt="2020-11-09T12:53:26.872" v="47"/>
        <pc:sldMkLst>
          <pc:docMk/>
          <pc:sldMk cId="1366129718" sldId="443"/>
        </pc:sldMkLst>
      </pc:sldChg>
      <pc:sldChg chg="add">
        <pc:chgData name="Euclides Paim" userId="0d84fb374bcffaab" providerId="Windows Live" clId="Web-{80F0ADE8-BE68-40A6-936D-FC7EFF5864AA}" dt="2020-11-09T12:53:26.919" v="48"/>
        <pc:sldMkLst>
          <pc:docMk/>
          <pc:sldMk cId="822192009" sldId="444"/>
        </pc:sldMkLst>
      </pc:sldChg>
      <pc:sldChg chg="add">
        <pc:chgData name="Euclides Paim" userId="0d84fb374bcffaab" providerId="Windows Live" clId="Web-{80F0ADE8-BE68-40A6-936D-FC7EFF5864AA}" dt="2020-11-09T12:53:26.981" v="49"/>
        <pc:sldMkLst>
          <pc:docMk/>
          <pc:sldMk cId="3439957136" sldId="445"/>
        </pc:sldMkLst>
      </pc:sldChg>
      <pc:sldChg chg="add">
        <pc:chgData name="Euclides Paim" userId="0d84fb374bcffaab" providerId="Windows Live" clId="Web-{80F0ADE8-BE68-40A6-936D-FC7EFF5864AA}" dt="2020-11-09T12:53:27.028" v="50"/>
        <pc:sldMkLst>
          <pc:docMk/>
          <pc:sldMk cId="1621500762" sldId="446"/>
        </pc:sldMkLst>
      </pc:sldChg>
      <pc:sldChg chg="add">
        <pc:chgData name="Euclides Paim" userId="0d84fb374bcffaab" providerId="Windows Live" clId="Web-{80F0ADE8-BE68-40A6-936D-FC7EFF5864AA}" dt="2020-11-09T12:53:27.075" v="51"/>
        <pc:sldMkLst>
          <pc:docMk/>
          <pc:sldMk cId="3288710680" sldId="447"/>
        </pc:sldMkLst>
      </pc:sldChg>
      <pc:sldChg chg="add">
        <pc:chgData name="Euclides Paim" userId="0d84fb374bcffaab" providerId="Windows Live" clId="Web-{80F0ADE8-BE68-40A6-936D-FC7EFF5864AA}" dt="2020-11-09T12:53:27.122" v="52"/>
        <pc:sldMkLst>
          <pc:docMk/>
          <pc:sldMk cId="891088516" sldId="448"/>
        </pc:sldMkLst>
      </pc:sldChg>
      <pc:sldChg chg="add">
        <pc:chgData name="Euclides Paim" userId="0d84fb374bcffaab" providerId="Windows Live" clId="Web-{80F0ADE8-BE68-40A6-936D-FC7EFF5864AA}" dt="2020-11-09T12:53:27.138" v="53"/>
        <pc:sldMkLst>
          <pc:docMk/>
          <pc:sldMk cId="1589013106" sldId="449"/>
        </pc:sldMkLst>
      </pc:sldChg>
      <pc:sldMasterChg chg="addSldLayout">
        <pc:chgData name="Euclides Paim" userId="0d84fb374bcffaab" providerId="Windows Live" clId="Web-{80F0ADE8-BE68-40A6-936D-FC7EFF5864AA}" dt="2020-11-09T12:53:26.341" v="35"/>
        <pc:sldMasterMkLst>
          <pc:docMk/>
          <pc:sldMasterMk cId="1927129494" sldId="2147483847"/>
        </pc:sldMasterMkLst>
        <pc:sldLayoutChg chg="add">
          <pc:chgData name="Euclides Paim" userId="0d84fb374bcffaab" providerId="Windows Live" clId="Web-{80F0ADE8-BE68-40A6-936D-FC7EFF5864AA}" dt="2020-11-09T12:53:26.341" v="35"/>
          <pc:sldLayoutMkLst>
            <pc:docMk/>
            <pc:sldMasterMk cId="1927129494" sldId="2147483847"/>
            <pc:sldLayoutMk cId="460948639" sldId="21474838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5F4894-F784-4519-9C56-FB09D3BE1893}" type="datetimeFigureOut">
              <a:rPr lang="pt-BR"/>
              <a:t>07/12/2020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E9D57E-F1B0-4986-B268-66D28F9A6467}" type="slidenum">
              <a:rPr lang="pt-BR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5414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07.12.2020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07.12.2020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07.12.2020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07.12.2020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07.12.2020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07.12.2020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07.12.2020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07.12.2020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07.12.2020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07.12.2020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07.12.2020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49-749F-4401-99B3-6A8C4A7AA7D0}" type="datetimeFigureOut">
              <a:rPr lang="pt-BR" smtClean="0"/>
              <a:pPr/>
              <a:t>07/12/2020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A79C2-8CFA-41EA-B525-9BDC63769BF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79806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49-749F-4401-99B3-6A8C4A7AA7D0}" type="datetimeFigureOut">
              <a:rPr lang="pt-BR" smtClean="0"/>
              <a:pPr/>
              <a:t>07/12/2020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A79C2-8CFA-41EA-B525-9BDC63769BF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40703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12423"/>
            <a:ext cx="105156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52637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49-749F-4401-99B3-6A8C4A7AA7D0}" type="datetimeFigureOut">
              <a:rPr lang="pt-BR" smtClean="0"/>
              <a:pPr/>
              <a:t>07/12/2020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A79C2-8CFA-41EA-B525-9BDC63769BF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45516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3"/>
            <a:ext cx="5181600" cy="4351337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3"/>
            <a:ext cx="5181600" cy="4351337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49-749F-4401-99B3-6A8C4A7AA7D0}" type="datetimeFigureOut">
              <a:rPr lang="pt-BR" smtClean="0"/>
              <a:pPr/>
              <a:t>07/12/2020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A79C2-8CFA-41EA-B525-9BDC63769BF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60050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2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4"/>
            <a:ext cx="5156200" cy="3680525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7554"/>
            <a:ext cx="5181601" cy="3680525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49-749F-4401-99B3-6A8C4A7AA7D0}" type="datetimeFigureOut">
              <a:rPr lang="pt-BR" smtClean="0"/>
              <a:pPr/>
              <a:t>07/12/2020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A79C2-8CFA-41EA-B525-9BDC63769BF0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0109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49-749F-4401-99B3-6A8C4A7AA7D0}" type="datetimeFigureOut">
              <a:rPr lang="pt-BR" smtClean="0"/>
              <a:pPr/>
              <a:t>07/12/2020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A79C2-8CFA-41EA-B525-9BDC63769BF0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5989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49-749F-4401-99B3-6A8C4A7AA7D0}" type="datetimeFigureOut">
              <a:rPr lang="pt-BR" smtClean="0"/>
              <a:pPr/>
              <a:t>07/12/2020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A79C2-8CFA-41EA-B525-9BDC63769BF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47809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4"/>
            <a:ext cx="393192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49-749F-4401-99B3-6A8C4A7AA7D0}" type="datetimeFigureOut">
              <a:rPr lang="pt-BR" smtClean="0"/>
              <a:pPr/>
              <a:t>07/12/2020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A79C2-8CFA-41EA-B525-9BDC63769BF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49380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49-749F-4401-99B3-6A8C4A7AA7D0}" type="datetimeFigureOut">
              <a:rPr lang="pt-BR" smtClean="0"/>
              <a:pPr/>
              <a:t>07/12/2020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A79C2-8CFA-41EA-B525-9BDC63769BF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64637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49-749F-4401-99B3-6A8C4A7AA7D0}" type="datetimeFigureOut">
              <a:rPr lang="pt-BR" smtClean="0"/>
              <a:pPr/>
              <a:t>07/12/2020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A79C2-8CFA-41EA-B525-9BDC63769BF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90220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0362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2" y="360366"/>
            <a:ext cx="7734300" cy="5811837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4C849-749F-4401-99B3-6A8C4A7AA7D0}" type="datetimeFigureOut">
              <a:rPr lang="pt-BR" smtClean="0"/>
              <a:pPr/>
              <a:t>07/12/2020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A79C2-8CFA-41EA-B525-9BDC63769BF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95349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>
  <p:cSld name="Título e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abela 2"/>
          <p:cNvSpPr>
            <a:spLocks noGrp="1"/>
          </p:cNvSpPr>
          <p:nvPr>
            <p:ph type="tbl" idx="1"/>
          </p:nvPr>
        </p:nvSpPr>
        <p:spPr>
          <a:xfrm>
            <a:off x="609600" y="1600203"/>
            <a:ext cx="10972800" cy="4525963"/>
          </a:xfrm>
        </p:spPr>
        <p:txBody>
          <a:bodyPr/>
          <a:lstStyle/>
          <a:p>
            <a:pPr lvl="0"/>
            <a:endParaRPr lang="pt-BR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D114BF-3A23-4637-8A6D-7B61D8FA672E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0948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07.12.2020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3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B14C849-749F-4401-99B3-6A8C4A7AA7D0}" type="datetimeFigureOut">
              <a:rPr lang="pt-BR" smtClean="0"/>
              <a:pPr/>
              <a:t>07/12/2020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3A79C2-8CFA-41EA-B525-9BDC63769BF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7129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  <p:sldLayoutId id="2147483853" r:id="rId6"/>
    <p:sldLayoutId id="2147483854" r:id="rId7"/>
    <p:sldLayoutId id="2147483855" r:id="rId8"/>
    <p:sldLayoutId id="2147483856" r:id="rId9"/>
    <p:sldLayoutId id="2147483857" r:id="rId10"/>
    <p:sldLayoutId id="2147483858" r:id="rId11"/>
    <p:sldLayoutId id="2147483859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F1E9E8CF-FE9E-4B81-B325-A5C58B74BD75}"/>
              </a:ext>
            </a:extLst>
          </p:cNvPr>
          <p:cNvSpPr/>
          <p:nvPr/>
        </p:nvSpPr>
        <p:spPr>
          <a:xfrm>
            <a:off x="1799147" y="2568336"/>
            <a:ext cx="8870828" cy="176841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667774" y="5241057"/>
            <a:ext cx="9144000" cy="103753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b="1">
                <a:cs typeface="Calibri"/>
              </a:rPr>
              <a:t>Professor: Euclides </a:t>
            </a:r>
            <a:r>
              <a:rPr lang="pt-BR" b="1">
                <a:cs typeface="Calibri"/>
              </a:rPr>
              <a:t>Paim</a:t>
            </a:r>
          </a:p>
          <a:p>
            <a:r>
              <a:rPr lang="de-DE" i="1">
                <a:cs typeface="Calibri" panose="020F0502020204030204"/>
              </a:rPr>
              <a:t>euclides.paim@ifc.edu.br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0CE7AA5-E1E6-4D1E-91AC-CA05762D0EAA}"/>
              </a:ext>
            </a:extLst>
          </p:cNvPr>
          <p:cNvSpPr txBox="1"/>
          <p:nvPr/>
        </p:nvSpPr>
        <p:spPr>
          <a:xfrm>
            <a:off x="1733910" y="3071004"/>
            <a:ext cx="873855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3600" b="1" dirty="0"/>
              <a:t>Hardware e Sistemas Operacionais</a:t>
            </a:r>
            <a:endParaRPr lang="pt-BR" sz="1600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3BCB967-DB78-40C0-A72A-F09C5D44A7F7}"/>
              </a:ext>
            </a:extLst>
          </p:cNvPr>
          <p:cNvSpPr/>
          <p:nvPr/>
        </p:nvSpPr>
        <p:spPr>
          <a:xfrm>
            <a:off x="161027" y="10064"/>
            <a:ext cx="11861319" cy="20128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5" descr="Uma imagem contendo faca&#10;&#10;Descrição gerada automaticamente">
            <a:extLst>
              <a:ext uri="{FF2B5EF4-FFF2-40B4-BE49-F238E27FC236}">
                <a16:creationId xmlns:a16="http://schemas.microsoft.com/office/drawing/2014/main" id="{772C15A6-71B8-4399-B521-028FB141A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63" y="211347"/>
            <a:ext cx="27336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059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F1E9E8CF-FE9E-4B81-B325-A5C58B74BD75}"/>
              </a:ext>
            </a:extLst>
          </p:cNvPr>
          <p:cNvSpPr/>
          <p:nvPr/>
        </p:nvSpPr>
        <p:spPr>
          <a:xfrm>
            <a:off x="1799147" y="2539581"/>
            <a:ext cx="8870828" cy="176841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667774" y="5241057"/>
            <a:ext cx="9144000" cy="103753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b="1">
                <a:cs typeface="Calibri"/>
              </a:rPr>
              <a:t>Professor: Euclides </a:t>
            </a:r>
            <a:r>
              <a:rPr lang="pt-BR" b="1">
                <a:cs typeface="Calibri"/>
              </a:rPr>
              <a:t>Paim</a:t>
            </a:r>
          </a:p>
          <a:p>
            <a:r>
              <a:rPr lang="de-DE" i="1">
                <a:ea typeface="+mn-lt"/>
                <a:cs typeface="+mn-lt"/>
              </a:rPr>
              <a:t>euclides.paim@ifc.edu.br</a:t>
            </a:r>
            <a:endParaRPr lang="de-DE">
              <a:ea typeface="+mn-lt"/>
              <a:cs typeface="+mn-lt"/>
            </a:endParaRPr>
          </a:p>
          <a:p>
            <a:endParaRPr lang="de-DE" i="1">
              <a:cs typeface="Calibri" panose="020F0502020204030204"/>
            </a:endParaRPr>
          </a:p>
        </p:txBody>
      </p:sp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754704" y="3142889"/>
            <a:ext cx="697014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3200" b="1" dirty="0">
                <a:cs typeface="Calibri"/>
              </a:rPr>
              <a:t>Computação em Nuvem</a:t>
            </a:r>
            <a:endParaRPr lang="pt-BR" dirty="0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58B6992-D464-4E9E-9004-33BB3AF6F50F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9372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AutoShape 2" descr="data:image/jpeg;base64,/9j/4AAQSkZJRgABAQAAAQABAAD/2wCEAAkGBhQSERUUExQWFRUVFxQXFBgYFBQUFRYUFRUVFBQUFxUXHCYeFxkkGRQUHy8gIycpLCwsFR4xNTAqNSYrLCkBCQoKDQwNDQ8PFCkYFBgpKSkpKSkpKSkpKSkpKSkpKSkpKSkpKSkpKSkpKSkpKSkpKSkpKSkpKSkpKSkpKSkpKf/AABEIALgA+AMBIgACEQEDEQH/xAAcAAABBQEBAQAAAAAAAAAAAAAEAAECAwUGBwj/xAA/EAABAwEGAwUFBgYCAQUAAAABAAIRAwQFEiExQQZRYRMicYGhMkKRscEHUmLR4fAUI3KCkvEVwhYzNEOjsv/EABYBAQEBAAAAAAAAAAAAAAAAAAABAv/EABcRAQEBAQAAAAAAAAAAAAAAAAABERL/2gAMAwEAAhEDEQA/AOXargqWq4FBY0qSg1TQO0pnJk7swgxi5MStK57kdaC8BwBYJgznr+SE/hjmNwYKzyBiVZZ3AHNENul50Cm26HYohJANMmEfUtIawBgz3O87T+4R1n4Sc4agT6ei6awcBs7MTm46mcjHNaHD2azOqxA1KjbLtex0HyXpthuSjSEMALstBOay+IruB1GY5iEHnr6cIi75DvJNaZaYO3nko2ep3h8EGnjSL02FMUEw9O5yi1OgeUsSZJA5cmlJIoJDRRKSi4oEJSDUgVJAlEhSUYQRe1JScEkALSrWmVU1XAoJhTUGlTCB0pSSlBqcKWctqvfsYA65yU942BjLSY94B0dZMozh50tjkq+JbNgqseJzaZ/tP6oL7JQGqLpWVszCFufvnLNb9Kwga7/BAIySQAFsNs/c7zjHp+qzLwrMpiXGI01zPIAa+Coc2tVAkmiz/wCx30Z6nwRFwv0UngMPe0AAk/DbxVF7vc4EmXOOu+vgtO67lo0xI1PtEnvHxOpQ143lTpOGYGeUmOiK8yvRpxkOEEK+4rvFR5c72WCYEyTsAt7jSjjAqRB0PUIm4rKKdP2Dm3FJGWkkDzQYdoZhcRyO/wC9VUSpVny4k7kn4qsIJtU5VYKmgSSSSBSmJTOTIHnJRlOoFBOVKVWFJA5KdpUU0oJPcmUXFJAGwq0FUAK0ILArAVWFNBIlOCohSQdDwxGZnf6I/iJ1N4bGrJnPIyNPQLmbFaS05FaDq2KG/FB0XDFZrWQRC3KtPH7LgPKVyFO04R4LoLutuJoDf1QT/wCJYx+M953M5kf07N8gh7zvdje7qdgAS4+AGaOtN1vqa1C0bwBPkTp6oejRpUPZGHm45uOe5OqIBoWW0VhkRQZzd3qhHRujfMlO+7KNmOI95273mXHz90eEKwW1z8Ro6DVzsm+XPw+SAddjasmq7tOU+z5N5dUFl6VW12aNwnSBkhrfauzshg7BvLpHoiagEdF0vDNgoV6GbQ8hzmPDgHQ5pygHQQQckI8hxJL2etwVZDrQpjwDgfQoJ32b2V/ste3qHu9AZRXkwKnK9Gtv2VU//jrPB/E1rh6QsC3fZ5aac4Q2oPwuz/xKDmcSaVda7E+kcNRjmHk5pb89VQgdQlTUEDk5KKmoFAlIBRSAQTKZKExCBnFJQeUkA4VocqQVY1BY12asBVQKspsJMDU6IJgqxtEnotGy3cGwXCT6D9VfbKDjhcyS4ZQN+iDLwgbyfJE2UalHXxdZpuYHCCWB+m5JBHkQqabIj1QF0mmM1oXZefZkZeaCpnRSLQUHVf8AIOeO78dkPWsdOmC+r3zr3vZHg3TzOazbJbcAhUW+qa5h5hojuicz1OwRkxvPtSQ2RTB/y/RXmqNtFmWmgdWGD4SD48vFRsNsxEtcIc3USCPEIrQeckR9mt7xbbRQOlSXtH4max4j5IJ5VfD9mwXnQqhw77nNI/sdJQj1/shGing5J4yVVB5gzmQSimqUVW2lIlPWtUA5JqFfugoKLTYGvGF7WuB2IkfArnbd9nlmfOFppk/cJj/EyF1nbgqbXAoPEeIOGatkdDhLD7LwIaeh5HosUr6Hr2Rj2lr2hzTqCJBXnnFP2dAlz7LlGtM/9Dt4FB50XKJVtakWkhwIIJBBEEHlCqQJOEycFA5couKkVAlBB6SZxSQCNcrgVQ1WtQEUqZcQAJOy3rDYezGftHU8ugWlc3D/AGdNrnDvuAPgDmB8ERa7NH0QZFZ7mkA94O05gnQT9F2NwXHhAe/2jMDl+qp4fubLtHifuA9ZzXU06cYckGdfnDwtFINBwvbnTcdM4lrjyOXgvP8Asiwua4FrmmHtORBGx/fVetaIC87lpV/bEOAgOGsbA8wg8zZaFcypOiLv+6xZicfdGoLtCOYO6xrRTqupB1KRMnNpa4jm2dkBF7X0KLcLQHPPlA6nZBXTeVV+TAxg5w+ofLn5lYlmcWvlzZM54sz6rfsvELmbAaImNWlYA7OoS8j70QPBo7o+EqLrPTa/G3LKOWSHZeYfnJPgqauJ56IovtcZy0269VOw5W+ygbOJPmISoMwqi5a+K8mR7pjyyB+aD20KFQQpsOSaoJCAG2t2G/7Kk4QFF7pqf0j1KdxQRxqQdmq4UHuzA6oNRmiCc7vR5jqEXPdWfbXQzF9wg/2zn6FBj8T8JUrW3Fk2oB3Xgejh7wXk163XUoVDTqNwuHwI5g7he6MdnHmFlcScOstdMtIhwzY4atP1HMboPEgU+JEXldz6FR1OoIcPgRsR0QZQWYlFzkwcoOcgT3JKBKSCprlfRdmD1Q7Fp3NYe1qtbqNT4DMoPT6NZtWnI1ESOSOsV14qYqN9vbKcgsc2Q0WNeDn7w2g6LqeHJ7FpI1xGAOZQCXbVmWEQ5pJA6H8lqNClarra7vCGvHsu1jlIGvgVTZqxPdeML+Uggxu0jUICJVNVsokMUjSQY9vsFO0U+zrUxUbMiciD95rtQVn8VXWeyY9re7TEGNmnQnoDv1Wm6occePoOSjeV8ss9ImpmDlh1xSNBzKDy+9atMwD7R3jTxKyW2Oo5xwEzy2/RanZteXDCGiSWCScIOeEE5mFo3Q/s3jE0Obz9747oMKjZKwMFpBGxyR9nY4HvL1Fl22e10RhIkDIj2m9CPouSt3D9SlVFPDJcYYRo7z+aCF0XM+0HC3LLMnQeKVh4fFktoae86WlztMjBMA6BegXDc7aFMAZuObjzP5LD4ksg/i2OzzAnwaURYz7QaOmCodtG/miGcdUCQ3DUk8mg/JyCsnD1I+5A9fijqV2U2uhjQI1O580UYKk5ie8ZzgH0KvVLdTGyu2QVsQ5d/NA8SiaYQFN01vJBo17RACGt9QdjU/od8iqLwtEEflCBvK1xQf8Ai7o/uMINex5sYfwt+SuDsyqrO2GNHJoVzGoOe4s4Wba6eUNqNnA7/qehXklvsL6NR1Oo0tc3UH5jmOq9/axee/atYQOxqAZ95h+bfkUHnKgVNyqJQRcUkzikg6G5OFBUp9pWeWNJyDRJjmeS6y5+G6dnONhc8ubkHADKctOZj/FF3dg7Q02xlBd1On5I6tSIrYoywtjyBHzQRvWlOBm7j3vSfJb1mcWtAAhsQBufyCw8RfWBLS0NE56k7DoJ+S1AXO2hATabH2gzc6RpBgDoB9VjXnctQQ+k4429czzzW1ZwQFcGIMq6OJA89nVHZ1NM8mu8ORW2CqX2dnvtBHVoKsZRn2XDDHiW+HMdEFNqcym1z3QIEuPT8zovOr3qutj5Pdj2G8h+Z5rp+KaNQsa6Zax0uA0M5Yp/eqzP4YMcx40KI5912ubmRota7rkFZuJpg7jVdZaLsbVpmAJIXN3Laexqlp0mCgKsfDVRpllUNI3Eg+iKHEFSllW/mwYYQA0GBBJdGZ28kbe9oLKJc3eAPE6KVG6cVOmD7ogyOYzjqis88b1SQGU2ieeIrWptdUh1TXkBAHRWC7mjbTorJQSxwIAVTnwD1TPqKguxO6BAVSyCte/JUPerm5hAmnJZ9nP84rQcICzqI/mSga2P70wCsa3VcdSnTGmIOPki7xrFtRzTMahZ13MmoXHwCDsqAloVrULYaktRgQJzkBe1107Qw06gkOHwPMHYo4quoRkUHi3E/DL7I+D3mH2HRkehGzunwWC4L3e9TZ6rDTqlrg7LD7RnpGh6oCxcCWQN/wDbg9ahc9xHgTA+CDxJydejcXfZthmpZB1dS182E/8A5+CSAO77U5rsTdfouxu+1NrMh+vQwfEHZcVTZBW9db+SJHVWGwsZu5x5uMlHMpBZFltR3WhTtKmVRUKdMKqk6USWpojUgiFzVS+h2wp03S0HvEaH8I6K69+IKQDmYhs2ZhpJMEDmuGui0RV/fNUekgB7SDoQQQuVtM0yaTvdOR6HRa9K3hokoa+wytSFWnq3J3OOqJRlwW/E3CdtPBZXE924Hiq0ZO9rodUJdlswOB+K62rSbVplp0cEGHZLSKtIMOodTI6jEF0cwuLoU3UqwYT7Lh5tkLsHvkShFzn5IGo7NObXCGNadEU9R6ts7IQ1NpJR7aBhBU56voPVVSiJ116ImhZxzQJ5yWew9/zWx2YhZVrZD5CAS/m5g8wZ8ln2UQFp8QH+UHcjn4HJcTbuJcGTcz8kR29ltmDMxG8mEq/GFBuhLjybn66LzR96vqZvcfDb4Ld4dvSlTd/MYCDvAJHLVFdA/iWtVyo0o6lSpXTWqma1QwfdaYHmdkS/iSiB3c+gGEK6wXo57MUAAzA/DsUF133Qylm0QemZ+JWkAdig6dqcf39Ve22N3dn0MoAryu+s/OlVg7tIAkdHDRJajDi5jrkElMHmlsu9zTMZK668nAKyxX605Py+Sue+niDmuEzmAqNWnUhGUK7SYJz2lY/8SU1V4cNhyI5oOm7QgZLmeNeMDQo4KZh9SQDuB7xCe76ryDmYzXHfaBPbUxByp8ub3ZegQcraKznnE5xJ5kytbhu1k1Idy+qy2Wd50a4/2lF3Yx7Hg4HR4Hmg9SstOW/vkg7ktIFQsPsulpG2assNubgzMGPoufu17u1fPdh0t6jogOt1M0qrmHY5eB0XT3FbsTY5Ln+KKrajG1GwXN7rgCJg6HyzQdwXk5pkggcyCg3OKqWGpTqDQ5Hy/RaRrw2RnmMvFRtbGWikWEgOiROzhof3zWc+iWgYuTTrvlyQGCuXA9FXQqqkWxs8j+SenXH7hErfs4yB6JqluYN58IPlOizX24kBrdI73h4pCm0aaQMtkUTUtYdEesSr2W8gRAQ1GkXTG2auaAEFjrc/kPgqKlVxzKniCaRzQZd6VcTCx0lp1Ex1XA33czaY7SmTh94EyR1ncL0W8KYhctb7N7TTo+Qek5IOMo29reZWjQvBtQhtNri45AZa9PVYL2wSOUj4LqPs/u8utPaFsspg5nTEYgfCUHXXPww9zWGtDYAkDM+ZXUUbMwdVDtwBLnAc5IHqibLhcA4EEbEEEGeqCwMERkpss42AVjWBTL8IkbeH1QVvhoJOUakpkBVxPzfps0ZgdSdymRNebfwknkiaNmcw7RzlDY3H2RKbsnkwTn90ZlFbP/INGpk8hmnsrHVXQBl8vE7fvRU2K5HHN8MHjn5nZbtnvChRae+2WiYBGLLaJQXVwyzUS5x0BGmp5ADdcraLSatTGREAA5DrMzpqfgpW28H1T2jzH3Gaho2iW5nmeoVT6cANHtOOcHL5T/ooItdDS6cz+JvyU3NhrW/e174jrPLX0VrrM4lrQ10NznbyIb+5Uv4d7nklr8hAkETzjuRzQJ1SXtAnu56sPh9FGnWOJz50y0Zt4nwTNsbw1zsDpMwMJJ5aFvyUX2F4YBhdJ/CT1z7nggiaxDD+L+nfprspPZ7DcvPAfUHxT1LA4Fowuga90xl/Z0PxSFmJecnQB93fQ+7nqUE8E1Mg3ujY4dfPr6JqdR0PcJ/yB+euyqayA5xBGsAt8Y1b1Q9a8abGQ4wT0HPnE7IDqI7rZBzBjL5RrkFoitTbkXEDODgJHQQSPDyWdZb0YxzcJMEES04TMQJIzjVWf+U0KboLQSNMpHkT1CJgqgaz/YafGIEeJ+iPp3HWOZe0fEx6Iayccsfk3Cemh+C0KXEzfBDF9iu+rTMirBOvdn5opt3/AHnE5REAIUX60qDr7CA02Rg5nxKnTpNGgWO6+wqv+aPRFa9qsgcuavi73Nz1GWiIr346MvTNYte9nv1nDMQQRI1OZ2QZNW7aUn+WJLjJlwiTJMT4rXs9jeWYGONKmJhrO5ruXDMrPsL+1qFw9kGBpmcpK27RaRTZJQY1bh5k5txHmXOcfUqdiomzmaLnUj+FxjzacitSm4ugqw2drtYRBt1cf4YbbAG7CswHBP426sPXRdPUtoMAGQYdOuRzB+S88vC68QIGYK3OErS59Dsne3ROA9WHNh+HyQ1vBrqhmcLfUlJEsdkkjLyazOc0ZvJnQd0eExCPZaXgBrXYSfu4G+o+qEpZHEZxH2Ry9dUU2WjOcTujv3yRtZWs4qENMv3OIl3zcR/tbth4TaQ091jdYa2Cehzj/axPZECC467884Lf3mj7LeVSlDGOnnMFo9MuaDpaXD9EEEgkjSXOj4SjG2VrdGtHWBPx1WHS4pzwlk8yHRH0RLOJmEkBj8t5bHzQa8JQsqnxLSM5PAG/d16ZphxPSwl2F8CdQ0THLNBrJALI/wDKKWHFhfH9snONJTVOKaYaDgfntLJ+f7yQa5CkwLCtXFQaBhpSTzcMvJue6FtHFVSQGtYJ8XD1KDpoTWiwMeIcBC5OrxDXLwA8AamGjx1woS0W2pVfDnucGjQkkacojU8kG87h+hiM1QOmJkjdCC77DidmXEZEhod8DELDY2Xuy0yGXUdOQ6KNl0ccz4YuRO0oFaaLCXGk1rQJ9prZORPujL9VCzNkYnOj+kA7xoSEqOVM+fPkNsKWE9n+/vDp9UGqzsWtDnGqZjRjG6+JKur2ig2IZUdP3nho2Gw6+ixajP5YMDbl+Ifdn1Vlob3Wnw08AfuhAc+1NDwBSbBG5e8zB/EBrKlQvJ2NwDWAaiKQBiR47FA2nJzT1PI7/wBPVOacVBlqI0GunKOSC6peD3seHuJAmdQNDsIGo3nVYd52nDS1gnujzP6q29Q7tAwABr8ycstDyWVxW4N7IAzBkoOkuSgGsEbD/autLMbg3YQT1Oy5Gx8Rmm3ZwjIaFdXddpDmBx1dmUBRyb1UKDSB3jJOZUS8OfAI7uvjsmqOkwTEmPJEWU68zAMDfmqbBaatC09uabv4dzcNR4EgYSYf4DfoFbbK4Y3JCVLwf2eDG40nNwubMghwzAOGQM/Qoy077puaRUaSWHNpBcWuYc/anOAfXonWNSf2bGsBJpZ4QTiDSQZgubokgBpnVxHh3fHl4hEUIze7yGF0eWf7zTpI2tpAAYjBJ0EO+H18gp4cLdJcebXT8fXzSSQSADGgR3j+F09fGNPipVyGtDRE75OB67+Xkkkga0AANYMMncB0x8fPyULVBLWgCOjXDpnPxSSQNUIL2t7gG8B0fnoPVTcQagHdgZnJ0czI15BMkgnkanu5Dk4gmOWs5qLQDUccspA7ro2Ay9UySB7Lm9xOn9BI19MgVOx54j1HuSNZ55aJJIIWXRx/6A7Hnpqq6Q7jj/V7h5RqDlqkkgamP5Z89n8x1hOP/T+kOPvDyTpIHe3+UMzts/mR4J63sDP7uXe69YTJIFaTLWnFP+XIczzCstJENIM58nDYHWfFMkghedBry1xxGN+83LXnnqgLx4fpuc0nGRp7w3GY8kkkAtq4TpAtHfaDqd+RyJzV1nuJ1JzQ2q/Ccs2iZ3ASSQWWe530quVZ8PMnEwGTn+Ib5Ky1XW51UE1Xgx3YaIz6Z+GqSSIvpUyHYXFz5HdJGojkClRaASxwmdJaSYidMXLNJJEKjoabhzjuucY8J21SSSRH/9k=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9940" name="AutoShape 4" descr="data:image/jpeg;base64,/9j/4AAQSkZJRgABAQAAAQABAAD/2wCEAAkGBhQSERUUExQWFRUVFxQXFBgYFBQUFRYUFRUVFBQUFxUXHCYeFxkkGRQUHy8gIycpLCwsFR4xNTAqNSYrLCkBCQoKDQwNDQ8PFCkYFBgpKSkpKSkpKSkpKSkpKSkpKSkpKSkpKSkpKSkpKSkpKSkpKSkpKSkpKSkpKSkpKSkpKf/AABEIALgA+AMBIgACEQEDEQH/xAAcAAABBQEBAQAAAAAAAAAAAAAEAAECAwUGBwj/xAA/EAABAwEGAwUFBgYCAQUAAAABAAIRAwQFEiExQQZRYRMicYGhMkKRscEHUmLR4fAUI3KCkvEVwhYzNEOjsv/EABYBAQEBAAAAAAAAAAAAAAAAAAABAv/EABcRAQEBAQAAAAAAAAAAAAAAAAABERL/2gAMAwEAAhEDEQA/AOXargqWq4FBY0qSg1TQO0pnJk7swgxi5MStK57kdaC8BwBYJgznr+SE/hjmNwYKzyBiVZZ3AHNENul50Cm26HYohJANMmEfUtIawBgz3O87T+4R1n4Sc4agT6ei6awcBs7MTm46mcjHNaHD2azOqxA1KjbLtex0HyXpthuSjSEMALstBOay+IruB1GY5iEHnr6cIi75DvJNaZaYO3nko2ep3h8EGnjSL02FMUEw9O5yi1OgeUsSZJA5cmlJIoJDRRKSi4oEJSDUgVJAlEhSUYQRe1JScEkALSrWmVU1XAoJhTUGlTCB0pSSlBqcKWctqvfsYA65yU942BjLSY94B0dZMozh50tjkq+JbNgqseJzaZ/tP6oL7JQGqLpWVszCFufvnLNb9Kwga7/BAIySQAFsNs/c7zjHp+qzLwrMpiXGI01zPIAa+Coc2tVAkmiz/wCx30Z6nwRFwv0UngMPe0AAk/DbxVF7vc4EmXOOu+vgtO67lo0xI1PtEnvHxOpQ143lTpOGYGeUmOiK8yvRpxkOEEK+4rvFR5c72WCYEyTsAt7jSjjAqRB0PUIm4rKKdP2Dm3FJGWkkDzQYdoZhcRyO/wC9VUSpVny4k7kn4qsIJtU5VYKmgSSSSBSmJTOTIHnJRlOoFBOVKVWFJA5KdpUU0oJPcmUXFJAGwq0FUAK0ILArAVWFNBIlOCohSQdDwxGZnf6I/iJ1N4bGrJnPIyNPQLmbFaS05FaDq2KG/FB0XDFZrWQRC3KtPH7LgPKVyFO04R4LoLutuJoDf1QT/wCJYx+M953M5kf07N8gh7zvdje7qdgAS4+AGaOtN1vqa1C0bwBPkTp6oejRpUPZGHm45uOe5OqIBoWW0VhkRQZzd3qhHRujfMlO+7KNmOI95273mXHz90eEKwW1z8Ro6DVzsm+XPw+SAddjasmq7tOU+z5N5dUFl6VW12aNwnSBkhrfauzshg7BvLpHoiagEdF0vDNgoV6GbQ8hzmPDgHQ5pygHQQQckI8hxJL2etwVZDrQpjwDgfQoJ32b2V/ste3qHu9AZRXkwKnK9Gtv2VU//jrPB/E1rh6QsC3fZ5aac4Q2oPwuz/xKDmcSaVda7E+kcNRjmHk5pb89VQgdQlTUEDk5KKmoFAlIBRSAQTKZKExCBnFJQeUkA4VocqQVY1BY12asBVQKspsJMDU6IJgqxtEnotGy3cGwXCT6D9VfbKDjhcyS4ZQN+iDLwgbyfJE2UalHXxdZpuYHCCWB+m5JBHkQqabIj1QF0mmM1oXZefZkZeaCpnRSLQUHVf8AIOeO78dkPWsdOmC+r3zr3vZHg3TzOazbJbcAhUW+qa5h5hojuicz1OwRkxvPtSQ2RTB/y/RXmqNtFmWmgdWGD4SD48vFRsNsxEtcIc3USCPEIrQeckR9mt7xbbRQOlSXtH4max4j5IJ5VfD9mwXnQqhw77nNI/sdJQj1/shGing5J4yVVB5gzmQSimqUVW2lIlPWtUA5JqFfugoKLTYGvGF7WuB2IkfArnbd9nlmfOFppk/cJj/EyF1nbgqbXAoPEeIOGatkdDhLD7LwIaeh5HosUr6Hr2Rj2lr2hzTqCJBXnnFP2dAlz7LlGtM/9Dt4FB50XKJVtakWkhwIIJBBEEHlCqQJOEycFA5couKkVAlBB6SZxSQCNcrgVQ1WtQEUqZcQAJOy3rDYezGftHU8ugWlc3D/AGdNrnDvuAPgDmB8ERa7NH0QZFZ7mkA94O05gnQT9F2NwXHhAe/2jMDl+qp4fubLtHifuA9ZzXU06cYckGdfnDwtFINBwvbnTcdM4lrjyOXgvP8Asiwua4FrmmHtORBGx/fVetaIC87lpV/bEOAgOGsbA8wg8zZaFcypOiLv+6xZicfdGoLtCOYO6xrRTqupB1KRMnNpa4jm2dkBF7X0KLcLQHPPlA6nZBXTeVV+TAxg5w+ofLn5lYlmcWvlzZM54sz6rfsvELmbAaImNWlYA7OoS8j70QPBo7o+EqLrPTa/G3LKOWSHZeYfnJPgqauJ56IovtcZy0269VOw5W+ygbOJPmISoMwqi5a+K8mR7pjyyB+aD20KFQQpsOSaoJCAG2t2G/7Kk4QFF7pqf0j1KdxQRxqQdmq4UHuzA6oNRmiCc7vR5jqEXPdWfbXQzF9wg/2zn6FBj8T8JUrW3Fk2oB3Xgejh7wXk163XUoVDTqNwuHwI5g7he6MdnHmFlcScOstdMtIhwzY4atP1HMboPEgU+JEXldz6FR1OoIcPgRsR0QZQWYlFzkwcoOcgT3JKBKSCprlfRdmD1Q7Fp3NYe1qtbqNT4DMoPT6NZtWnI1ESOSOsV14qYqN9vbKcgsc2Q0WNeDn7w2g6LqeHJ7FpI1xGAOZQCXbVmWEQ5pJA6H8lqNClarra7vCGvHsu1jlIGvgVTZqxPdeML+Uggxu0jUICJVNVsokMUjSQY9vsFO0U+zrUxUbMiciD95rtQVn8VXWeyY9re7TEGNmnQnoDv1Wm6occePoOSjeV8ss9ImpmDlh1xSNBzKDy+9atMwD7R3jTxKyW2Oo5xwEzy2/RanZteXDCGiSWCScIOeEE5mFo3Q/s3jE0Obz9747oMKjZKwMFpBGxyR9nY4HvL1Fl22e10RhIkDIj2m9CPouSt3D9SlVFPDJcYYRo7z+aCF0XM+0HC3LLMnQeKVh4fFktoae86WlztMjBMA6BegXDc7aFMAZuObjzP5LD4ksg/i2OzzAnwaURYz7QaOmCodtG/miGcdUCQ3DUk8mg/JyCsnD1I+5A9fijqV2U2uhjQI1O580UYKk5ie8ZzgH0KvVLdTGyu2QVsQ5d/NA8SiaYQFN01vJBo17RACGt9QdjU/od8iqLwtEEflCBvK1xQf8Ai7o/uMINex5sYfwt+SuDsyqrO2GNHJoVzGoOe4s4Wba6eUNqNnA7/qehXklvsL6NR1Oo0tc3UH5jmOq9/axee/atYQOxqAZ95h+bfkUHnKgVNyqJQRcUkzikg6G5OFBUp9pWeWNJyDRJjmeS6y5+G6dnONhc8ubkHADKctOZj/FF3dg7Q02xlBd1On5I6tSIrYoywtjyBHzQRvWlOBm7j3vSfJb1mcWtAAhsQBufyCw8RfWBLS0NE56k7DoJ+S1AXO2hATabH2gzc6RpBgDoB9VjXnctQQ+k4429czzzW1ZwQFcGIMq6OJA89nVHZ1NM8mu8ORW2CqX2dnvtBHVoKsZRn2XDDHiW+HMdEFNqcym1z3QIEuPT8zovOr3qutj5Pdj2G8h+Z5rp+KaNQsa6Zax0uA0M5Yp/eqzP4YMcx40KI5912ubmRota7rkFZuJpg7jVdZaLsbVpmAJIXN3Laexqlp0mCgKsfDVRpllUNI3Eg+iKHEFSllW/mwYYQA0GBBJdGZ28kbe9oLKJc3eAPE6KVG6cVOmD7ogyOYzjqis88b1SQGU2ieeIrWptdUh1TXkBAHRWC7mjbTorJQSxwIAVTnwD1TPqKguxO6BAVSyCte/JUPerm5hAmnJZ9nP84rQcICzqI/mSga2P70wCsa3VcdSnTGmIOPki7xrFtRzTMahZ13MmoXHwCDsqAloVrULYaktRgQJzkBe1107Qw06gkOHwPMHYo4quoRkUHi3E/DL7I+D3mH2HRkehGzunwWC4L3e9TZ6rDTqlrg7LD7RnpGh6oCxcCWQN/wDbg9ahc9xHgTA+CDxJydejcXfZthmpZB1dS182E/8A5+CSAO77U5rsTdfouxu+1NrMh+vQwfEHZcVTZBW9db+SJHVWGwsZu5x5uMlHMpBZFltR3WhTtKmVRUKdMKqk6USWpojUgiFzVS+h2wp03S0HvEaH8I6K69+IKQDmYhs2ZhpJMEDmuGui0RV/fNUekgB7SDoQQQuVtM0yaTvdOR6HRa9K3hokoa+wytSFWnq3J3OOqJRlwW/E3CdtPBZXE924Hiq0ZO9rodUJdlswOB+K62rSbVplp0cEGHZLSKtIMOodTI6jEF0cwuLoU3UqwYT7Lh5tkLsHvkShFzn5IGo7NObXCGNadEU9R6ts7IQ1NpJR7aBhBU56voPVVSiJ116ImhZxzQJ5yWew9/zWx2YhZVrZD5CAS/m5g8wZ8ln2UQFp8QH+UHcjn4HJcTbuJcGTcz8kR29ltmDMxG8mEq/GFBuhLjybn66LzR96vqZvcfDb4Ld4dvSlTd/MYCDvAJHLVFdA/iWtVyo0o6lSpXTWqma1QwfdaYHmdkS/iSiB3c+gGEK6wXo57MUAAzA/DsUF133Qylm0QemZ+JWkAdig6dqcf39Ve22N3dn0MoAryu+s/OlVg7tIAkdHDRJajDi5jrkElMHmlsu9zTMZK668nAKyxX605Py+Sue+niDmuEzmAqNWnUhGUK7SYJz2lY/8SU1V4cNhyI5oOm7QgZLmeNeMDQo4KZh9SQDuB7xCe76ryDmYzXHfaBPbUxByp8ub3ZegQcraKznnE5xJ5kytbhu1k1Idy+qy2Wd50a4/2lF3Yx7Hg4HR4Hmg9SstOW/vkg7ktIFQsPsulpG2assNubgzMGPoufu17u1fPdh0t6jogOt1M0qrmHY5eB0XT3FbsTY5Ln+KKrajG1GwXN7rgCJg6HyzQdwXk5pkggcyCg3OKqWGpTqDQ5Hy/RaRrw2RnmMvFRtbGWikWEgOiROzhof3zWc+iWgYuTTrvlyQGCuXA9FXQqqkWxs8j+SenXH7hErfs4yB6JqluYN58IPlOizX24kBrdI73h4pCm0aaQMtkUTUtYdEesSr2W8gRAQ1GkXTG2auaAEFjrc/kPgqKlVxzKniCaRzQZd6VcTCx0lp1Ex1XA33czaY7SmTh94EyR1ncL0W8KYhctb7N7TTo+Qek5IOMo29reZWjQvBtQhtNri45AZa9PVYL2wSOUj4LqPs/u8utPaFsspg5nTEYgfCUHXXPww9zWGtDYAkDM+ZXUUbMwdVDtwBLnAc5IHqibLhcA4EEbEEEGeqCwMERkpss42AVjWBTL8IkbeH1QVvhoJOUakpkBVxPzfps0ZgdSdymRNebfwknkiaNmcw7RzlDY3H2RKbsnkwTn90ZlFbP/INGpk8hmnsrHVXQBl8vE7fvRU2K5HHN8MHjn5nZbtnvChRae+2WiYBGLLaJQXVwyzUS5x0BGmp5ADdcraLSatTGREAA5DrMzpqfgpW28H1T2jzH3Gaho2iW5nmeoVT6cANHtOOcHL5T/ooItdDS6cz+JvyU3NhrW/e174jrPLX0VrrM4lrQ10NznbyIb+5Uv4d7nklr8hAkETzjuRzQJ1SXtAnu56sPh9FGnWOJz50y0Zt4nwTNsbw1zsDpMwMJJ5aFvyUX2F4YBhdJ/CT1z7nggiaxDD+L+nfprspPZ7DcvPAfUHxT1LA4Fowuga90xl/Z0PxSFmJecnQB93fQ+7nqUE8E1Mg3ujY4dfPr6JqdR0PcJ/yB+euyqayA5xBGsAt8Y1b1Q9a8abGQ4wT0HPnE7IDqI7rZBzBjL5RrkFoitTbkXEDODgJHQQSPDyWdZb0YxzcJMEES04TMQJIzjVWf+U0KboLQSNMpHkT1CJgqgaz/YafGIEeJ+iPp3HWOZe0fEx6Iayccsfk3Cemh+C0KXEzfBDF9iu+rTMirBOvdn5opt3/AHnE5REAIUX60qDr7CA02Rg5nxKnTpNGgWO6+wqv+aPRFa9qsgcuavi73Nz1GWiIr346MvTNYte9nv1nDMQQRI1OZ2QZNW7aUn+WJLjJlwiTJMT4rXs9jeWYGONKmJhrO5ruXDMrPsL+1qFw9kGBpmcpK27RaRTZJQY1bh5k5txHmXOcfUqdiomzmaLnUj+FxjzacitSm4ugqw2drtYRBt1cf4YbbAG7CswHBP426sPXRdPUtoMAGQYdOuRzB+S88vC68QIGYK3OErS59Dsne3ROA9WHNh+HyQ1vBrqhmcLfUlJEsdkkjLyazOc0ZvJnQd0eExCPZaXgBrXYSfu4G+o+qEpZHEZxH2Ry9dUU2WjOcTujv3yRtZWs4qENMv3OIl3zcR/tbth4TaQ091jdYa2Cehzj/axPZECC467884Lf3mj7LeVSlDGOnnMFo9MuaDpaXD9EEEgkjSXOj4SjG2VrdGtHWBPx1WHS4pzwlk8yHRH0RLOJmEkBj8t5bHzQa8JQsqnxLSM5PAG/d16ZphxPSwl2F8CdQ0THLNBrJALI/wDKKWHFhfH9snONJTVOKaYaDgfntLJ+f7yQa5CkwLCtXFQaBhpSTzcMvJue6FtHFVSQGtYJ8XD1KDpoTWiwMeIcBC5OrxDXLwA8AamGjx1woS0W2pVfDnucGjQkkacojU8kG87h+hiM1QOmJkjdCC77DidmXEZEhod8DELDY2Xuy0yGXUdOQ6KNl0ccz4YuRO0oFaaLCXGk1rQJ9prZORPujL9VCzNkYnOj+kA7xoSEqOVM+fPkNsKWE9n+/vDp9UGqzsWtDnGqZjRjG6+JKur2ig2IZUdP3nho2Gw6+ixajP5YMDbl+Ifdn1Vlob3Wnw08AfuhAc+1NDwBSbBG5e8zB/EBrKlQvJ2NwDWAaiKQBiR47FA2nJzT1PI7/wBPVOacVBlqI0GunKOSC6peD3seHuJAmdQNDsIGo3nVYd52nDS1gnujzP6q29Q7tAwABr8ycstDyWVxW4N7IAzBkoOkuSgGsEbD/autLMbg3YQT1Oy5Gx8Rmm3ZwjIaFdXddpDmBx1dmUBRyb1UKDSB3jJOZUS8OfAI7uvjsmqOkwTEmPJEWU68zAMDfmqbBaatC09uabv4dzcNR4EgYSYf4DfoFbbK4Y3JCVLwf2eDG40nNwubMghwzAOGQM/Qoy077puaRUaSWHNpBcWuYc/anOAfXonWNSf2bGsBJpZ4QTiDSQZgubokgBpnVxHh3fHl4hEUIze7yGF0eWf7zTpI2tpAAYjBJ0EO+H18gp4cLdJcebXT8fXzSSQSADGgR3j+F09fGNPipVyGtDRE75OB67+Xkkkga0AANYMMncB0x8fPyULVBLWgCOjXDpnPxSSQNUIL2t7gG8B0fnoPVTcQagHdgZnJ0czI15BMkgnkanu5Dk4gmOWs5qLQDUccspA7ro2Ay9UySB7Lm9xOn9BI19MgVOx54j1HuSNZ55aJJIIWXRx/6A7Hnpqq6Q7jj/V7h5RqDlqkkgamP5Z89n8x1hOP/T+kOPvDyTpIHe3+UMzts/mR4J63sDP7uXe69YTJIFaTLWnFP+XIczzCstJENIM58nDYHWfFMkghedBry1xxGN+83LXnnqgLx4fpuc0nGRp7w3GY8kkkAtq4TpAtHfaDqd+RyJzV1nuJ1JzQ2q/Ccs2iZ3ASSQWWe530quVZ8PMnEwGTn+Ib5Ky1XW51UE1Xgx3YaIz6Z+GqSSIvpUyHYXFz5HdJGojkClRaASxwmdJaSYidMXLNJJEKjoabhzjuucY8J21SSSRH/9k=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3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B63663D3-7F22-4EDA-93C9-D096C6C5C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8473EF7-5FA0-4FD2-8C41-5AB04D0B7A92}"/>
              </a:ext>
            </a:extLst>
          </p:cNvPr>
          <p:cNvSpPr txBox="1"/>
          <p:nvPr/>
        </p:nvSpPr>
        <p:spPr>
          <a:xfrm>
            <a:off x="3646099" y="253043"/>
            <a:ext cx="492855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800" b="1">
                <a:ea typeface="+mn-lt"/>
                <a:cs typeface="+mn-lt"/>
              </a:rPr>
              <a:t>Sumário</a:t>
            </a:r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34DB00C-18D5-4E09-8282-62BB63EA1769}"/>
              </a:ext>
            </a:extLst>
          </p:cNvPr>
          <p:cNvSpPr/>
          <p:nvPr/>
        </p:nvSpPr>
        <p:spPr>
          <a:xfrm>
            <a:off x="103518" y="10064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B1434DD-739D-48EE-822A-8E8DCC1A72EA}"/>
              </a:ext>
            </a:extLst>
          </p:cNvPr>
          <p:cNvSpPr txBox="1"/>
          <p:nvPr/>
        </p:nvSpPr>
        <p:spPr>
          <a:xfrm>
            <a:off x="253041" y="1446363"/>
            <a:ext cx="11700294" cy="43027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b="1" dirty="0">
                <a:ea typeface="+mn-lt"/>
                <a:cs typeface="+mn-lt"/>
              </a:rPr>
              <a:t>Computação em nuvem</a:t>
            </a:r>
            <a:br>
              <a:rPr lang="pt-BR" sz="2100" b="1" dirty="0">
                <a:ea typeface="+mn-lt"/>
                <a:cs typeface="+mn-lt"/>
              </a:rPr>
            </a:br>
            <a:br>
              <a:rPr lang="pt-BR" sz="2100" b="1" dirty="0">
                <a:ea typeface="+mn-lt"/>
                <a:cs typeface="+mn-lt"/>
              </a:rPr>
            </a:br>
            <a:r>
              <a:rPr lang="pt-BR" sz="2100" dirty="0">
                <a:ea typeface="+mn-lt"/>
                <a:cs typeface="+mn-lt"/>
              </a:rPr>
              <a:t>=&gt;</a:t>
            </a:r>
            <a:r>
              <a:rPr lang="pt-BR" sz="2000" dirty="0">
                <a:ea typeface="+mn-lt"/>
                <a:cs typeface="+mn-lt"/>
              </a:rPr>
              <a:t> Introdução</a:t>
            </a:r>
            <a:br>
              <a:rPr lang="pt-BR" sz="2000" dirty="0">
                <a:ea typeface="+mn-lt"/>
                <a:cs typeface="+mn-lt"/>
              </a:rPr>
            </a:br>
            <a:br>
              <a:rPr lang="pt-BR" sz="2000" dirty="0">
                <a:ea typeface="+mn-lt"/>
                <a:cs typeface="+mn-lt"/>
              </a:rPr>
            </a:br>
            <a:r>
              <a:rPr lang="pt-BR" sz="2100" dirty="0">
                <a:ea typeface="+mn-lt"/>
                <a:cs typeface="+mn-lt"/>
              </a:rPr>
              <a:t>=&gt; Características</a:t>
            </a:r>
            <a:br>
              <a:rPr lang="pt-BR" sz="2100" dirty="0">
                <a:ea typeface="+mn-lt"/>
                <a:cs typeface="+mn-lt"/>
              </a:rPr>
            </a:b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=&gt; Modelos de Serviço</a:t>
            </a:r>
            <a:br>
              <a:rPr lang="pt-BR" sz="2000" i="1" dirty="0">
                <a:ea typeface="+mn-lt"/>
                <a:cs typeface="+mn-lt"/>
              </a:rPr>
            </a:br>
            <a:br>
              <a:rPr lang="pt-BR" sz="2000" i="1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=&gt; Tipos de Nuvens</a:t>
            </a:r>
            <a:br>
              <a:rPr lang="pt-BR" sz="2000" dirty="0">
                <a:ea typeface="+mn-lt"/>
                <a:cs typeface="+mn-lt"/>
              </a:rPr>
            </a:b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=&gt; Vantagens </a:t>
            </a:r>
            <a:br>
              <a:rPr lang="pt-BR" sz="2000" dirty="0">
                <a:ea typeface="+mn-lt"/>
                <a:cs typeface="+mn-lt"/>
              </a:rPr>
            </a:b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=&gt; Desvantagens </a:t>
            </a:r>
            <a:br>
              <a:rPr lang="pt-BR" sz="2000" dirty="0">
                <a:ea typeface="+mn-lt"/>
                <a:cs typeface="+mn-lt"/>
              </a:rPr>
            </a:b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=&gt; Conclusão</a:t>
            </a:r>
          </a:p>
        </p:txBody>
      </p:sp>
      <p:pic>
        <p:nvPicPr>
          <p:cNvPr id="2" name="Imagem 6" descr="Uma imagem contendo desenho&#10;&#10;Descrição gerada automaticamente">
            <a:extLst>
              <a:ext uri="{FF2B5EF4-FFF2-40B4-BE49-F238E27FC236}">
                <a16:creationId xmlns:a16="http://schemas.microsoft.com/office/drawing/2014/main" id="{E871C1AB-BD80-4112-8E35-BCEEAD91DE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900000">
            <a:off x="8125004" y="2179788"/>
            <a:ext cx="2541198" cy="249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689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33AE23D-DCED-446F-B659-B65CA66C87D9}"/>
              </a:ext>
            </a:extLst>
          </p:cNvPr>
          <p:cNvSpPr txBox="1"/>
          <p:nvPr/>
        </p:nvSpPr>
        <p:spPr>
          <a:xfrm>
            <a:off x="2610930" y="296176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Computação em Nuvem</a:t>
            </a:r>
            <a:endParaRPr lang="pt-BR" dirty="0"/>
          </a:p>
          <a:p>
            <a:pPr algn="ctr"/>
            <a:r>
              <a:rPr lang="pt-BR" sz="2200" i="1" dirty="0">
                <a:cs typeface="Calibri"/>
              </a:rPr>
              <a:t>Introdução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D5BEDC0-B9C6-4CBC-B0EA-6BD0A411D1F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CA432AA-2654-4139-B8F2-8728353E5697}"/>
              </a:ext>
            </a:extLst>
          </p:cNvPr>
          <p:cNvSpPr txBox="1"/>
          <p:nvPr/>
        </p:nvSpPr>
        <p:spPr>
          <a:xfrm>
            <a:off x="181154" y="2366513"/>
            <a:ext cx="11858443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pt-BR" sz="2200" dirty="0">
                <a:ea typeface="+mn-lt"/>
                <a:cs typeface="+mn-lt"/>
              </a:rPr>
              <a:t>A computação em nuvem pode ser definida como um modelo que oferece acesso a determinados </a:t>
            </a:r>
            <a:r>
              <a:rPr lang="pt-BR" sz="2200" b="1" dirty="0">
                <a:ea typeface="+mn-lt"/>
                <a:cs typeface="+mn-lt"/>
              </a:rPr>
              <a:t>recursos </a:t>
            </a:r>
            <a:r>
              <a:rPr lang="pt-BR" sz="2200" dirty="0">
                <a:ea typeface="+mn-lt"/>
                <a:cs typeface="+mn-lt"/>
              </a:rPr>
              <a:t>alocados remotamente, sob demanda do cliente através da rede. Onde o provedor do serviço disponibiliza grupos de recursos computacionais que podem ser configurados a gosto pelo usuário </a:t>
            </a:r>
            <a:r>
              <a:rPr lang="pt-BR" sz="2200" dirty="0" err="1">
                <a:ea typeface="+mn-lt"/>
                <a:cs typeface="+mn-lt"/>
              </a:rPr>
              <a:t>Mell</a:t>
            </a:r>
            <a:r>
              <a:rPr lang="pt-BR" sz="2200" dirty="0">
                <a:ea typeface="+mn-lt"/>
                <a:cs typeface="+mn-lt"/>
              </a:rPr>
              <a:t> </a:t>
            </a:r>
            <a:r>
              <a:rPr lang="pt-BR" sz="2200" dirty="0" err="1">
                <a:ea typeface="+mn-lt"/>
                <a:cs typeface="+mn-lt"/>
              </a:rPr>
              <a:t>and</a:t>
            </a:r>
            <a:r>
              <a:rPr lang="pt-BR" sz="2200" dirty="0">
                <a:ea typeface="+mn-lt"/>
                <a:cs typeface="+mn-lt"/>
              </a:rPr>
              <a:t> </a:t>
            </a:r>
            <a:r>
              <a:rPr lang="pt-BR" sz="2200" dirty="0" err="1">
                <a:ea typeface="+mn-lt"/>
                <a:cs typeface="+mn-lt"/>
              </a:rPr>
              <a:t>Grance</a:t>
            </a:r>
            <a:r>
              <a:rPr lang="pt-BR" sz="2200" dirty="0">
                <a:ea typeface="+mn-lt"/>
                <a:cs typeface="+mn-lt"/>
              </a:rPr>
              <a:t> (2011); </a:t>
            </a:r>
            <a:r>
              <a:rPr lang="pt-BR" sz="2200" dirty="0" err="1">
                <a:ea typeface="+mn-lt"/>
                <a:cs typeface="+mn-lt"/>
              </a:rPr>
              <a:t>Puthal</a:t>
            </a:r>
            <a:r>
              <a:rPr lang="pt-BR" sz="2200" dirty="0">
                <a:ea typeface="+mn-lt"/>
                <a:cs typeface="+mn-lt"/>
              </a:rPr>
              <a:t> et al. (2015).</a:t>
            </a:r>
            <a:endParaRPr lang="pt-BR" dirty="0"/>
          </a:p>
        </p:txBody>
      </p:sp>
      <p:pic>
        <p:nvPicPr>
          <p:cNvPr id="8" name="Imagem 8" descr="Uma imagem contendo computador, mesa, computer, teclado&#10;&#10;Descrição gerada automaticamente">
            <a:extLst>
              <a:ext uri="{FF2B5EF4-FFF2-40B4-BE49-F238E27FC236}">
                <a16:creationId xmlns:a16="http://schemas.microsoft.com/office/drawing/2014/main" id="{7D05623A-A824-49C9-875E-776717C0D3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3677118"/>
            <a:ext cx="2743200" cy="2896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20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E7D5B876-39D1-4617-A0D7-FED94360A3FE}"/>
              </a:ext>
            </a:extLst>
          </p:cNvPr>
          <p:cNvSpPr txBox="1"/>
          <p:nvPr/>
        </p:nvSpPr>
        <p:spPr>
          <a:xfrm>
            <a:off x="267419" y="1719531"/>
            <a:ext cx="11844064" cy="21903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spcAft>
                <a:spcPts val="1000"/>
              </a:spcAft>
              <a:buFont typeface="Arial"/>
              <a:buChar char="•"/>
            </a:pPr>
            <a:r>
              <a:rPr lang="pt-BR" sz="2200" dirty="0">
                <a:ea typeface="+mn-lt"/>
                <a:cs typeface="+mn-lt"/>
              </a:rPr>
              <a:t>Esses recursos podem ser caracterizados como: </a:t>
            </a:r>
            <a:endParaRPr lang="pt-BR">
              <a:ea typeface="+mn-lt"/>
              <a:cs typeface="+mn-lt"/>
            </a:endParaRPr>
          </a:p>
          <a:p>
            <a:pPr marL="800100" lvl="1" indent="-342900" algn="just">
              <a:buFont typeface="Arial"/>
              <a:buChar char="•"/>
            </a:pPr>
            <a:r>
              <a:rPr lang="pt-BR" sz="2200" dirty="0">
                <a:ea typeface="+mn-lt"/>
                <a:cs typeface="+mn-lt"/>
              </a:rPr>
              <a:t>o número de nós computacionais executando determinada tarefa;</a:t>
            </a:r>
          </a:p>
          <a:p>
            <a:pPr marL="800100" lvl="1" indent="-342900" algn="just">
              <a:buFont typeface="Arial"/>
              <a:buChar char="•"/>
            </a:pPr>
            <a:r>
              <a:rPr lang="pt-BR" sz="2200" dirty="0">
                <a:ea typeface="+mn-lt"/>
                <a:cs typeface="+mn-lt"/>
              </a:rPr>
              <a:t>as configurações de redes e acesso remoto;</a:t>
            </a:r>
            <a:endParaRPr lang="pt-BR" dirty="0">
              <a:ea typeface="+mn-lt"/>
              <a:cs typeface="+mn-lt"/>
            </a:endParaRPr>
          </a:p>
          <a:p>
            <a:pPr marL="800100" lvl="1" indent="-342900" algn="just">
              <a:buFont typeface="Arial"/>
              <a:buChar char="•"/>
            </a:pPr>
            <a:r>
              <a:rPr lang="pt-BR" sz="2200" dirty="0">
                <a:ea typeface="+mn-lt"/>
                <a:cs typeface="+mn-lt"/>
              </a:rPr>
              <a:t>número de processadores disponíveis em determinado nó; </a:t>
            </a:r>
            <a:endParaRPr lang="pt-BR" dirty="0">
              <a:ea typeface="+mn-lt"/>
              <a:cs typeface="+mn-lt"/>
            </a:endParaRPr>
          </a:p>
          <a:p>
            <a:pPr marL="800100" lvl="1" indent="-342900" algn="just">
              <a:buFont typeface="Arial"/>
              <a:buChar char="•"/>
            </a:pPr>
            <a:r>
              <a:rPr lang="pt-BR" sz="2200" dirty="0">
                <a:ea typeface="+mn-lt"/>
                <a:cs typeface="+mn-lt"/>
              </a:rPr>
              <a:t>o espaço de armazenamento oferecido e bancos de dados, etc. </a:t>
            </a:r>
            <a:endParaRPr lang="pt-BR">
              <a:ea typeface="+mn-lt"/>
              <a:cs typeface="+mn-lt"/>
            </a:endParaRPr>
          </a:p>
          <a:p>
            <a:pPr algn="just"/>
            <a:endParaRPr lang="pt-BR" dirty="0">
              <a:ea typeface="+mn-lt"/>
              <a:cs typeface="+mn-lt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418F54F-7825-45EF-B575-F0EC284DA9EF}"/>
              </a:ext>
            </a:extLst>
          </p:cNvPr>
          <p:cNvSpPr txBox="1"/>
          <p:nvPr/>
        </p:nvSpPr>
        <p:spPr>
          <a:xfrm>
            <a:off x="2610930" y="296176"/>
            <a:ext cx="698452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400" b="1" dirty="0">
                <a:cs typeface="Calibri"/>
              </a:rPr>
              <a:t>Computação em Nuvem</a:t>
            </a:r>
            <a:endParaRPr lang="pt-BR" dirty="0"/>
          </a:p>
          <a:p>
            <a:pPr algn="ctr"/>
            <a:r>
              <a:rPr lang="pt-BR" sz="2200" i="1" dirty="0">
                <a:cs typeface="Calibri"/>
              </a:rPr>
              <a:t>Introdução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44D7DC7-9D5B-4721-B7C9-BE775DDF068B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8" descr="Diagrama&#10;&#10;Descrição gerada automaticamente">
            <a:extLst>
              <a:ext uri="{FF2B5EF4-FFF2-40B4-BE49-F238E27FC236}">
                <a16:creationId xmlns:a16="http://schemas.microsoft.com/office/drawing/2014/main" id="{5895B599-D0A8-476A-BF8B-F1C3E553F5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7004" y="1874301"/>
            <a:ext cx="2700068" cy="3698867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1341DF5F-EADF-4940-B1D5-15D953B9EF87}"/>
              </a:ext>
            </a:extLst>
          </p:cNvPr>
          <p:cNvSpPr txBox="1"/>
          <p:nvPr/>
        </p:nvSpPr>
        <p:spPr>
          <a:xfrm>
            <a:off x="267419" y="3904891"/>
            <a:ext cx="8911086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200"/>
              <a:t>Caracterizam esse modelo também, os </a:t>
            </a:r>
            <a:r>
              <a:rPr lang="pt-BR" sz="2200" b="1"/>
              <a:t>aplicativos </a:t>
            </a:r>
            <a:r>
              <a:rPr lang="pt-BR" sz="2200"/>
              <a:t>e </a:t>
            </a:r>
            <a:r>
              <a:rPr lang="pt-BR" sz="2200" b="1"/>
              <a:t>serviços </a:t>
            </a:r>
            <a:r>
              <a:rPr lang="pt-BR" sz="2200"/>
              <a:t>que podem ser alocados e liberados em </a:t>
            </a:r>
            <a:r>
              <a:rPr lang="pt-BR" sz="2200" b="1"/>
              <a:t>tempo real</a:t>
            </a:r>
            <a:r>
              <a:rPr lang="pt-BR" sz="2200"/>
              <a:t> quase sem necessidade de gerenciamento ou interação para configuração por parte do cliente Varia and Mathew (2014).</a:t>
            </a:r>
            <a:r>
              <a:rPr lang="pt-BR" sz="2200">
                <a:cs typeface="Calibri"/>
              </a:rPr>
              <a:t>​</a:t>
            </a:r>
          </a:p>
        </p:txBody>
      </p:sp>
    </p:spTree>
    <p:extLst>
      <p:ext uri="{BB962C8B-B14F-4D97-AF65-F5344CB8AC3E}">
        <p14:creationId xmlns:p14="http://schemas.microsoft.com/office/powerpoint/2010/main" val="607490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pic>
        <p:nvPicPr>
          <p:cNvPr id="2" name="Imagem 7">
            <a:extLst>
              <a:ext uri="{FF2B5EF4-FFF2-40B4-BE49-F238E27FC236}">
                <a16:creationId xmlns:a16="http://schemas.microsoft.com/office/drawing/2014/main" id="{9DE529A5-A4A3-4ED9-9410-F404057AD9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1570" y="777578"/>
            <a:ext cx="6768858" cy="6079219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5E2C2789-A2D2-4094-9237-2F63AD3B711F}"/>
              </a:ext>
            </a:extLst>
          </p:cNvPr>
          <p:cNvSpPr txBox="1"/>
          <p:nvPr/>
        </p:nvSpPr>
        <p:spPr>
          <a:xfrm>
            <a:off x="4106175" y="166776"/>
            <a:ext cx="3994029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2400" b="1" dirty="0">
                <a:latin typeface="Calibri"/>
                <a:cs typeface="Calibri"/>
              </a:rPr>
              <a:t>Computação em Nuvem</a:t>
            </a:r>
          </a:p>
          <a:p>
            <a:pPr algn="ctr"/>
            <a:r>
              <a:rPr lang="pt-PT" sz="2200" i="1" dirty="0">
                <a:cs typeface="Calibri"/>
              </a:rPr>
              <a:t>Características Principais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D83AC43-DD3F-4CC7-9C1D-447FED068C20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1362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E7D5B876-39D1-4617-A0D7-FED94360A3FE}"/>
              </a:ext>
            </a:extLst>
          </p:cNvPr>
          <p:cNvSpPr txBox="1"/>
          <p:nvPr/>
        </p:nvSpPr>
        <p:spPr>
          <a:xfrm>
            <a:off x="181155" y="1949570"/>
            <a:ext cx="11844064" cy="326756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spcAft>
                <a:spcPts val="1000"/>
              </a:spcAft>
            </a:pPr>
            <a:r>
              <a:rPr lang="pt-BR" sz="2200" b="1" dirty="0">
                <a:ea typeface="+mn-lt"/>
                <a:cs typeface="+mn-lt"/>
              </a:rPr>
              <a:t>1.</a:t>
            </a:r>
            <a:r>
              <a:rPr lang="pt-BR" sz="2200" dirty="0">
                <a:ea typeface="+mn-lt"/>
                <a:cs typeface="+mn-lt"/>
              </a:rPr>
              <a:t> </a:t>
            </a:r>
            <a:r>
              <a:rPr lang="pt-BR" sz="2200" b="1" dirty="0">
                <a:ea typeface="+mn-lt"/>
                <a:cs typeface="+mn-lt"/>
              </a:rPr>
              <a:t>A flexibilidade</a:t>
            </a:r>
            <a:r>
              <a:rPr lang="pt-BR" sz="2200" dirty="0">
                <a:ea typeface="+mn-lt"/>
                <a:cs typeface="+mn-lt"/>
              </a:rPr>
              <a:t> do consumidor para requerer </a:t>
            </a:r>
            <a:r>
              <a:rPr lang="pt-BR" sz="2200" u="sng" dirty="0">
                <a:ea typeface="+mn-lt"/>
                <a:cs typeface="+mn-lt"/>
              </a:rPr>
              <a:t>cargas de computação</a:t>
            </a:r>
            <a:r>
              <a:rPr lang="pt-BR" sz="2200" b="1" dirty="0">
                <a:ea typeface="+mn-lt"/>
                <a:cs typeface="+mn-lt"/>
              </a:rPr>
              <a:t> </a:t>
            </a:r>
            <a:r>
              <a:rPr lang="pt-BR" sz="2200" dirty="0">
                <a:ea typeface="+mn-lt"/>
                <a:cs typeface="+mn-lt"/>
              </a:rPr>
              <a:t>através do </a:t>
            </a:r>
            <a:r>
              <a:rPr lang="pt-BR" sz="2200" u="sng" dirty="0">
                <a:ea typeface="+mn-lt"/>
                <a:cs typeface="+mn-lt"/>
              </a:rPr>
              <a:t>navegador</a:t>
            </a:r>
            <a:r>
              <a:rPr lang="pt-BR" sz="2200" b="1" dirty="0">
                <a:ea typeface="+mn-lt"/>
                <a:cs typeface="+mn-lt"/>
              </a:rPr>
              <a:t> </a:t>
            </a:r>
            <a:r>
              <a:rPr lang="pt-BR" sz="2200" dirty="0">
                <a:ea typeface="+mn-lt"/>
                <a:cs typeface="+mn-lt"/>
              </a:rPr>
              <a:t>ou da </a:t>
            </a:r>
            <a:r>
              <a:rPr lang="pt-BR" sz="2200" u="sng" dirty="0">
                <a:ea typeface="+mn-lt"/>
                <a:cs typeface="+mn-lt"/>
              </a:rPr>
              <a:t>SDK</a:t>
            </a:r>
            <a:r>
              <a:rPr lang="pt-BR" sz="2200" dirty="0">
                <a:ea typeface="+mn-lt"/>
                <a:cs typeface="+mn-lt"/>
              </a:rPr>
              <a:t> do provedor de serviços </a:t>
            </a:r>
            <a:r>
              <a:rPr lang="pt-BR" sz="2200" b="1" dirty="0">
                <a:ea typeface="+mn-lt"/>
                <a:cs typeface="+mn-lt"/>
              </a:rPr>
              <a:t>sem</a:t>
            </a:r>
            <a:r>
              <a:rPr lang="pt-BR" sz="2200" dirty="0">
                <a:ea typeface="+mn-lt"/>
                <a:cs typeface="+mn-lt"/>
              </a:rPr>
              <a:t> necessariamente </a:t>
            </a:r>
            <a:r>
              <a:rPr lang="pt-BR" sz="2200" b="1" dirty="0">
                <a:ea typeface="+mn-lt"/>
                <a:cs typeface="+mn-lt"/>
              </a:rPr>
              <a:t>interação humana</a:t>
            </a:r>
            <a:r>
              <a:rPr lang="pt-BR" sz="2200" dirty="0">
                <a:ea typeface="+mn-lt"/>
                <a:cs typeface="+mn-lt"/>
              </a:rPr>
              <a:t>, tais como:</a:t>
            </a:r>
            <a:endParaRPr lang="pt-BR" b="1" dirty="0">
              <a:ea typeface="+mn-lt"/>
              <a:cs typeface="+mn-lt"/>
            </a:endParaRPr>
          </a:p>
          <a:p>
            <a:pPr marL="800100" lvl="1" indent="-342900" algn="just">
              <a:buFont typeface="Arial"/>
              <a:buChar char="•"/>
            </a:pPr>
            <a:r>
              <a:rPr lang="pt-BR" sz="2200" dirty="0">
                <a:ea typeface="+mn-lt"/>
                <a:cs typeface="+mn-lt"/>
              </a:rPr>
              <a:t>mais ou menos processadores;</a:t>
            </a:r>
            <a:endParaRPr lang="pt-BR" b="1" dirty="0">
              <a:ea typeface="+mn-lt"/>
              <a:cs typeface="+mn-lt"/>
            </a:endParaRPr>
          </a:p>
          <a:p>
            <a:pPr marL="800100" lvl="1" indent="-342900" algn="just">
              <a:buFont typeface="Arial"/>
              <a:buChar char="•"/>
            </a:pPr>
            <a:r>
              <a:rPr lang="pt-BR" sz="2200" dirty="0">
                <a:ea typeface="+mn-lt"/>
                <a:cs typeface="+mn-lt"/>
              </a:rPr>
              <a:t>espaço de armazenamento, conforme sua necessidade; </a:t>
            </a:r>
            <a:r>
              <a:rPr lang="pt-BR" sz="2200" b="1" dirty="0">
                <a:ea typeface="+mn-lt"/>
                <a:cs typeface="+mn-lt"/>
              </a:rPr>
              <a:t> </a:t>
            </a:r>
            <a:endParaRPr lang="pt-BR" b="1" dirty="0">
              <a:ea typeface="+mn-lt"/>
              <a:cs typeface="+mn-lt"/>
            </a:endParaRPr>
          </a:p>
          <a:p>
            <a:pPr marL="457200" indent="-457200" algn="just">
              <a:buAutoNum type="arabicPeriod"/>
            </a:pPr>
            <a:endParaRPr lang="pt-BR" sz="2200" dirty="0">
              <a:ea typeface="+mn-lt"/>
              <a:cs typeface="+mn-lt"/>
            </a:endParaRPr>
          </a:p>
          <a:p>
            <a:pPr algn="just"/>
            <a:r>
              <a:rPr lang="pt-BR" sz="2200" b="1" dirty="0">
                <a:ea typeface="+mn-lt"/>
                <a:cs typeface="+mn-lt"/>
              </a:rPr>
              <a:t>2. </a:t>
            </a:r>
            <a:r>
              <a:rPr lang="pt-BR" sz="2200" dirty="0">
                <a:ea typeface="+mn-lt"/>
                <a:cs typeface="+mn-lt"/>
              </a:rPr>
              <a:t>Os recursos</a:t>
            </a:r>
            <a:r>
              <a:rPr lang="pt-BR" sz="2200" b="1" dirty="0">
                <a:ea typeface="+mn-lt"/>
                <a:cs typeface="+mn-lt"/>
              </a:rPr>
              <a:t> </a:t>
            </a:r>
            <a:r>
              <a:rPr lang="pt-BR" sz="2200" dirty="0">
                <a:ea typeface="+mn-lt"/>
                <a:cs typeface="+mn-lt"/>
              </a:rPr>
              <a:t>de computação são </a:t>
            </a:r>
            <a:r>
              <a:rPr lang="pt-BR" sz="2200" b="1" dirty="0">
                <a:ea typeface="+mn-lt"/>
                <a:cs typeface="+mn-lt"/>
              </a:rPr>
              <a:t>agrupados </a:t>
            </a:r>
            <a:r>
              <a:rPr lang="pt-BR" sz="2200" dirty="0">
                <a:ea typeface="+mn-lt"/>
                <a:cs typeface="+mn-lt"/>
              </a:rPr>
              <a:t>para atender </a:t>
            </a:r>
            <a:r>
              <a:rPr lang="pt-BR" sz="2200" b="1" dirty="0">
                <a:ea typeface="+mn-lt"/>
                <a:cs typeface="+mn-lt"/>
              </a:rPr>
              <a:t>múltiplos consumidores</a:t>
            </a:r>
            <a:r>
              <a:rPr lang="pt-BR" sz="2200" dirty="0">
                <a:ea typeface="+mn-lt"/>
                <a:cs typeface="+mn-lt"/>
              </a:rPr>
              <a:t> ao mesmo tempo, compartilhando recursos de forma </a:t>
            </a:r>
            <a:r>
              <a:rPr lang="pt-BR" sz="2200" b="1" dirty="0">
                <a:ea typeface="+mn-lt"/>
                <a:cs typeface="+mn-lt"/>
              </a:rPr>
              <a:t>independente e individual</a:t>
            </a:r>
            <a:r>
              <a:rPr lang="pt-BR" sz="2200" dirty="0">
                <a:ea typeface="+mn-lt"/>
                <a:cs typeface="+mn-lt"/>
              </a:rPr>
              <a:t>. O consumidor utiliza os recursos de hardware e software de forma </a:t>
            </a:r>
            <a:r>
              <a:rPr lang="pt-BR" sz="2200" u="sng" dirty="0">
                <a:ea typeface="+mn-lt"/>
                <a:cs typeface="+mn-lt"/>
              </a:rPr>
              <a:t>isolada</a:t>
            </a:r>
            <a:r>
              <a:rPr lang="pt-BR" sz="2200" dirty="0">
                <a:ea typeface="+mn-lt"/>
                <a:cs typeface="+mn-lt"/>
              </a:rPr>
              <a:t> sem conflito com os demais clientes e normalmente não tem controle sobre a localização exata dos recursos fornecidos. </a:t>
            </a:r>
            <a:endParaRPr lang="pt-BR">
              <a:ea typeface="+mn-lt"/>
              <a:cs typeface="+mn-lt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E69F966-A32A-4136-B0DC-49D953AB6E8C}"/>
              </a:ext>
            </a:extLst>
          </p:cNvPr>
          <p:cNvSpPr txBox="1"/>
          <p:nvPr/>
        </p:nvSpPr>
        <p:spPr>
          <a:xfrm>
            <a:off x="4106175" y="267418"/>
            <a:ext cx="3994029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2400" b="1" dirty="0">
                <a:latin typeface="Calibri"/>
                <a:cs typeface="Calibri"/>
              </a:rPr>
              <a:t>Computação em Nuvem</a:t>
            </a:r>
          </a:p>
          <a:p>
            <a:pPr algn="ctr"/>
            <a:r>
              <a:rPr lang="pt-PT" sz="2200" i="1" dirty="0">
                <a:cs typeface="Calibri"/>
              </a:rPr>
              <a:t>Características Principais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B95E1B3-5286-4F4E-AA0E-45681792CF03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13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C1A7895-5A20-4F62-8D54-B108F4E54F70}"/>
              </a:ext>
            </a:extLst>
          </p:cNvPr>
          <p:cNvSpPr txBox="1"/>
          <p:nvPr/>
        </p:nvSpPr>
        <p:spPr>
          <a:xfrm>
            <a:off x="4106175" y="267418"/>
            <a:ext cx="3994029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2400" b="1" dirty="0">
                <a:latin typeface="Calibri"/>
                <a:cs typeface="Calibri"/>
              </a:rPr>
              <a:t>Computação em Nuvem</a:t>
            </a:r>
          </a:p>
          <a:p>
            <a:pPr algn="ctr"/>
            <a:r>
              <a:rPr lang="pt-PT" sz="2200" i="1" dirty="0">
                <a:cs typeface="Calibri"/>
              </a:rPr>
              <a:t>Características Principais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7D5B876-39D1-4617-A0D7-FED94360A3FE}"/>
              </a:ext>
            </a:extLst>
          </p:cNvPr>
          <p:cNvSpPr txBox="1"/>
          <p:nvPr/>
        </p:nvSpPr>
        <p:spPr>
          <a:xfrm>
            <a:off x="253042" y="1719532"/>
            <a:ext cx="11685913" cy="37343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pt-BR" sz="2200" b="1" dirty="0">
                <a:ea typeface="+mn-lt"/>
                <a:cs typeface="+mn-lt"/>
              </a:rPr>
              <a:t>3. </a:t>
            </a:r>
            <a:r>
              <a:rPr lang="pt-BR" sz="2200" dirty="0">
                <a:ea typeface="+mn-lt"/>
                <a:cs typeface="+mn-lt"/>
              </a:rPr>
              <a:t>Todos os recursos fornecidos pelo provedor podem ser </a:t>
            </a:r>
            <a:r>
              <a:rPr lang="pt-BR" sz="2200" b="1" dirty="0">
                <a:ea typeface="+mn-lt"/>
                <a:cs typeface="+mn-lt"/>
              </a:rPr>
              <a:t>alocados ou liberados de maneira dinâmica,</a:t>
            </a:r>
            <a:r>
              <a:rPr lang="pt-BR" sz="2200" dirty="0">
                <a:ea typeface="+mn-lt"/>
                <a:cs typeface="+mn-lt"/>
              </a:rPr>
              <a:t> em alguns casos até mesmo de forma </a:t>
            </a:r>
            <a:r>
              <a:rPr lang="pt-BR" sz="2200" u="sng" dirty="0">
                <a:ea typeface="+mn-lt"/>
                <a:cs typeface="+mn-lt"/>
              </a:rPr>
              <a:t>automática</a:t>
            </a:r>
            <a:r>
              <a:rPr lang="pt-BR" sz="2200" dirty="0">
                <a:ea typeface="+mn-lt"/>
                <a:cs typeface="+mn-lt"/>
              </a:rPr>
              <a:t>, mediante uma configuração prévia. </a:t>
            </a:r>
          </a:p>
          <a:p>
            <a:pPr algn="just"/>
            <a:endParaRPr lang="pt-BR" sz="2200" dirty="0">
              <a:ea typeface="+mn-lt"/>
              <a:cs typeface="+mn-lt"/>
            </a:endParaRPr>
          </a:p>
          <a:p>
            <a:pPr algn="just">
              <a:spcAft>
                <a:spcPts val="1000"/>
              </a:spcAft>
            </a:pPr>
            <a:r>
              <a:rPr lang="pt-BR" sz="2200" b="1" dirty="0">
                <a:ea typeface="+mn-lt"/>
                <a:cs typeface="+mn-lt"/>
              </a:rPr>
              <a:t>4. </a:t>
            </a:r>
            <a:r>
              <a:rPr lang="pt-BR" sz="2200" dirty="0">
                <a:ea typeface="+mn-lt"/>
                <a:cs typeface="+mn-lt"/>
              </a:rPr>
              <a:t>Os sistemas em nuvem utilizam </a:t>
            </a:r>
            <a:r>
              <a:rPr lang="pt-BR" sz="2200" b="1" dirty="0">
                <a:ea typeface="+mn-lt"/>
                <a:cs typeface="+mn-lt"/>
              </a:rPr>
              <a:t>medidores de consumo de recursos</a:t>
            </a:r>
            <a:r>
              <a:rPr lang="pt-BR" sz="2200" dirty="0">
                <a:ea typeface="+mn-lt"/>
                <a:cs typeface="+mn-lt"/>
              </a:rPr>
              <a:t>, oferecendo métricas de medição para cada serviço utilizado, por exemplo:</a:t>
            </a:r>
            <a:endParaRPr lang="pt-BR" dirty="0">
              <a:ea typeface="+mn-lt"/>
              <a:cs typeface="+mn-lt"/>
            </a:endParaRPr>
          </a:p>
          <a:p>
            <a:pPr marL="800100" lvl="1" indent="-342900" algn="just">
              <a:buFont typeface="Arial"/>
              <a:buChar char="•"/>
            </a:pPr>
            <a:r>
              <a:rPr lang="pt-BR" sz="2200" dirty="0">
                <a:ea typeface="+mn-lt"/>
                <a:cs typeface="+mn-lt"/>
              </a:rPr>
              <a:t>número de processadores; </a:t>
            </a:r>
            <a:endParaRPr lang="pt-BR" dirty="0">
              <a:ea typeface="+mn-lt"/>
              <a:cs typeface="+mn-lt"/>
            </a:endParaRPr>
          </a:p>
          <a:p>
            <a:pPr marL="800100" lvl="1" indent="-342900" algn="just">
              <a:buFont typeface="Arial"/>
              <a:buChar char="•"/>
            </a:pPr>
            <a:r>
              <a:rPr lang="pt-BR" sz="2200" dirty="0">
                <a:ea typeface="+mn-lt"/>
                <a:cs typeface="+mn-lt"/>
              </a:rPr>
              <a:t>número de unidades de armazenamento ou bancos de dados; </a:t>
            </a:r>
            <a:endParaRPr lang="pt-BR">
              <a:ea typeface="+mn-lt"/>
              <a:cs typeface="+mn-lt"/>
            </a:endParaRPr>
          </a:p>
          <a:p>
            <a:pPr marL="800100" lvl="1" indent="-342900" algn="just">
              <a:buFont typeface="Arial"/>
              <a:buChar char="•"/>
            </a:pPr>
            <a:r>
              <a:rPr lang="pt-BR" sz="2200" dirty="0">
                <a:ea typeface="+mn-lt"/>
                <a:cs typeface="+mn-lt"/>
              </a:rPr>
              <a:t>utilização de banda e perfis de usuário. </a:t>
            </a:r>
            <a:endParaRPr lang="pt-BR" dirty="0">
              <a:ea typeface="+mn-lt"/>
              <a:cs typeface="+mn-lt"/>
            </a:endParaRPr>
          </a:p>
          <a:p>
            <a:pPr algn="just">
              <a:spcBef>
                <a:spcPts val="1000"/>
              </a:spcBef>
            </a:pPr>
            <a:r>
              <a:rPr lang="pt-BR" sz="2200" dirty="0">
                <a:ea typeface="+mn-lt"/>
                <a:cs typeface="+mn-lt"/>
              </a:rPr>
              <a:t>O uso de recursos além de ser </a:t>
            </a:r>
            <a:r>
              <a:rPr lang="pt-BR" sz="2200" u="sng" dirty="0">
                <a:ea typeface="+mn-lt"/>
                <a:cs typeface="+mn-lt"/>
              </a:rPr>
              <a:t>monitorado</a:t>
            </a:r>
            <a:r>
              <a:rPr lang="pt-BR" sz="2200" dirty="0">
                <a:ea typeface="+mn-lt"/>
                <a:cs typeface="+mn-lt"/>
              </a:rPr>
              <a:t>, </a:t>
            </a:r>
            <a:r>
              <a:rPr lang="pt-BR" sz="2200" u="sng" dirty="0">
                <a:ea typeface="+mn-lt"/>
                <a:cs typeface="+mn-lt"/>
              </a:rPr>
              <a:t>controlado</a:t>
            </a:r>
            <a:r>
              <a:rPr lang="pt-BR" sz="2200" dirty="0">
                <a:ea typeface="+mn-lt"/>
                <a:cs typeface="+mn-lt"/>
              </a:rPr>
              <a:t> e </a:t>
            </a:r>
            <a:r>
              <a:rPr lang="pt-BR" sz="2200" u="sng" dirty="0">
                <a:ea typeface="+mn-lt"/>
                <a:cs typeface="+mn-lt"/>
              </a:rPr>
              <a:t>relatado</a:t>
            </a:r>
            <a:r>
              <a:rPr lang="pt-BR" sz="2200" dirty="0">
                <a:ea typeface="+mn-lt"/>
                <a:cs typeface="+mn-lt"/>
              </a:rPr>
              <a:t>, proporciona ao cliente transparência ao permitir controle sobre o que está sendo consumido.</a:t>
            </a:r>
            <a:endParaRPr lang="pt-BR">
              <a:ea typeface="+mn-lt"/>
              <a:cs typeface="+mn-lt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8E66B36-B2FD-4D1E-AA0E-CDCCA33EC5CA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3629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pic>
        <p:nvPicPr>
          <p:cNvPr id="5" name="Imagem 8">
            <a:extLst>
              <a:ext uri="{FF2B5EF4-FFF2-40B4-BE49-F238E27FC236}">
                <a16:creationId xmlns:a16="http://schemas.microsoft.com/office/drawing/2014/main" id="{6C3E8496-4CB7-4637-8A7A-10FB4C56E6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382" y="1994499"/>
            <a:ext cx="10607613" cy="3932925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3FF3637-9982-432F-806A-0328C5B0E6FB}"/>
              </a:ext>
            </a:extLst>
          </p:cNvPr>
          <p:cNvSpPr txBox="1"/>
          <p:nvPr/>
        </p:nvSpPr>
        <p:spPr>
          <a:xfrm>
            <a:off x="4106175" y="267418"/>
            <a:ext cx="3994029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2400" b="1" dirty="0">
                <a:latin typeface="Calibri"/>
                <a:cs typeface="Calibri"/>
              </a:rPr>
              <a:t>Computação em Nuvem</a:t>
            </a:r>
          </a:p>
          <a:p>
            <a:pPr algn="ctr"/>
            <a:r>
              <a:rPr lang="pt-PT" sz="2200" i="1" dirty="0">
                <a:cs typeface="Calibri"/>
              </a:rPr>
              <a:t>Modelos de Serviço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EF9B313-209B-4CE9-A880-077A180A1D9B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2262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E7D5B876-39D1-4617-A0D7-FED94360A3FE}"/>
              </a:ext>
            </a:extLst>
          </p:cNvPr>
          <p:cNvSpPr txBox="1"/>
          <p:nvPr/>
        </p:nvSpPr>
        <p:spPr>
          <a:xfrm>
            <a:off x="166778" y="1805795"/>
            <a:ext cx="11858441" cy="35702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spcAft>
                <a:spcPts val="1000"/>
              </a:spcAft>
              <a:buFont typeface="Arial"/>
              <a:buChar char="•"/>
            </a:pPr>
            <a:r>
              <a:rPr lang="pt-BR" sz="2200" b="1" dirty="0">
                <a:ea typeface="+mn-lt"/>
                <a:cs typeface="+mn-lt"/>
              </a:rPr>
              <a:t>Software como um Serviço (SaaS)</a:t>
            </a:r>
            <a:r>
              <a:rPr lang="pt-BR" sz="2200" dirty="0">
                <a:ea typeface="+mn-lt"/>
                <a:cs typeface="+mn-lt"/>
              </a:rPr>
              <a:t>: </a:t>
            </a:r>
            <a:endParaRPr lang="pt-BR" dirty="0">
              <a:ea typeface="+mn-lt"/>
              <a:cs typeface="+mn-lt"/>
            </a:endParaRPr>
          </a:p>
          <a:p>
            <a:pPr marL="800100" lvl="1" indent="-342900" algn="just">
              <a:spcAft>
                <a:spcPts val="1000"/>
              </a:spcAft>
              <a:buFont typeface="Arial"/>
              <a:buChar char="•"/>
            </a:pPr>
            <a:r>
              <a:rPr lang="pt-BR" sz="2200" dirty="0">
                <a:ea typeface="+mn-lt"/>
                <a:cs typeface="+mn-lt"/>
              </a:rPr>
              <a:t>Neste modelo de serviço é fornecido ao consumidor apenas recursos em forma de </a:t>
            </a:r>
            <a:r>
              <a:rPr lang="pt-BR" sz="2200" u="sng" dirty="0">
                <a:ea typeface="+mn-lt"/>
                <a:cs typeface="+mn-lt"/>
              </a:rPr>
              <a:t>aplicativos</a:t>
            </a:r>
            <a:r>
              <a:rPr lang="pt-BR" sz="2200" dirty="0">
                <a:ea typeface="+mn-lt"/>
                <a:cs typeface="+mn-lt"/>
              </a:rPr>
              <a:t> do </a:t>
            </a:r>
            <a:r>
              <a:rPr lang="pt-BR" sz="2200" u="sng" dirty="0">
                <a:ea typeface="+mn-lt"/>
                <a:cs typeface="+mn-lt"/>
              </a:rPr>
              <a:t>provedor</a:t>
            </a:r>
            <a:r>
              <a:rPr lang="pt-BR" sz="2200" dirty="0">
                <a:ea typeface="+mn-lt"/>
                <a:cs typeface="+mn-lt"/>
              </a:rPr>
              <a:t> com soluções em forma de </a:t>
            </a:r>
            <a:r>
              <a:rPr lang="pt-BR" sz="2200" u="sng" dirty="0">
                <a:ea typeface="+mn-lt"/>
                <a:cs typeface="+mn-lt"/>
              </a:rPr>
              <a:t>softwares</a:t>
            </a:r>
            <a:r>
              <a:rPr lang="pt-BR" sz="2200" dirty="0">
                <a:ea typeface="+mn-lt"/>
                <a:cs typeface="+mn-lt"/>
              </a:rPr>
              <a:t> </a:t>
            </a:r>
            <a:r>
              <a:rPr lang="pt-BR" sz="2200" u="sng" dirty="0">
                <a:ea typeface="+mn-lt"/>
                <a:cs typeface="+mn-lt"/>
              </a:rPr>
              <a:t>disponíveis</a:t>
            </a:r>
            <a:r>
              <a:rPr lang="pt-BR" sz="2200" dirty="0">
                <a:ea typeface="+mn-lt"/>
                <a:cs typeface="+mn-lt"/>
              </a:rPr>
              <a:t> </a:t>
            </a:r>
            <a:r>
              <a:rPr lang="pt-BR" sz="2200" u="sng" dirty="0">
                <a:ea typeface="+mn-lt"/>
                <a:cs typeface="+mn-lt"/>
              </a:rPr>
              <a:t>na</a:t>
            </a:r>
            <a:r>
              <a:rPr lang="pt-BR" sz="2200" dirty="0">
                <a:ea typeface="+mn-lt"/>
                <a:cs typeface="+mn-lt"/>
              </a:rPr>
              <a:t> </a:t>
            </a:r>
            <a:r>
              <a:rPr lang="pt-BR" sz="2200" u="sng" dirty="0">
                <a:ea typeface="+mn-lt"/>
                <a:cs typeface="+mn-lt"/>
              </a:rPr>
              <a:t>nuvem</a:t>
            </a:r>
            <a:r>
              <a:rPr lang="pt-BR" sz="2200" dirty="0">
                <a:ea typeface="+mn-lt"/>
                <a:cs typeface="+mn-lt"/>
              </a:rPr>
              <a:t>. </a:t>
            </a:r>
            <a:endParaRPr lang="pt-BR">
              <a:ea typeface="+mn-lt"/>
              <a:cs typeface="+mn-lt"/>
            </a:endParaRPr>
          </a:p>
          <a:p>
            <a:pPr marL="800100" lvl="1" indent="-342900" algn="just">
              <a:spcAft>
                <a:spcPts val="1000"/>
              </a:spcAft>
              <a:buFont typeface="Arial"/>
              <a:buChar char="•"/>
            </a:pPr>
            <a:r>
              <a:rPr lang="pt-BR" sz="2200" dirty="0">
                <a:ea typeface="+mn-lt"/>
                <a:cs typeface="+mn-lt"/>
              </a:rPr>
              <a:t>Essas aplicações podem ser acessadas de diferentes dispositivos. </a:t>
            </a:r>
            <a:endParaRPr lang="pt-BR">
              <a:ea typeface="+mn-lt"/>
              <a:cs typeface="+mn-lt"/>
            </a:endParaRPr>
          </a:p>
          <a:p>
            <a:pPr marL="800100" lvl="1" indent="-342900" algn="just">
              <a:spcAft>
                <a:spcPts val="1000"/>
              </a:spcAft>
              <a:buFont typeface="Arial"/>
              <a:buChar char="•"/>
            </a:pPr>
            <a:r>
              <a:rPr lang="pt-BR" sz="2200" dirty="0">
                <a:ea typeface="+mn-lt"/>
                <a:cs typeface="+mn-lt"/>
              </a:rPr>
              <a:t>O serviço oferecido pode ser um aplicativo web por exemplo. </a:t>
            </a:r>
            <a:endParaRPr lang="pt-BR">
              <a:ea typeface="+mn-lt"/>
              <a:cs typeface="+mn-lt"/>
            </a:endParaRPr>
          </a:p>
          <a:p>
            <a:pPr marL="800100" lvl="1" indent="-342900" algn="just">
              <a:spcAft>
                <a:spcPts val="1000"/>
              </a:spcAft>
              <a:buFont typeface="Arial"/>
              <a:buChar char="•"/>
            </a:pPr>
            <a:r>
              <a:rPr lang="pt-BR" sz="2200" dirty="0">
                <a:ea typeface="+mn-lt"/>
                <a:cs typeface="+mn-lt"/>
              </a:rPr>
              <a:t>O consumidor não tem controle sob a infraestrutura, ficando esse a cargo do provedor. </a:t>
            </a:r>
            <a:endParaRPr lang="pt-BR">
              <a:ea typeface="+mn-lt"/>
              <a:cs typeface="+mn-lt"/>
            </a:endParaRPr>
          </a:p>
          <a:p>
            <a:pPr marL="800100" lvl="1" indent="-342900" algn="just">
              <a:spcAft>
                <a:spcPts val="1000"/>
              </a:spcAft>
              <a:buFont typeface="Arial"/>
              <a:buChar char="•"/>
            </a:pPr>
            <a:r>
              <a:rPr lang="pt-BR" sz="2200" dirty="0">
                <a:ea typeface="+mn-lt"/>
                <a:cs typeface="+mn-lt"/>
              </a:rPr>
              <a:t>O cliente pode realizar configurações específicas do aplicativo oferecidas pelo desenvolvedor. </a:t>
            </a:r>
            <a:endParaRPr lang="pt-BR">
              <a:ea typeface="+mn-lt"/>
              <a:cs typeface="+mn-lt"/>
            </a:endParaRPr>
          </a:p>
          <a:p>
            <a:pPr marL="800100" lvl="1" indent="-342900" algn="just">
              <a:spcAft>
                <a:spcPts val="1000"/>
              </a:spcAft>
              <a:buFont typeface="Arial"/>
              <a:buChar char="•"/>
            </a:pPr>
            <a:r>
              <a:rPr lang="pt-BR" sz="2200" dirty="0">
                <a:ea typeface="+mn-lt"/>
                <a:cs typeface="+mn-lt"/>
              </a:rPr>
              <a:t>Ex. Dropbox, Google Drive, </a:t>
            </a:r>
            <a:r>
              <a:rPr lang="pt-BR" sz="2200" dirty="0" err="1">
                <a:ea typeface="+mn-lt"/>
                <a:cs typeface="+mn-lt"/>
              </a:rPr>
              <a:t>SalesForce</a:t>
            </a:r>
            <a:r>
              <a:rPr lang="pt-BR" sz="2200" dirty="0">
                <a:ea typeface="+mn-lt"/>
                <a:cs typeface="+mn-lt"/>
              </a:rPr>
              <a:t>, Netflix, </a:t>
            </a:r>
            <a:r>
              <a:rPr lang="pt-BR" sz="2200" dirty="0" err="1">
                <a:ea typeface="+mn-lt"/>
                <a:cs typeface="+mn-lt"/>
              </a:rPr>
              <a:t>Paypal</a:t>
            </a:r>
            <a:r>
              <a:rPr lang="pt-BR" sz="2200" dirty="0">
                <a:ea typeface="+mn-lt"/>
                <a:cs typeface="+mn-lt"/>
              </a:rPr>
              <a:t>...</a:t>
            </a:r>
            <a:endParaRPr lang="pt-BR">
              <a:ea typeface="+mn-lt"/>
              <a:cs typeface="+mn-lt"/>
            </a:endParaRPr>
          </a:p>
        </p:txBody>
      </p:sp>
      <p:sp>
        <p:nvSpPr>
          <p:cNvPr id="2" name="Estrela: 5 Pontas 1">
            <a:extLst>
              <a:ext uri="{FF2B5EF4-FFF2-40B4-BE49-F238E27FC236}">
                <a16:creationId xmlns:a16="http://schemas.microsoft.com/office/drawing/2014/main" id="{806CAFC4-2336-4C16-BBC0-16E2475DD3F4}"/>
              </a:ext>
            </a:extLst>
          </p:cNvPr>
          <p:cNvSpPr/>
          <p:nvPr/>
        </p:nvSpPr>
        <p:spPr>
          <a:xfrm>
            <a:off x="10714007" y="5847271"/>
            <a:ext cx="345056" cy="330679"/>
          </a:xfrm>
          <a:prstGeom prst="star5">
            <a:avLst/>
          </a:prstGeom>
          <a:solidFill>
            <a:srgbClr val="ED7D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9485960-863D-4984-BF10-3A752983C761}"/>
              </a:ext>
            </a:extLst>
          </p:cNvPr>
          <p:cNvSpPr txBox="1"/>
          <p:nvPr/>
        </p:nvSpPr>
        <p:spPr>
          <a:xfrm>
            <a:off x="4106175" y="267418"/>
            <a:ext cx="3994029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2400" b="1" dirty="0">
                <a:latin typeface="Calibri"/>
                <a:cs typeface="Calibri"/>
              </a:rPr>
              <a:t>Computação em Nuvem</a:t>
            </a:r>
          </a:p>
          <a:p>
            <a:pPr algn="ctr"/>
            <a:r>
              <a:rPr lang="pt-PT" sz="2200" i="1" dirty="0">
                <a:cs typeface="Calibri"/>
              </a:rPr>
              <a:t>Modelos de Serviço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6194DA9-3D3C-4C3A-B55E-CF7E6D3590CD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59074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C1A7895-5A20-4F62-8D54-B108F4E54F70}"/>
              </a:ext>
            </a:extLst>
          </p:cNvPr>
          <p:cNvSpPr txBox="1"/>
          <p:nvPr/>
        </p:nvSpPr>
        <p:spPr>
          <a:xfrm>
            <a:off x="4106175" y="267418"/>
            <a:ext cx="3994029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2400" b="1" dirty="0">
                <a:latin typeface="Calibri"/>
                <a:cs typeface="Calibri"/>
              </a:rPr>
              <a:t>Computação em Nuvem</a:t>
            </a:r>
          </a:p>
          <a:p>
            <a:pPr algn="ctr"/>
            <a:r>
              <a:rPr lang="pt-PT" sz="2200" i="1" dirty="0">
                <a:cs typeface="Calibri"/>
              </a:rPr>
              <a:t>Modelos de Serviço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7D5B876-39D1-4617-A0D7-FED94360A3FE}"/>
              </a:ext>
            </a:extLst>
          </p:cNvPr>
          <p:cNvSpPr txBox="1"/>
          <p:nvPr/>
        </p:nvSpPr>
        <p:spPr>
          <a:xfrm>
            <a:off x="166778" y="1662022"/>
            <a:ext cx="11858441" cy="427809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spcAft>
                <a:spcPts val="1000"/>
              </a:spcAft>
              <a:buFont typeface="Arial"/>
              <a:buChar char="•"/>
            </a:pPr>
            <a:r>
              <a:rPr lang="pt-BR" sz="2200" b="1" dirty="0">
                <a:ea typeface="+mn-lt"/>
                <a:cs typeface="+mn-lt"/>
              </a:rPr>
              <a:t>Plataforma como um Serviço (PaaS)</a:t>
            </a:r>
            <a:r>
              <a:rPr lang="pt-BR" sz="2200" dirty="0">
                <a:ea typeface="+mn-lt"/>
                <a:cs typeface="+mn-lt"/>
              </a:rPr>
              <a:t>: </a:t>
            </a:r>
            <a:endParaRPr lang="pt-BR">
              <a:ea typeface="+mn-lt"/>
              <a:cs typeface="+mn-lt"/>
            </a:endParaRPr>
          </a:p>
          <a:p>
            <a:pPr marL="800100" lvl="1" indent="-342900" algn="just">
              <a:spcAft>
                <a:spcPts val="1000"/>
              </a:spcAft>
              <a:buFont typeface="Arial"/>
              <a:buChar char="•"/>
            </a:pPr>
            <a:r>
              <a:rPr lang="pt-BR" sz="2000" dirty="0">
                <a:ea typeface="+mn-lt"/>
                <a:cs typeface="+mn-lt"/>
              </a:rPr>
              <a:t>Neste modelo os recursos oferecidos ao consumidor são a infraestrutura necessária para criar aplicações em diferentes plataformas.</a:t>
            </a:r>
            <a:endParaRPr lang="pt-BR" sz="2000">
              <a:ea typeface="+mn-lt"/>
              <a:cs typeface="+mn-lt"/>
            </a:endParaRPr>
          </a:p>
          <a:p>
            <a:pPr marL="800100" lvl="1" indent="-342900" algn="just">
              <a:spcAft>
                <a:spcPts val="1000"/>
              </a:spcAft>
              <a:buFont typeface="Arial"/>
              <a:buChar char="•"/>
            </a:pPr>
            <a:r>
              <a:rPr lang="pt-BR" sz="2000" dirty="0">
                <a:ea typeface="+mn-lt"/>
                <a:cs typeface="+mn-lt"/>
              </a:rPr>
              <a:t>Usando linguagem de programação, bibliotecas, serviços e ferramentas suportados pelo provedor. </a:t>
            </a:r>
            <a:endParaRPr lang="pt-BR" sz="2000">
              <a:ea typeface="+mn-lt"/>
              <a:cs typeface="+mn-lt"/>
            </a:endParaRPr>
          </a:p>
          <a:p>
            <a:pPr marL="800100" lvl="1" indent="-342900" algn="just">
              <a:spcAft>
                <a:spcPts val="1000"/>
              </a:spcAft>
              <a:buFont typeface="Arial"/>
              <a:buChar char="•"/>
            </a:pPr>
            <a:r>
              <a:rPr lang="pt-BR" sz="2000" dirty="0">
                <a:ea typeface="+mn-lt"/>
                <a:cs typeface="+mn-lt"/>
              </a:rPr>
              <a:t>Esta estrutura tem por fim, abstrair o desenvolvedor das preocupações com sistema, uma vez que a infraestrutura disponibilizada encontra-se um nível acima.</a:t>
            </a:r>
            <a:endParaRPr lang="pt-BR" sz="2000">
              <a:ea typeface="+mn-lt"/>
              <a:cs typeface="+mn-lt"/>
            </a:endParaRPr>
          </a:p>
          <a:p>
            <a:pPr marL="800100" lvl="1" indent="-342900" algn="just">
              <a:spcAft>
                <a:spcPts val="1000"/>
              </a:spcAft>
              <a:buFont typeface="Arial"/>
              <a:buChar char="•"/>
            </a:pPr>
            <a:r>
              <a:rPr lang="pt-BR" sz="2000" dirty="0">
                <a:ea typeface="+mn-lt"/>
                <a:cs typeface="+mn-lt"/>
              </a:rPr>
              <a:t>O consumidor tem acesso apenas aos recursos da plataforma, não podendo controlar diretamente as configurações de hardware </a:t>
            </a:r>
            <a:endParaRPr lang="pt-BR" sz="2000">
              <a:ea typeface="+mn-lt"/>
              <a:cs typeface="+mn-lt"/>
            </a:endParaRPr>
          </a:p>
          <a:p>
            <a:pPr marL="800100" lvl="1" indent="-342900" algn="just">
              <a:spcAft>
                <a:spcPts val="1000"/>
              </a:spcAft>
              <a:buFont typeface="Arial"/>
              <a:buChar char="•"/>
            </a:pPr>
            <a:r>
              <a:rPr lang="pt-BR" sz="2000" dirty="0">
                <a:ea typeface="+mn-lt"/>
                <a:cs typeface="+mn-lt"/>
              </a:rPr>
              <a:t>Pode escolher e controlar as aplicações a serem implantadas e possivelmente as configurações para esses aplicativos hospedados. </a:t>
            </a:r>
            <a:endParaRPr lang="pt-BR" sz="2000">
              <a:ea typeface="+mn-lt"/>
              <a:cs typeface="+mn-lt"/>
            </a:endParaRPr>
          </a:p>
          <a:p>
            <a:pPr marL="800100" lvl="1" indent="-342900" algn="just">
              <a:spcAft>
                <a:spcPts val="1000"/>
              </a:spcAft>
              <a:buFont typeface="Arial"/>
              <a:buChar char="•"/>
            </a:pPr>
            <a:r>
              <a:rPr lang="pt-BR" sz="2000" dirty="0">
                <a:ea typeface="+mn-lt"/>
                <a:cs typeface="+mn-lt"/>
              </a:rPr>
              <a:t>Ex. AWS </a:t>
            </a:r>
            <a:r>
              <a:rPr lang="pt-BR" sz="2000" dirty="0" err="1">
                <a:ea typeface="+mn-lt"/>
                <a:cs typeface="+mn-lt"/>
              </a:rPr>
              <a:t>Elastic</a:t>
            </a:r>
            <a:r>
              <a:rPr lang="pt-BR" sz="2000" dirty="0">
                <a:ea typeface="+mn-lt"/>
                <a:cs typeface="+mn-lt"/>
              </a:rPr>
              <a:t> </a:t>
            </a:r>
            <a:r>
              <a:rPr lang="pt-BR" sz="2000" dirty="0" err="1">
                <a:ea typeface="+mn-lt"/>
                <a:cs typeface="+mn-lt"/>
              </a:rPr>
              <a:t>Beanstalk</a:t>
            </a:r>
            <a:r>
              <a:rPr lang="pt-BR" sz="2000" dirty="0">
                <a:ea typeface="+mn-lt"/>
                <a:cs typeface="+mn-lt"/>
              </a:rPr>
              <a:t>, Windows Azure, </a:t>
            </a:r>
            <a:r>
              <a:rPr lang="pt-BR" sz="2000" dirty="0" err="1">
                <a:ea typeface="+mn-lt"/>
                <a:cs typeface="+mn-lt"/>
              </a:rPr>
              <a:t>Heroku</a:t>
            </a:r>
            <a:r>
              <a:rPr lang="pt-BR" sz="2000" dirty="0">
                <a:ea typeface="+mn-lt"/>
                <a:cs typeface="+mn-lt"/>
              </a:rPr>
              <a:t>, Force.com, Google App </a:t>
            </a:r>
            <a:r>
              <a:rPr lang="pt-BR" sz="2000" dirty="0" err="1">
                <a:ea typeface="+mn-lt"/>
                <a:cs typeface="+mn-lt"/>
              </a:rPr>
              <a:t>Engine</a:t>
            </a:r>
            <a:r>
              <a:rPr lang="pt-BR" sz="2000" dirty="0">
                <a:ea typeface="+mn-lt"/>
                <a:cs typeface="+mn-lt"/>
              </a:rPr>
              <a:t>, Apache </a:t>
            </a:r>
            <a:r>
              <a:rPr lang="pt-BR" sz="2000" dirty="0" err="1">
                <a:ea typeface="+mn-lt"/>
                <a:cs typeface="+mn-lt"/>
              </a:rPr>
              <a:t>Stratos</a:t>
            </a:r>
            <a:r>
              <a:rPr lang="pt-BR" sz="2000" dirty="0">
                <a:ea typeface="+mn-lt"/>
                <a:cs typeface="+mn-lt"/>
              </a:rPr>
              <a:t>.</a:t>
            </a:r>
            <a:endParaRPr lang="pt-BR" sz="2000">
              <a:cs typeface="Calibri" panose="020F0502020204030204"/>
            </a:endParaRPr>
          </a:p>
        </p:txBody>
      </p:sp>
      <p:sp>
        <p:nvSpPr>
          <p:cNvPr id="2" name="Estrela: 5 Pontas 1">
            <a:extLst>
              <a:ext uri="{FF2B5EF4-FFF2-40B4-BE49-F238E27FC236}">
                <a16:creationId xmlns:a16="http://schemas.microsoft.com/office/drawing/2014/main" id="{8A32E348-21AF-4870-9D4D-4B60BD34BB74}"/>
              </a:ext>
            </a:extLst>
          </p:cNvPr>
          <p:cNvSpPr/>
          <p:nvPr/>
        </p:nvSpPr>
        <p:spPr>
          <a:xfrm>
            <a:off x="11116573" y="858327"/>
            <a:ext cx="373811" cy="316302"/>
          </a:xfrm>
          <a:prstGeom prst="star5">
            <a:avLst/>
          </a:prstGeom>
          <a:solidFill>
            <a:srgbClr val="ED7D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DA72C79-669F-4D8D-BCDF-46E9EE6106A9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8073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C1A7895-5A20-4F62-8D54-B108F4E54F70}"/>
              </a:ext>
            </a:extLst>
          </p:cNvPr>
          <p:cNvSpPr txBox="1"/>
          <p:nvPr/>
        </p:nvSpPr>
        <p:spPr>
          <a:xfrm>
            <a:off x="4106175" y="267418"/>
            <a:ext cx="3994029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2400" b="1" dirty="0">
                <a:latin typeface="Calibri"/>
                <a:cs typeface="Calibri"/>
              </a:rPr>
              <a:t>Computação em Nuvem</a:t>
            </a:r>
          </a:p>
          <a:p>
            <a:pPr algn="ctr"/>
            <a:r>
              <a:rPr lang="pt-PT" sz="2200" i="1" dirty="0">
                <a:cs typeface="Calibri"/>
              </a:rPr>
              <a:t>Modelos de Serviço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7D5B876-39D1-4617-A0D7-FED94360A3FE}"/>
              </a:ext>
            </a:extLst>
          </p:cNvPr>
          <p:cNvSpPr txBox="1"/>
          <p:nvPr/>
        </p:nvSpPr>
        <p:spPr>
          <a:xfrm>
            <a:off x="195532" y="1115682"/>
            <a:ext cx="11829687" cy="55861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spcAft>
                <a:spcPts val="1000"/>
              </a:spcAft>
              <a:buFont typeface="Arial"/>
              <a:buChar char="•"/>
            </a:pPr>
            <a:r>
              <a:rPr lang="pt-BR" sz="2200" b="1" dirty="0">
                <a:ea typeface="+mn-lt"/>
                <a:cs typeface="+mn-lt"/>
              </a:rPr>
              <a:t>Infraestrutura como Serviço (IaaS)</a:t>
            </a:r>
            <a:r>
              <a:rPr lang="pt-BR" sz="2200" dirty="0">
                <a:ea typeface="+mn-lt"/>
                <a:cs typeface="+mn-lt"/>
              </a:rPr>
              <a:t>: </a:t>
            </a:r>
            <a:endParaRPr lang="pt-BR">
              <a:ea typeface="+mn-lt"/>
              <a:cs typeface="+mn-lt"/>
            </a:endParaRPr>
          </a:p>
          <a:p>
            <a:pPr marL="800100" lvl="1" indent="-342900" algn="just">
              <a:spcAft>
                <a:spcPts val="1000"/>
              </a:spcAft>
              <a:buFont typeface="Arial"/>
              <a:buChar char="•"/>
            </a:pPr>
            <a:r>
              <a:rPr lang="pt-BR" sz="2000" dirty="0">
                <a:ea typeface="+mn-lt"/>
                <a:cs typeface="+mn-lt"/>
              </a:rPr>
              <a:t>Nesta modalidade de serviço o consumidor tem o maior controle da configuração dos recursos computacionais a serem utilizados, como por exemplo: </a:t>
            </a:r>
            <a:endParaRPr lang="pt-BR" sz="2000">
              <a:ea typeface="+mn-lt"/>
              <a:cs typeface="+mn-lt"/>
            </a:endParaRPr>
          </a:p>
          <a:p>
            <a:pPr marL="1257300" lvl="2" indent="-342900" algn="just">
              <a:spcAft>
                <a:spcPts val="1000"/>
              </a:spcAft>
              <a:buFont typeface="Arial"/>
              <a:buChar char="•"/>
            </a:pPr>
            <a:r>
              <a:rPr lang="pt-BR" sz="2000" dirty="0">
                <a:ea typeface="+mn-lt"/>
                <a:cs typeface="+mn-lt"/>
              </a:rPr>
              <a:t>número de processadores; </a:t>
            </a:r>
            <a:endParaRPr lang="pt-BR" sz="2000">
              <a:ea typeface="+mn-lt"/>
              <a:cs typeface="+mn-lt"/>
            </a:endParaRPr>
          </a:p>
          <a:p>
            <a:pPr marL="1257300" lvl="2" indent="-342900" algn="just">
              <a:spcAft>
                <a:spcPts val="1000"/>
              </a:spcAft>
              <a:buFont typeface="Arial"/>
              <a:buChar char="•"/>
            </a:pPr>
            <a:r>
              <a:rPr lang="pt-BR" sz="2000" dirty="0">
                <a:ea typeface="+mn-lt"/>
                <a:cs typeface="+mn-lt"/>
              </a:rPr>
              <a:t>capacidade de armazenamento; </a:t>
            </a:r>
            <a:endParaRPr lang="pt-BR" sz="2000">
              <a:ea typeface="+mn-lt"/>
              <a:cs typeface="+mn-lt"/>
            </a:endParaRPr>
          </a:p>
          <a:p>
            <a:pPr marL="1257300" lvl="2" indent="-342900" algn="just">
              <a:spcAft>
                <a:spcPts val="1000"/>
              </a:spcAft>
              <a:buFont typeface="Arial"/>
              <a:buChar char="•"/>
            </a:pPr>
            <a:r>
              <a:rPr lang="pt-BR" sz="2000" dirty="0">
                <a:ea typeface="+mn-lt"/>
                <a:cs typeface="+mn-lt"/>
              </a:rPr>
              <a:t>redes e demais recursos de computação importantes. </a:t>
            </a:r>
            <a:endParaRPr lang="pt-BR" sz="2000">
              <a:ea typeface="+mn-lt"/>
              <a:cs typeface="+mn-lt"/>
            </a:endParaRPr>
          </a:p>
          <a:p>
            <a:pPr marL="800100" lvl="1" indent="-342900" algn="just">
              <a:spcAft>
                <a:spcPts val="1000"/>
              </a:spcAft>
              <a:buFont typeface="Arial"/>
              <a:buChar char="•"/>
            </a:pPr>
            <a:r>
              <a:rPr lang="pt-BR" sz="2000" dirty="0">
                <a:ea typeface="+mn-lt"/>
                <a:cs typeface="+mn-lt"/>
              </a:rPr>
              <a:t>Neste padrão de serviço o consumidor é capaz lidar com diversos softwares e ainda instalar sistemas operacionais e aplicativos. </a:t>
            </a:r>
            <a:endParaRPr lang="pt-BR" sz="2000">
              <a:ea typeface="+mn-lt"/>
              <a:cs typeface="+mn-lt"/>
            </a:endParaRPr>
          </a:p>
          <a:p>
            <a:pPr marL="800100" lvl="1" indent="-342900" algn="just">
              <a:spcAft>
                <a:spcPts val="1000"/>
              </a:spcAft>
              <a:buFont typeface="Arial"/>
              <a:buChar char="•"/>
            </a:pPr>
            <a:r>
              <a:rPr lang="pt-BR" sz="2000" dirty="0">
                <a:ea typeface="+mn-lt"/>
                <a:cs typeface="+mn-lt"/>
              </a:rPr>
              <a:t>O consumidor não tem controle sobre o hardware do provedor de nuvem diretamente</a:t>
            </a:r>
            <a:endParaRPr lang="pt-BR" sz="2000">
              <a:ea typeface="+mn-lt"/>
              <a:cs typeface="+mn-lt"/>
            </a:endParaRPr>
          </a:p>
          <a:p>
            <a:pPr marL="800100" lvl="1" indent="-342900" algn="just">
              <a:spcAft>
                <a:spcPts val="1000"/>
              </a:spcAft>
              <a:buFont typeface="Arial"/>
              <a:buChar char="•"/>
            </a:pPr>
            <a:r>
              <a:rPr lang="pt-BR" sz="2000" dirty="0">
                <a:ea typeface="+mn-lt"/>
                <a:cs typeface="+mn-lt"/>
              </a:rPr>
              <a:t>Tem a liberdade de controlar o número de nós computacionais ativos e quais sistemas ou bancos de dados podem ser implantados. </a:t>
            </a:r>
            <a:endParaRPr lang="pt-BR" sz="2000">
              <a:ea typeface="+mn-lt"/>
              <a:cs typeface="+mn-lt"/>
            </a:endParaRPr>
          </a:p>
          <a:p>
            <a:pPr marL="800100" lvl="1" indent="-342900" algn="just">
              <a:spcAft>
                <a:spcPts val="1000"/>
              </a:spcAft>
              <a:buFont typeface="Arial"/>
              <a:buChar char="•"/>
            </a:pPr>
            <a:r>
              <a:rPr lang="pt-BR" sz="2000" dirty="0">
                <a:ea typeface="+mn-lt"/>
                <a:cs typeface="+mn-lt"/>
              </a:rPr>
              <a:t>O cliente possui ainda algum controle limitado de componentes de rede distintos, podendo abrir portas TCP ou redirecionar tráfego através de Firewalls. </a:t>
            </a:r>
            <a:endParaRPr lang="pt-BR" sz="2000">
              <a:ea typeface="+mn-lt"/>
              <a:cs typeface="+mn-lt"/>
            </a:endParaRPr>
          </a:p>
          <a:p>
            <a:pPr marL="800100" lvl="1" indent="-342900" algn="just">
              <a:spcAft>
                <a:spcPts val="1000"/>
              </a:spcAft>
              <a:buFont typeface="Arial"/>
              <a:buChar char="•"/>
            </a:pPr>
            <a:r>
              <a:rPr lang="pt-BR" sz="2000" dirty="0">
                <a:ea typeface="+mn-lt"/>
                <a:cs typeface="+mn-lt"/>
              </a:rPr>
              <a:t>Ex. Microsoft Windows Azure, IBM Cloud, </a:t>
            </a:r>
            <a:r>
              <a:rPr lang="pt-BR" sz="2000" dirty="0" err="1">
                <a:ea typeface="+mn-lt"/>
                <a:cs typeface="+mn-lt"/>
              </a:rPr>
              <a:t>Amazon</a:t>
            </a:r>
            <a:r>
              <a:rPr lang="pt-BR" sz="2000" dirty="0">
                <a:ea typeface="+mn-lt"/>
                <a:cs typeface="+mn-lt"/>
              </a:rPr>
              <a:t> Web Services, Google Cloud...</a:t>
            </a:r>
            <a:endParaRPr lang="pt-BR" sz="2000">
              <a:cs typeface="Calibri" panose="020F0502020204030204"/>
            </a:endParaRPr>
          </a:p>
        </p:txBody>
      </p:sp>
      <p:sp>
        <p:nvSpPr>
          <p:cNvPr id="2" name="Estrela: 5 Pontas 1">
            <a:extLst>
              <a:ext uri="{FF2B5EF4-FFF2-40B4-BE49-F238E27FC236}">
                <a16:creationId xmlns:a16="http://schemas.microsoft.com/office/drawing/2014/main" id="{8A32E348-21AF-4870-9D4D-4B60BD34BB74}"/>
              </a:ext>
            </a:extLst>
          </p:cNvPr>
          <p:cNvSpPr/>
          <p:nvPr/>
        </p:nvSpPr>
        <p:spPr>
          <a:xfrm>
            <a:off x="11231591" y="728930"/>
            <a:ext cx="301925" cy="330680"/>
          </a:xfrm>
          <a:prstGeom prst="star5">
            <a:avLst/>
          </a:prstGeom>
          <a:solidFill>
            <a:srgbClr val="ED7D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87F1F5B0-AB1D-45EB-A1F5-44E675A77238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77435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C1A7895-5A20-4F62-8D54-B108F4E54F70}"/>
              </a:ext>
            </a:extLst>
          </p:cNvPr>
          <p:cNvSpPr txBox="1"/>
          <p:nvPr/>
        </p:nvSpPr>
        <p:spPr>
          <a:xfrm>
            <a:off x="4106175" y="253041"/>
            <a:ext cx="3994029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2400" b="1" dirty="0">
                <a:latin typeface="Calibri"/>
                <a:cs typeface="Calibri"/>
              </a:rPr>
              <a:t>Computação em Nuvem</a:t>
            </a:r>
          </a:p>
          <a:p>
            <a:pPr algn="ctr"/>
            <a:r>
              <a:rPr lang="pt-PT" sz="2200" i="1" dirty="0">
                <a:latin typeface="Calibri"/>
                <a:cs typeface="Calibri"/>
              </a:rPr>
              <a:t>Modelos de Implantação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063E301-7D6A-433E-9202-3CF66846958B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7" descr="Gráfico, Gráfico de bolhas&#10;&#10;Descrição gerada automaticamente">
            <a:extLst>
              <a:ext uri="{FF2B5EF4-FFF2-40B4-BE49-F238E27FC236}">
                <a16:creationId xmlns:a16="http://schemas.microsoft.com/office/drawing/2014/main" id="{AF4E9ECB-DEE7-41DC-9395-9F93B561181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30" t="654" r="708" b="1307"/>
          <a:stretch/>
        </p:blipFill>
        <p:spPr>
          <a:xfrm>
            <a:off x="2503397" y="1411120"/>
            <a:ext cx="7178366" cy="5171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0986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C1A7895-5A20-4F62-8D54-B108F4E54F70}"/>
              </a:ext>
            </a:extLst>
          </p:cNvPr>
          <p:cNvSpPr txBox="1"/>
          <p:nvPr/>
        </p:nvSpPr>
        <p:spPr>
          <a:xfrm>
            <a:off x="4106175" y="253041"/>
            <a:ext cx="3994029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2400" b="1" dirty="0">
                <a:latin typeface="Calibri"/>
                <a:cs typeface="Calibri"/>
              </a:rPr>
              <a:t>Computação em Nuvem</a:t>
            </a:r>
          </a:p>
          <a:p>
            <a:pPr algn="ctr"/>
            <a:r>
              <a:rPr lang="pt-PT" sz="2200" i="1" dirty="0">
                <a:latin typeface="Calibri"/>
                <a:cs typeface="Calibri"/>
              </a:rPr>
              <a:t>Modelos de Implantação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7D5B876-39D1-4617-A0D7-FED94360A3FE}"/>
              </a:ext>
            </a:extLst>
          </p:cNvPr>
          <p:cNvSpPr txBox="1"/>
          <p:nvPr/>
        </p:nvSpPr>
        <p:spPr>
          <a:xfrm>
            <a:off x="224288" y="1374474"/>
            <a:ext cx="11743422" cy="41190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pt-BR" sz="2200" dirty="0">
                <a:ea typeface="+mn-lt"/>
                <a:cs typeface="+mn-lt"/>
              </a:rPr>
              <a:t>Existem ainda formas de implantação, separando tipos de nuvens computacionais conforme suas </a:t>
            </a:r>
            <a:r>
              <a:rPr lang="pt-BR" sz="2200" b="1" dirty="0">
                <a:ea typeface="+mn-lt"/>
                <a:cs typeface="+mn-lt"/>
              </a:rPr>
              <a:t>características de privacidade</a:t>
            </a:r>
            <a:r>
              <a:rPr lang="pt-BR" sz="2200" dirty="0">
                <a:ea typeface="+mn-lt"/>
                <a:cs typeface="+mn-lt"/>
              </a:rPr>
              <a:t> em </a:t>
            </a:r>
            <a:r>
              <a:rPr lang="pt-BR" sz="2200" u="sng" dirty="0">
                <a:ea typeface="+mn-lt"/>
                <a:cs typeface="+mn-lt"/>
              </a:rPr>
              <a:t>quatro</a:t>
            </a:r>
            <a:r>
              <a:rPr lang="pt-BR" sz="2200" dirty="0">
                <a:ea typeface="+mn-lt"/>
                <a:cs typeface="+mn-lt"/>
              </a:rPr>
              <a:t> grupos.</a:t>
            </a:r>
            <a:endParaRPr lang="pt-BR">
              <a:ea typeface="+mn-lt"/>
              <a:cs typeface="+mn-lt"/>
            </a:endParaRPr>
          </a:p>
          <a:p>
            <a:pPr algn="just"/>
            <a:endParaRPr lang="pt-BR" sz="2200" dirty="0">
              <a:ea typeface="+mn-lt"/>
              <a:cs typeface="+mn-lt"/>
            </a:endParaRPr>
          </a:p>
          <a:p>
            <a:pPr marL="342900" indent="-342900" algn="just">
              <a:spcBef>
                <a:spcPts val="1000"/>
              </a:spcBef>
              <a:buFont typeface="Arial"/>
              <a:buChar char="•"/>
            </a:pPr>
            <a:r>
              <a:rPr lang="pt-BR" sz="2200" b="1" dirty="0">
                <a:ea typeface="+mn-lt"/>
                <a:cs typeface="+mn-lt"/>
              </a:rPr>
              <a:t>Nuvens privadas:</a:t>
            </a:r>
            <a:r>
              <a:rPr lang="pt-BR" sz="2200" dirty="0">
                <a:ea typeface="+mn-lt"/>
                <a:cs typeface="+mn-lt"/>
              </a:rPr>
              <a:t> </a:t>
            </a:r>
            <a:endParaRPr lang="pt-BR">
              <a:ea typeface="+mn-lt"/>
              <a:cs typeface="+mn-lt"/>
            </a:endParaRPr>
          </a:p>
          <a:p>
            <a:pPr marL="800100" lvl="1" indent="-342900" algn="just">
              <a:spcBef>
                <a:spcPts val="1000"/>
              </a:spcBef>
              <a:buFont typeface="Arial"/>
              <a:buChar char="•"/>
            </a:pPr>
            <a:r>
              <a:rPr lang="pt-BR" sz="2200" dirty="0">
                <a:ea typeface="+mn-lt"/>
                <a:cs typeface="+mn-lt"/>
              </a:rPr>
              <a:t>A infraestrutura da nuvem é qualificada para uso exclusivo por uma única instituição ou unidade de negócios; </a:t>
            </a:r>
            <a:endParaRPr lang="pt-BR" dirty="0">
              <a:ea typeface="+mn-lt"/>
              <a:cs typeface="+mn-lt"/>
            </a:endParaRPr>
          </a:p>
          <a:p>
            <a:pPr marL="800100" lvl="1" indent="-342900" algn="just">
              <a:spcBef>
                <a:spcPts val="1000"/>
              </a:spcBef>
              <a:buFont typeface="Arial"/>
              <a:buChar char="•"/>
            </a:pPr>
            <a:r>
              <a:rPr lang="pt-BR" sz="2200" dirty="0">
                <a:ea typeface="+mn-lt"/>
                <a:cs typeface="+mn-lt"/>
              </a:rPr>
              <a:t>Sua utilização é restrita a membros dessa organização, através de acesso identificado. </a:t>
            </a:r>
            <a:endParaRPr lang="pt-BR">
              <a:ea typeface="+mn-lt"/>
              <a:cs typeface="+mn-lt"/>
            </a:endParaRPr>
          </a:p>
          <a:p>
            <a:pPr marL="800100" lvl="1" indent="-342900" algn="just">
              <a:spcBef>
                <a:spcPts val="1000"/>
              </a:spcBef>
              <a:buFont typeface="Arial"/>
              <a:buChar char="•"/>
            </a:pPr>
            <a:r>
              <a:rPr lang="pt-BR" sz="2200" dirty="0">
                <a:ea typeface="+mn-lt"/>
                <a:cs typeface="+mn-lt"/>
              </a:rPr>
              <a:t>A infraestrutura disponibilizada pode pertencer a organização que a gerencia, ou pode ser operada por um terceiro. </a:t>
            </a:r>
            <a:endParaRPr lang="pt-BR" dirty="0">
              <a:ea typeface="+mn-lt"/>
              <a:cs typeface="+mn-lt"/>
            </a:endParaRPr>
          </a:p>
          <a:p>
            <a:pPr marL="800100" lvl="1" indent="-342900" algn="just">
              <a:spcBef>
                <a:spcPts val="1000"/>
              </a:spcBef>
              <a:buFont typeface="Arial"/>
              <a:buChar char="•"/>
            </a:pPr>
            <a:r>
              <a:rPr lang="pt-BR" sz="2200" dirty="0">
                <a:ea typeface="+mn-lt"/>
                <a:cs typeface="+mn-lt"/>
              </a:rPr>
              <a:t>Pode existir dentro ou fora das instalações da empresa. </a:t>
            </a:r>
            <a:endParaRPr lang="pt-BR" dirty="0">
              <a:ea typeface="+mn-lt"/>
              <a:cs typeface="+mn-lt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063E301-7D6A-433E-9202-3CF66846958B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6674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C1A7895-5A20-4F62-8D54-B108F4E54F70}"/>
              </a:ext>
            </a:extLst>
          </p:cNvPr>
          <p:cNvSpPr txBox="1"/>
          <p:nvPr/>
        </p:nvSpPr>
        <p:spPr>
          <a:xfrm>
            <a:off x="4106175" y="267418"/>
            <a:ext cx="3994029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2400" b="1" dirty="0">
                <a:latin typeface="Calibri"/>
                <a:cs typeface="Calibri"/>
              </a:rPr>
              <a:t>Computação em Nuvem</a:t>
            </a:r>
          </a:p>
          <a:p>
            <a:pPr algn="ctr"/>
            <a:r>
              <a:rPr lang="pt-PT" sz="2200" i="1" dirty="0">
                <a:cs typeface="Calibri"/>
              </a:rPr>
              <a:t>Modelos de Implantação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7D5B876-39D1-4617-A0D7-FED94360A3FE}"/>
              </a:ext>
            </a:extLst>
          </p:cNvPr>
          <p:cNvSpPr txBox="1"/>
          <p:nvPr/>
        </p:nvSpPr>
        <p:spPr>
          <a:xfrm>
            <a:off x="195533" y="1360097"/>
            <a:ext cx="11815309" cy="49244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spcAft>
                <a:spcPts val="1000"/>
              </a:spcAft>
              <a:buFont typeface="Arial"/>
              <a:buChar char="•"/>
            </a:pPr>
            <a:r>
              <a:rPr lang="pt-BR" sz="2200" b="1" dirty="0">
                <a:ea typeface="+mn-lt"/>
                <a:cs typeface="+mn-lt"/>
              </a:rPr>
              <a:t>Nuvem pública: </a:t>
            </a:r>
            <a:endParaRPr lang="pt-BR" dirty="0">
              <a:ea typeface="+mn-lt"/>
              <a:cs typeface="+mn-lt"/>
            </a:endParaRPr>
          </a:p>
          <a:p>
            <a:pPr marL="800100" lvl="1" indent="-342900" algn="just">
              <a:spcAft>
                <a:spcPts val="1000"/>
              </a:spcAft>
              <a:buFont typeface="Arial"/>
              <a:buChar char="•"/>
            </a:pPr>
            <a:r>
              <a:rPr lang="pt-BR" sz="2200" dirty="0">
                <a:ea typeface="+mn-lt"/>
                <a:cs typeface="+mn-lt"/>
              </a:rPr>
              <a:t>Compartilha a infraestrutura de um provedor fornecida para uso comum pelo público em geral.</a:t>
            </a:r>
            <a:endParaRPr lang="pt-BR" dirty="0">
              <a:ea typeface="+mn-lt"/>
              <a:cs typeface="+mn-lt"/>
            </a:endParaRPr>
          </a:p>
          <a:p>
            <a:pPr marL="800100" lvl="1" indent="-342900" algn="just">
              <a:spcAft>
                <a:spcPts val="1000"/>
              </a:spcAft>
              <a:buFont typeface="Arial"/>
              <a:buChar char="•"/>
            </a:pPr>
            <a:r>
              <a:rPr lang="pt-BR" sz="2200" dirty="0">
                <a:ea typeface="+mn-lt"/>
                <a:cs typeface="+mn-lt"/>
              </a:rPr>
              <a:t>Pode ser propriedade de uma empresa, universidade ou organização específica.</a:t>
            </a:r>
            <a:endParaRPr lang="pt-BR" dirty="0">
              <a:ea typeface="+mn-lt"/>
              <a:cs typeface="+mn-lt"/>
            </a:endParaRPr>
          </a:p>
          <a:p>
            <a:pPr marL="800100" lvl="1" indent="-342900" algn="just">
              <a:spcAft>
                <a:spcPts val="1000"/>
              </a:spcAft>
              <a:buFont typeface="Arial"/>
              <a:buChar char="•"/>
            </a:pPr>
            <a:r>
              <a:rPr lang="pt-BR" sz="2200" dirty="0">
                <a:ea typeface="+mn-lt"/>
                <a:cs typeface="+mn-lt"/>
              </a:rPr>
              <a:t>A infraestrutura encontra-se nas instalações do provedor de nuvem e está disponível para o uso coletivo. </a:t>
            </a:r>
            <a:endParaRPr lang="pt-BR">
              <a:cs typeface="Calibri" panose="020F0502020204030204"/>
            </a:endParaRPr>
          </a:p>
          <a:p>
            <a:pPr algn="just"/>
            <a:endParaRPr lang="pt-BR" sz="2200" dirty="0">
              <a:ea typeface="+mn-lt"/>
              <a:cs typeface="+mn-lt"/>
            </a:endParaRPr>
          </a:p>
          <a:p>
            <a:pPr marL="342900" indent="-342900" algn="just">
              <a:spcAft>
                <a:spcPts val="1000"/>
              </a:spcAft>
              <a:buFont typeface="Arial"/>
              <a:buChar char="•"/>
            </a:pPr>
            <a:r>
              <a:rPr lang="pt-BR" sz="2200" b="1" dirty="0">
                <a:ea typeface="+mn-lt"/>
                <a:cs typeface="+mn-lt"/>
              </a:rPr>
              <a:t>Nuvem híbrida</a:t>
            </a:r>
            <a:r>
              <a:rPr lang="pt-BR" sz="2200" dirty="0">
                <a:ea typeface="+mn-lt"/>
                <a:cs typeface="+mn-lt"/>
              </a:rPr>
              <a:t>: </a:t>
            </a:r>
          </a:p>
          <a:p>
            <a:pPr marL="800100" lvl="1" indent="-342900" algn="just">
              <a:spcAft>
                <a:spcPts val="1000"/>
              </a:spcAft>
              <a:buFont typeface="Arial"/>
              <a:buChar char="•"/>
            </a:pPr>
            <a:r>
              <a:rPr lang="pt-BR" sz="2200" dirty="0">
                <a:ea typeface="+mn-lt"/>
                <a:cs typeface="+mn-lt"/>
              </a:rPr>
              <a:t>Neste modelo de implantação a nuvem adota uma forma combinada de duas ou mais infraestruturas de nuvem distintas (privadas, comunitárias ou públicas) </a:t>
            </a:r>
            <a:endParaRPr lang="pt-BR" sz="2200">
              <a:ea typeface="+mn-lt"/>
              <a:cs typeface="+mn-lt"/>
            </a:endParaRPr>
          </a:p>
          <a:p>
            <a:pPr marL="800100" lvl="1" indent="-342900" algn="just">
              <a:spcAft>
                <a:spcPts val="1000"/>
              </a:spcAft>
              <a:buFont typeface="Arial"/>
              <a:buChar char="•"/>
            </a:pPr>
            <a:r>
              <a:rPr lang="pt-BR" sz="2200" dirty="0">
                <a:ea typeface="+mn-lt"/>
                <a:cs typeface="+mn-lt"/>
              </a:rPr>
              <a:t>Apesar de se manterem isoladas permanecem vinculadas por determinada tecnologia que permite a comunicação entre essas estruturas e o balanceamento de cargas de trabalho entre elas.</a:t>
            </a:r>
            <a:endParaRPr lang="pt-BR" sz="2200">
              <a:cs typeface="Calibri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A69C5E8-D4A8-43EF-BD2C-2EB7E38505C4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0633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C1A7895-5A20-4F62-8D54-B108F4E54F70}"/>
              </a:ext>
            </a:extLst>
          </p:cNvPr>
          <p:cNvSpPr txBox="1"/>
          <p:nvPr/>
        </p:nvSpPr>
        <p:spPr>
          <a:xfrm>
            <a:off x="4106175" y="253041"/>
            <a:ext cx="3994029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2400" b="1" dirty="0">
                <a:latin typeface="Calibri"/>
                <a:cs typeface="Calibri"/>
              </a:rPr>
              <a:t>Computação em Nuvem</a:t>
            </a:r>
          </a:p>
          <a:p>
            <a:pPr algn="ctr"/>
            <a:r>
              <a:rPr lang="pt-PT" sz="2200" i="1" dirty="0">
                <a:latin typeface="Calibri"/>
                <a:cs typeface="Calibri"/>
              </a:rPr>
              <a:t>Modelos de Implantação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7D5B876-39D1-4617-A0D7-FED94360A3FE}"/>
              </a:ext>
            </a:extLst>
          </p:cNvPr>
          <p:cNvSpPr txBox="1"/>
          <p:nvPr/>
        </p:nvSpPr>
        <p:spPr>
          <a:xfrm>
            <a:off x="224288" y="1618889"/>
            <a:ext cx="11743422" cy="26366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spcAft>
                <a:spcPts val="1000"/>
              </a:spcAft>
              <a:buFont typeface="Arial"/>
              <a:buChar char="•"/>
            </a:pPr>
            <a:r>
              <a:rPr lang="pt-BR" sz="2200" b="1" dirty="0">
                <a:ea typeface="+mn-lt"/>
                <a:cs typeface="+mn-lt"/>
              </a:rPr>
              <a:t>Nuvem comunitária:</a:t>
            </a:r>
            <a:r>
              <a:rPr lang="pt-BR" sz="2200" dirty="0">
                <a:ea typeface="+mn-lt"/>
                <a:cs typeface="+mn-lt"/>
              </a:rPr>
              <a:t> </a:t>
            </a:r>
            <a:endParaRPr lang="pt-BR" dirty="0">
              <a:ea typeface="+mn-lt"/>
              <a:cs typeface="+mn-lt"/>
            </a:endParaRPr>
          </a:p>
          <a:p>
            <a:pPr marL="800100" lvl="1" indent="-342900" algn="just">
              <a:spcAft>
                <a:spcPts val="1000"/>
              </a:spcAft>
              <a:buFont typeface="Arial"/>
              <a:buChar char="•"/>
            </a:pPr>
            <a:r>
              <a:rPr lang="pt-BR" sz="2200" dirty="0">
                <a:ea typeface="+mn-lt"/>
                <a:cs typeface="+mn-lt"/>
              </a:rPr>
              <a:t>Neste formato de instalação a nuvem é criada para uso específico por uma comunidade de consumidores com objetivos em comum. </a:t>
            </a:r>
            <a:endParaRPr lang="pt-BR">
              <a:ea typeface="+mn-lt"/>
              <a:cs typeface="+mn-lt"/>
            </a:endParaRPr>
          </a:p>
          <a:p>
            <a:pPr marL="800100" lvl="1" indent="-342900" algn="just">
              <a:spcAft>
                <a:spcPts val="1000"/>
              </a:spcAft>
              <a:buFont typeface="Arial"/>
              <a:buChar char="•"/>
            </a:pPr>
            <a:r>
              <a:rPr lang="pt-BR" sz="2200" dirty="0">
                <a:ea typeface="+mn-lt"/>
                <a:cs typeface="+mn-lt"/>
              </a:rPr>
              <a:t>Ela pode ser propriedade de organizações dessa comunidade ou terceirizada. </a:t>
            </a:r>
            <a:endParaRPr lang="pt-BR" dirty="0">
              <a:ea typeface="+mn-lt"/>
              <a:cs typeface="+mn-lt"/>
            </a:endParaRPr>
          </a:p>
          <a:p>
            <a:pPr marL="800100" lvl="1" indent="-342900" algn="just">
              <a:spcAft>
                <a:spcPts val="1000"/>
              </a:spcAft>
              <a:buFont typeface="Arial"/>
              <a:buChar char="•"/>
            </a:pPr>
            <a:r>
              <a:rPr lang="pt-BR" sz="2200" dirty="0">
                <a:ea typeface="+mn-lt"/>
                <a:cs typeface="+mn-lt"/>
              </a:rPr>
              <a:t>Pode ainda possuir estrutura instalada fisicamente no local.</a:t>
            </a:r>
            <a:endParaRPr lang="pt-BR">
              <a:cs typeface="Calibri" panose="020F0502020204030204"/>
            </a:endParaRPr>
          </a:p>
          <a:p>
            <a:pPr algn="just"/>
            <a:endParaRPr lang="pt-BR" sz="2200" dirty="0">
              <a:ea typeface="+mn-lt"/>
              <a:cs typeface="+mn-lt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063E301-7D6A-433E-9202-3CF66846958B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5">
            <a:extLst>
              <a:ext uri="{FF2B5EF4-FFF2-40B4-BE49-F238E27FC236}">
                <a16:creationId xmlns:a16="http://schemas.microsoft.com/office/drawing/2014/main" id="{1B8BDAFB-EC6B-4BD2-A9B0-6A10EAF61F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7079" y="4187713"/>
            <a:ext cx="8192218" cy="2163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173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4" descr="Uma imagem contendo guarda-chuva&#10;&#10;Descrição gerada automaticamente">
            <a:extLst>
              <a:ext uri="{FF2B5EF4-FFF2-40B4-BE49-F238E27FC236}">
                <a16:creationId xmlns:a16="http://schemas.microsoft.com/office/drawing/2014/main" id="{0D025DBC-492C-4A89-9681-4146E66C6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5117" y="4084608"/>
            <a:ext cx="2743200" cy="2743200"/>
          </a:xfrm>
          <a:prstGeom prst="rect">
            <a:avLst/>
          </a:prstGeom>
        </p:spPr>
      </p:pic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C1A7895-5A20-4F62-8D54-B108F4E54F70}"/>
              </a:ext>
            </a:extLst>
          </p:cNvPr>
          <p:cNvSpPr txBox="1"/>
          <p:nvPr/>
        </p:nvSpPr>
        <p:spPr>
          <a:xfrm>
            <a:off x="4106175" y="267418"/>
            <a:ext cx="3994029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2400" b="1" dirty="0">
                <a:latin typeface="Calibri"/>
                <a:cs typeface="Calibri"/>
              </a:rPr>
              <a:t>Computação em Nuvem</a:t>
            </a:r>
          </a:p>
          <a:p>
            <a:pPr algn="ctr"/>
            <a:r>
              <a:rPr lang="pt-PT" sz="2200" i="1" dirty="0">
                <a:cs typeface="Calibri"/>
              </a:rPr>
              <a:t>Vantagens</a:t>
            </a:r>
            <a:endParaRPr lang="pt-PT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7D5B876-39D1-4617-A0D7-FED94360A3FE}"/>
              </a:ext>
            </a:extLst>
          </p:cNvPr>
          <p:cNvSpPr txBox="1"/>
          <p:nvPr/>
        </p:nvSpPr>
        <p:spPr>
          <a:xfrm>
            <a:off x="195533" y="1935192"/>
            <a:ext cx="11815309" cy="25083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spcAft>
                <a:spcPts val="1000"/>
              </a:spcAft>
              <a:buFont typeface="Arial"/>
              <a:buChar char="•"/>
            </a:pPr>
            <a:r>
              <a:rPr lang="pt-BR" sz="2200" b="1" dirty="0"/>
              <a:t>Elasticidade: </a:t>
            </a:r>
            <a:endParaRPr lang="pt-BR" dirty="0"/>
          </a:p>
          <a:p>
            <a:pPr marL="800100" lvl="1" indent="-342900" algn="just">
              <a:spcAft>
                <a:spcPts val="1000"/>
              </a:spcAft>
              <a:buFont typeface="Arial"/>
              <a:buChar char="•"/>
            </a:pPr>
            <a:r>
              <a:rPr lang="pt-BR" sz="2200" dirty="0"/>
              <a:t>Não</a:t>
            </a:r>
            <a:r>
              <a:rPr lang="pt-BR" sz="2200" dirty="0">
                <a:ea typeface="+mn-lt"/>
                <a:cs typeface="+mn-lt"/>
              </a:rPr>
              <a:t> precisa provisionar recursos em excesso para absorver picos de atividades empresariais no futuro. </a:t>
            </a:r>
            <a:endParaRPr lang="pt-BR">
              <a:ea typeface="+mn-lt"/>
              <a:cs typeface="+mn-lt"/>
            </a:endParaRPr>
          </a:p>
          <a:p>
            <a:pPr marL="800100" lvl="1" indent="-342900" algn="just">
              <a:spcAft>
                <a:spcPts val="1000"/>
              </a:spcAft>
              <a:buFont typeface="Arial"/>
              <a:buChar char="•"/>
            </a:pPr>
            <a:r>
              <a:rPr lang="pt-BR" sz="2200" dirty="0">
                <a:ea typeface="+mn-lt"/>
                <a:cs typeface="+mn-lt"/>
              </a:rPr>
              <a:t>Provisiona a quantidade de recursos realmente necessária. </a:t>
            </a:r>
            <a:endParaRPr lang="pt-BR">
              <a:ea typeface="+mn-lt"/>
              <a:cs typeface="+mn-lt"/>
            </a:endParaRPr>
          </a:p>
          <a:p>
            <a:pPr marL="800100" lvl="1" indent="-342900" algn="just">
              <a:spcAft>
                <a:spcPts val="1000"/>
              </a:spcAft>
              <a:buFont typeface="Arial"/>
              <a:buChar char="•"/>
            </a:pPr>
            <a:r>
              <a:rPr lang="pt-BR" sz="2200" dirty="0">
                <a:ea typeface="+mn-lt"/>
                <a:cs typeface="+mn-lt"/>
              </a:rPr>
              <a:t>Pode aumentar ou diminuir instantaneamente a escala desses recursos para ajustar a capacidade de acordo com a evolução das necessidades empresariais.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B80FB3D-701C-4B37-B634-988013517FE3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65293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C1A7895-5A20-4F62-8D54-B108F4E54F70}"/>
              </a:ext>
            </a:extLst>
          </p:cNvPr>
          <p:cNvSpPr txBox="1"/>
          <p:nvPr/>
        </p:nvSpPr>
        <p:spPr>
          <a:xfrm>
            <a:off x="4106175" y="267418"/>
            <a:ext cx="3994029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2400" b="1" dirty="0">
                <a:latin typeface="Calibri"/>
                <a:cs typeface="Calibri"/>
              </a:rPr>
              <a:t>Computação em Nuvem</a:t>
            </a:r>
          </a:p>
          <a:p>
            <a:pPr algn="ctr"/>
            <a:r>
              <a:rPr lang="pt-PT" sz="2200" i="1" dirty="0">
                <a:cs typeface="Calibri"/>
              </a:rPr>
              <a:t>Vantagens</a:t>
            </a:r>
            <a:endParaRPr lang="pt-PT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7D5B876-39D1-4617-A0D7-FED94360A3FE}"/>
              </a:ext>
            </a:extLst>
          </p:cNvPr>
          <p:cNvSpPr txBox="1"/>
          <p:nvPr/>
        </p:nvSpPr>
        <p:spPr>
          <a:xfrm>
            <a:off x="195533" y="1935192"/>
            <a:ext cx="11815309" cy="25083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spcAft>
                <a:spcPts val="1000"/>
              </a:spcAft>
              <a:buFont typeface="Arial"/>
              <a:buChar char="•"/>
            </a:pPr>
            <a:r>
              <a:rPr lang="pt-BR" sz="2200" b="1" dirty="0">
                <a:ea typeface="+mn-lt"/>
                <a:cs typeface="+mn-lt"/>
              </a:rPr>
              <a:t>Mobilidade: </a:t>
            </a:r>
            <a:endParaRPr lang="en-US" sz="2200" dirty="0">
              <a:ea typeface="+mn-lt"/>
              <a:cs typeface="+mn-lt"/>
            </a:endParaRPr>
          </a:p>
          <a:p>
            <a:pPr marL="800100" lvl="1" indent="-342900" algn="just">
              <a:spcAft>
                <a:spcPts val="1000"/>
              </a:spcAft>
              <a:buFont typeface="Arial"/>
              <a:buChar char="•"/>
            </a:pPr>
            <a:r>
              <a:rPr lang="pt-BR" sz="2200" dirty="0">
                <a:ea typeface="+mn-lt"/>
                <a:cs typeface="+mn-lt"/>
              </a:rPr>
              <a:t>Um arquivo armazenado na nuvem pode ser acessado em qualquer lugar com conexão à internet, por meio de diferentes dispositivos. </a:t>
            </a:r>
            <a:endParaRPr lang="en-US" sz="2200">
              <a:ea typeface="+mn-lt"/>
              <a:cs typeface="+mn-lt"/>
            </a:endParaRPr>
          </a:p>
          <a:p>
            <a:pPr marL="800100" lvl="1" indent="-342900" algn="just">
              <a:spcAft>
                <a:spcPts val="1000"/>
              </a:spcAft>
              <a:buFont typeface="Arial"/>
              <a:buChar char="•"/>
            </a:pPr>
            <a:r>
              <a:rPr lang="pt-BR" sz="2200" dirty="0">
                <a:ea typeface="+mn-lt"/>
                <a:cs typeface="+mn-lt"/>
              </a:rPr>
              <a:t>Atualização é automática. Se o usuário altera um texto, por exemplo, a modificação ocorre em todos os aparelhos simultaneamente.</a:t>
            </a:r>
            <a:endParaRPr lang="en-US" sz="2200">
              <a:ea typeface="+mn-lt"/>
              <a:cs typeface="+mn-lt"/>
            </a:endParaRPr>
          </a:p>
          <a:p>
            <a:pPr marL="342900" indent="-342900" algn="just">
              <a:spcAft>
                <a:spcPts val="1000"/>
              </a:spcAft>
              <a:buFont typeface="Arial"/>
              <a:buChar char="•"/>
            </a:pPr>
            <a:endParaRPr lang="pt-BR" sz="2200" b="1" dirty="0">
              <a:ea typeface="+mn-lt"/>
              <a:cs typeface="+mn-lt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B80FB3D-701C-4B37-B634-988013517FE3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7" descr="Uma imagem contendo Ícone&#10;&#10;Descrição gerada automaticamente">
            <a:extLst>
              <a:ext uri="{FF2B5EF4-FFF2-40B4-BE49-F238E27FC236}">
                <a16:creationId xmlns:a16="http://schemas.microsoft.com/office/drawing/2014/main" id="{F24FE3AC-5B4C-483A-99CA-03B6A39B3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8702" y="4433229"/>
            <a:ext cx="3562709" cy="1945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7521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C1A7895-5A20-4F62-8D54-B108F4E54F70}"/>
              </a:ext>
            </a:extLst>
          </p:cNvPr>
          <p:cNvSpPr txBox="1"/>
          <p:nvPr/>
        </p:nvSpPr>
        <p:spPr>
          <a:xfrm>
            <a:off x="4106175" y="267418"/>
            <a:ext cx="3994029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2400" b="1" dirty="0">
                <a:latin typeface="Calibri"/>
                <a:cs typeface="Calibri"/>
              </a:rPr>
              <a:t>Computação em Nuvem</a:t>
            </a:r>
          </a:p>
          <a:p>
            <a:pPr algn="ctr"/>
            <a:r>
              <a:rPr lang="pt-PT" sz="2200" i="1" dirty="0">
                <a:cs typeface="Calibri"/>
              </a:rPr>
              <a:t>Vantagens</a:t>
            </a:r>
            <a:endParaRPr lang="pt-PT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7D5B876-39D1-4617-A0D7-FED94360A3FE}"/>
              </a:ext>
            </a:extLst>
          </p:cNvPr>
          <p:cNvSpPr txBox="1"/>
          <p:nvPr/>
        </p:nvSpPr>
        <p:spPr>
          <a:xfrm>
            <a:off x="195533" y="1604513"/>
            <a:ext cx="11815309" cy="25083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spcAft>
                <a:spcPts val="1000"/>
              </a:spcAft>
              <a:buFont typeface="Arial"/>
              <a:buChar char="•"/>
            </a:pPr>
            <a:r>
              <a:rPr lang="pt-BR" sz="2200" b="1" dirty="0">
                <a:ea typeface="+mn-lt"/>
                <a:cs typeface="+mn-lt"/>
              </a:rPr>
              <a:t>Segurança:</a:t>
            </a:r>
            <a:endParaRPr lang="pt-BR" dirty="0">
              <a:ea typeface="+mn-lt"/>
              <a:cs typeface="+mn-lt"/>
            </a:endParaRPr>
          </a:p>
          <a:p>
            <a:pPr marL="800100" lvl="1" indent="-342900" algn="just">
              <a:spcAft>
                <a:spcPts val="1000"/>
              </a:spcAft>
              <a:buFont typeface="Arial"/>
              <a:buChar char="•"/>
            </a:pPr>
            <a:r>
              <a:rPr lang="pt-BR" sz="2200" dirty="0">
                <a:ea typeface="+mn-lt"/>
                <a:cs typeface="+mn-lt"/>
              </a:rPr>
              <a:t>Os dados armazenados na </a:t>
            </a:r>
            <a:r>
              <a:rPr lang="pt-BR" sz="2200" b="1" i="1" dirty="0">
                <a:ea typeface="+mn-lt"/>
                <a:cs typeface="+mn-lt"/>
              </a:rPr>
              <a:t>cloud </a:t>
            </a:r>
            <a:r>
              <a:rPr lang="pt-BR" sz="2200" dirty="0">
                <a:ea typeface="+mn-lt"/>
                <a:cs typeface="+mn-lt"/>
              </a:rPr>
              <a:t>fracionam os documentos e espalham esses pedaços em diferentes servidores ao redor do mundo. </a:t>
            </a:r>
            <a:endParaRPr lang="pt-BR">
              <a:ea typeface="+mn-lt"/>
              <a:cs typeface="+mn-lt"/>
            </a:endParaRPr>
          </a:p>
          <a:p>
            <a:pPr marL="800100" lvl="1" indent="-342900" algn="just">
              <a:spcAft>
                <a:spcPts val="1000"/>
              </a:spcAft>
              <a:buFont typeface="Arial"/>
              <a:buChar char="•"/>
            </a:pPr>
            <a:r>
              <a:rPr lang="pt-BR" sz="2200" dirty="0">
                <a:ea typeface="+mn-lt"/>
                <a:cs typeface="+mn-lt"/>
              </a:rPr>
              <a:t>Muitos utilizam a duplicidade (cópia) de arquivos. </a:t>
            </a:r>
            <a:endParaRPr lang="pt-BR" dirty="0">
              <a:ea typeface="+mn-lt"/>
              <a:cs typeface="+mn-lt"/>
            </a:endParaRPr>
          </a:p>
          <a:p>
            <a:pPr marL="800100" lvl="1" indent="-342900" algn="just">
              <a:spcAft>
                <a:spcPts val="1000"/>
              </a:spcAft>
              <a:buFont typeface="Arial"/>
              <a:buChar char="•"/>
            </a:pPr>
            <a:r>
              <a:rPr lang="pt-BR" sz="2200" dirty="0">
                <a:ea typeface="+mn-lt"/>
                <a:cs typeface="+mn-lt"/>
              </a:rPr>
              <a:t>Os dados passam por criptografia, o que impede invasores de terem acesso ao conteúdo completo.</a:t>
            </a:r>
            <a:endParaRPr lang="pt-BR" dirty="0">
              <a:ea typeface="+mn-lt"/>
              <a:cs typeface="+mn-lt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F3F692A-9860-4A6E-A362-4F6B391451E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18396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C1A7895-5A20-4F62-8D54-B108F4E54F70}"/>
              </a:ext>
            </a:extLst>
          </p:cNvPr>
          <p:cNvSpPr txBox="1"/>
          <p:nvPr/>
        </p:nvSpPr>
        <p:spPr>
          <a:xfrm>
            <a:off x="4106175" y="267418"/>
            <a:ext cx="3994029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2400" b="1" dirty="0">
                <a:latin typeface="Calibri"/>
                <a:cs typeface="Calibri"/>
              </a:rPr>
              <a:t>Computação em Nuvem</a:t>
            </a:r>
          </a:p>
          <a:p>
            <a:pPr algn="ctr"/>
            <a:r>
              <a:rPr lang="pt-PT" sz="2200" i="1" dirty="0">
                <a:cs typeface="Calibri"/>
              </a:rPr>
              <a:t>Vantagens</a:t>
            </a:r>
            <a:endParaRPr lang="pt-PT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7D5B876-39D1-4617-A0D7-FED94360A3FE}"/>
              </a:ext>
            </a:extLst>
          </p:cNvPr>
          <p:cNvSpPr txBox="1"/>
          <p:nvPr/>
        </p:nvSpPr>
        <p:spPr>
          <a:xfrm>
            <a:off x="195533" y="1604513"/>
            <a:ext cx="11815309" cy="35702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spcAft>
                <a:spcPts val="1000"/>
              </a:spcAft>
              <a:buFont typeface="Arial"/>
              <a:buChar char="•"/>
            </a:pPr>
            <a:r>
              <a:rPr lang="pt-BR" sz="2200" b="1" dirty="0">
                <a:ea typeface="+mn-lt"/>
                <a:cs typeface="+mn-lt"/>
              </a:rPr>
              <a:t>Custos:</a:t>
            </a:r>
            <a:endParaRPr lang="pt-BR" dirty="0"/>
          </a:p>
          <a:p>
            <a:pPr marL="800100" lvl="1" indent="-342900" algn="just">
              <a:spcAft>
                <a:spcPts val="1000"/>
              </a:spcAft>
              <a:buFont typeface="Arial"/>
              <a:buChar char="•"/>
            </a:pPr>
            <a:r>
              <a:rPr lang="pt-BR" sz="2200" dirty="0">
                <a:ea typeface="+mn-lt"/>
                <a:cs typeface="+mn-lt"/>
              </a:rPr>
              <a:t>Essa é a maior vantagem da Computação em Nuvem. </a:t>
            </a:r>
          </a:p>
          <a:p>
            <a:pPr marL="800100" lvl="1" indent="-342900" algn="just">
              <a:spcAft>
                <a:spcPts val="1000"/>
              </a:spcAft>
              <a:buFont typeface="Arial"/>
              <a:buChar char="•"/>
            </a:pPr>
            <a:r>
              <a:rPr lang="pt-BR" sz="2200" dirty="0">
                <a:ea typeface="+mn-lt"/>
                <a:cs typeface="+mn-lt"/>
              </a:rPr>
              <a:t>Ela advém da eliminação dos investimentos em servidores exclusivos para uma aplicação.</a:t>
            </a:r>
          </a:p>
          <a:p>
            <a:pPr marL="800100" lvl="1" indent="-342900" algn="just">
              <a:spcAft>
                <a:spcPts val="1000"/>
              </a:spcAft>
              <a:buFont typeface="Arial"/>
              <a:buChar char="•"/>
            </a:pPr>
            <a:r>
              <a:rPr lang="pt-BR" sz="2200" dirty="0">
                <a:ea typeface="+mn-lt"/>
                <a:cs typeface="+mn-lt"/>
              </a:rPr>
              <a:t>Alavancado pelo poder da Nuvem, as companhias podem economizar na compra de licenças e ao mesmo tempo eliminar custos como: </a:t>
            </a:r>
          </a:p>
          <a:p>
            <a:pPr marL="1257300" lvl="2" indent="-342900" algn="just">
              <a:spcAft>
                <a:spcPts val="1000"/>
              </a:spcAft>
              <a:buFont typeface="Arial"/>
              <a:buChar char="•"/>
            </a:pPr>
            <a:r>
              <a:rPr lang="pt-BR" sz="2200" dirty="0">
                <a:ea typeface="+mn-lt"/>
                <a:cs typeface="+mn-lt"/>
              </a:rPr>
              <a:t>Servidor de dados; </a:t>
            </a:r>
          </a:p>
          <a:p>
            <a:pPr marL="1257300" lvl="2" indent="-342900" algn="just">
              <a:spcAft>
                <a:spcPts val="1000"/>
              </a:spcAft>
              <a:buFont typeface="Arial"/>
              <a:buChar char="•"/>
            </a:pPr>
            <a:r>
              <a:rPr lang="pt-BR" sz="2200" dirty="0">
                <a:ea typeface="+mn-lt"/>
                <a:cs typeface="+mn-lt"/>
              </a:rPr>
              <a:t>Atualização de softwares; </a:t>
            </a:r>
          </a:p>
          <a:p>
            <a:pPr marL="1257300" lvl="2" indent="-342900" algn="just">
              <a:spcAft>
                <a:spcPts val="1000"/>
              </a:spcAft>
              <a:buFont typeface="Arial"/>
              <a:buChar char="•"/>
            </a:pPr>
            <a:r>
              <a:rPr lang="pt-BR" sz="2200" dirty="0">
                <a:ea typeface="+mn-lt"/>
                <a:cs typeface="+mn-lt"/>
              </a:rPr>
              <a:t>Atualização de servidores, etc...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F3F692A-9860-4A6E-A362-4F6B391451E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12877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C1A7895-5A20-4F62-8D54-B108F4E54F70}"/>
              </a:ext>
            </a:extLst>
          </p:cNvPr>
          <p:cNvSpPr txBox="1"/>
          <p:nvPr/>
        </p:nvSpPr>
        <p:spPr>
          <a:xfrm>
            <a:off x="4106175" y="267418"/>
            <a:ext cx="3994029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2400" b="1" dirty="0">
                <a:latin typeface="Calibri"/>
                <a:cs typeface="Calibri"/>
              </a:rPr>
              <a:t>Computação em Nuvem</a:t>
            </a:r>
          </a:p>
          <a:p>
            <a:pPr algn="ctr"/>
            <a:r>
              <a:rPr lang="pt-PT" sz="2200" i="1" dirty="0">
                <a:cs typeface="Calibri"/>
              </a:rPr>
              <a:t>Desvantagens</a:t>
            </a:r>
            <a:endParaRPr lang="pt-PT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7D5B876-39D1-4617-A0D7-FED94360A3FE}"/>
              </a:ext>
            </a:extLst>
          </p:cNvPr>
          <p:cNvSpPr txBox="1"/>
          <p:nvPr/>
        </p:nvSpPr>
        <p:spPr>
          <a:xfrm>
            <a:off x="195533" y="1316965"/>
            <a:ext cx="11815309" cy="51809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spcAft>
                <a:spcPts val="1000"/>
              </a:spcAft>
              <a:buFont typeface="Arial"/>
              <a:buChar char="•"/>
            </a:pPr>
            <a:r>
              <a:rPr lang="pt-BR" sz="2200" b="1" dirty="0"/>
              <a:t>Dificuldade de migração:</a:t>
            </a:r>
            <a:endParaRPr lang="pt-BR" dirty="0"/>
          </a:p>
          <a:p>
            <a:pPr marL="800100" lvl="1" indent="-342900" algn="just">
              <a:spcAft>
                <a:spcPts val="1000"/>
              </a:spcAft>
              <a:buFont typeface="Arial"/>
              <a:buChar char="•"/>
            </a:pPr>
            <a:r>
              <a:rPr lang="pt-BR" sz="2200" dirty="0"/>
              <a:t>Falta de flexibilidade</a:t>
            </a:r>
            <a:r>
              <a:rPr lang="pt-BR" sz="2200" dirty="0">
                <a:ea typeface="+mn-lt"/>
                <a:cs typeface="+mn-lt"/>
              </a:rPr>
              <a:t> para usar e integrar serviços entre nuvens. </a:t>
            </a:r>
            <a:endParaRPr lang="pt-BR" dirty="0">
              <a:ea typeface="+mn-lt"/>
              <a:cs typeface="+mn-lt"/>
            </a:endParaRPr>
          </a:p>
          <a:p>
            <a:pPr marL="800100" lvl="1" indent="-342900" algn="just">
              <a:spcAft>
                <a:spcPts val="1000"/>
              </a:spcAft>
              <a:buFont typeface="Arial"/>
              <a:buChar char="•"/>
            </a:pPr>
            <a:r>
              <a:rPr lang="pt-BR" sz="2200" dirty="0">
                <a:ea typeface="+mn-lt"/>
                <a:cs typeface="+mn-lt"/>
              </a:rPr>
              <a:t>As organizações podem achar difícil migrar seus serviços de um fornecedor para outro. </a:t>
            </a:r>
            <a:endParaRPr lang="pt-BR" dirty="0">
              <a:ea typeface="+mn-lt"/>
              <a:cs typeface="+mn-lt"/>
            </a:endParaRPr>
          </a:p>
          <a:p>
            <a:pPr marL="800100" lvl="1" indent="-342900" algn="just">
              <a:spcAft>
                <a:spcPts val="1000"/>
              </a:spcAft>
              <a:buFont typeface="Arial"/>
              <a:buChar char="•"/>
            </a:pPr>
            <a:r>
              <a:rPr lang="pt-BR" sz="2200" dirty="0">
                <a:ea typeface="+mn-lt"/>
                <a:cs typeface="+mn-lt"/>
              </a:rPr>
              <a:t>Hospedar e integrar aplicativos de nuvem atuais em outra plataforma pode gerar problemas de interoperabilidade e suporte.</a:t>
            </a:r>
            <a:endParaRPr lang="pt-BR" dirty="0"/>
          </a:p>
          <a:p>
            <a:pPr marL="800100" lvl="1" indent="-342900" algn="just">
              <a:spcAft>
                <a:spcPts val="1000"/>
              </a:spcAft>
              <a:buFont typeface="Arial"/>
              <a:buChar char="•"/>
            </a:pPr>
            <a:endParaRPr lang="pt-BR" sz="2200" b="1" dirty="0">
              <a:cs typeface="Calibri"/>
            </a:endParaRPr>
          </a:p>
          <a:p>
            <a:pPr marL="342900" indent="-342900" algn="just">
              <a:spcAft>
                <a:spcPts val="1000"/>
              </a:spcAft>
              <a:buFont typeface="Arial"/>
              <a:buChar char="•"/>
            </a:pPr>
            <a:r>
              <a:rPr lang="pt-BR" sz="2200" b="1" dirty="0"/>
              <a:t>Controle Limitado:</a:t>
            </a:r>
            <a:endParaRPr lang="pt-BR" dirty="0">
              <a:ea typeface="+mn-lt"/>
              <a:cs typeface="+mn-lt"/>
            </a:endParaRPr>
          </a:p>
          <a:p>
            <a:pPr marL="800100" lvl="1" indent="-342900" algn="just">
              <a:spcAft>
                <a:spcPts val="1000"/>
              </a:spcAft>
              <a:buFont typeface="Arial"/>
              <a:buChar char="•"/>
            </a:pPr>
            <a:r>
              <a:rPr lang="pt-BR" sz="2200" dirty="0">
                <a:ea typeface="+mn-lt"/>
                <a:cs typeface="+mn-lt"/>
              </a:rPr>
              <a:t>Como a infraestrutura do </a:t>
            </a:r>
            <a:r>
              <a:rPr lang="pt-BR" sz="2200" i="1" dirty="0">
                <a:ea typeface="+mn-lt"/>
                <a:cs typeface="+mn-lt"/>
              </a:rPr>
              <a:t>cloud </a:t>
            </a:r>
            <a:r>
              <a:rPr lang="pt-BR" sz="2200" i="1" dirty="0" err="1">
                <a:ea typeface="+mn-lt"/>
                <a:cs typeface="+mn-lt"/>
              </a:rPr>
              <a:t>computing</a:t>
            </a:r>
            <a:r>
              <a:rPr lang="pt-BR" sz="2200" dirty="0">
                <a:ea typeface="+mn-lt"/>
                <a:cs typeface="+mn-lt"/>
              </a:rPr>
              <a:t> é totalmente gerenciada e monitorada pelo provedor de serviços, ela transfere o controle mínimo para o cliente. </a:t>
            </a:r>
            <a:endParaRPr lang="pt-BR" dirty="0">
              <a:ea typeface="+mn-lt"/>
              <a:cs typeface="+mn-lt"/>
            </a:endParaRPr>
          </a:p>
          <a:p>
            <a:pPr marL="800100" lvl="1" indent="-342900" algn="just">
              <a:spcAft>
                <a:spcPts val="1000"/>
              </a:spcAft>
              <a:buFont typeface="Arial"/>
              <a:buChar char="•"/>
            </a:pPr>
            <a:r>
              <a:rPr lang="pt-BR" sz="2200" dirty="0">
                <a:ea typeface="+mn-lt"/>
                <a:cs typeface="+mn-lt"/>
              </a:rPr>
              <a:t>O cliente só pode controlar e gerenciar os aplicativos, dados e serviços operados. </a:t>
            </a:r>
            <a:endParaRPr lang="pt-BR" dirty="0">
              <a:ea typeface="+mn-lt"/>
              <a:cs typeface="+mn-lt"/>
            </a:endParaRPr>
          </a:p>
          <a:p>
            <a:pPr marL="800100" lvl="1" indent="-342900" algn="just">
              <a:spcAft>
                <a:spcPts val="1000"/>
              </a:spcAft>
              <a:buFont typeface="Arial"/>
              <a:buChar char="•"/>
            </a:pPr>
            <a:r>
              <a:rPr lang="pt-BR" sz="2200" dirty="0">
                <a:ea typeface="+mn-lt"/>
                <a:cs typeface="+mn-lt"/>
              </a:rPr>
              <a:t>As principais tarefas administrativas, como acesso ao </a:t>
            </a:r>
            <a:r>
              <a:rPr lang="pt-BR" sz="2200" i="1" dirty="0" err="1">
                <a:ea typeface="+mn-lt"/>
                <a:cs typeface="+mn-lt"/>
              </a:rPr>
              <a:t>shell</a:t>
            </a:r>
            <a:r>
              <a:rPr lang="pt-BR" sz="2200" dirty="0">
                <a:ea typeface="+mn-lt"/>
                <a:cs typeface="+mn-lt"/>
              </a:rPr>
              <a:t> do servidor, atualização e gerenciamento de </a:t>
            </a:r>
            <a:r>
              <a:rPr lang="pt-BR" sz="2200" i="1" dirty="0">
                <a:ea typeface="+mn-lt"/>
                <a:cs typeface="+mn-lt"/>
              </a:rPr>
              <a:t>firmware</a:t>
            </a:r>
            <a:r>
              <a:rPr lang="pt-BR" sz="2200" dirty="0">
                <a:ea typeface="+mn-lt"/>
                <a:cs typeface="+mn-lt"/>
              </a:rPr>
              <a:t>, não podem ser passadas para o cliente ou usuário final.</a:t>
            </a:r>
            <a:endParaRPr lang="pt-BR" dirty="0">
              <a:cs typeface="Calibri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E77C086-D1C0-4B4E-8908-2B847A76A8B0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88732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C1A7895-5A20-4F62-8D54-B108F4E54F70}"/>
              </a:ext>
            </a:extLst>
          </p:cNvPr>
          <p:cNvSpPr txBox="1"/>
          <p:nvPr/>
        </p:nvSpPr>
        <p:spPr>
          <a:xfrm>
            <a:off x="4091798" y="281796"/>
            <a:ext cx="3994029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PT" sz="2600" b="1" dirty="0">
                <a:latin typeface="Calibri"/>
                <a:cs typeface="Calibri"/>
              </a:rPr>
              <a:t>Conclusão</a:t>
            </a:r>
            <a:endParaRPr lang="pt-BR" sz="26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7D5B876-39D1-4617-A0D7-FED94360A3FE}"/>
              </a:ext>
            </a:extLst>
          </p:cNvPr>
          <p:cNvSpPr txBox="1"/>
          <p:nvPr/>
        </p:nvSpPr>
        <p:spPr>
          <a:xfrm>
            <a:off x="1115683" y="2222739"/>
            <a:ext cx="9960631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endParaRPr lang="pt-BR" sz="2200" dirty="0">
              <a:cs typeface="Calibri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0D63401-8382-489C-B50A-B91BBD024D7A}"/>
              </a:ext>
            </a:extLst>
          </p:cNvPr>
          <p:cNvSpPr txBox="1"/>
          <p:nvPr/>
        </p:nvSpPr>
        <p:spPr>
          <a:xfrm>
            <a:off x="1115683" y="2222739"/>
            <a:ext cx="9960631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endParaRPr lang="pt-BR" sz="2200" dirty="0">
              <a:cs typeface="Calibri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ABC55EB-E9B5-4F7D-8E11-24A2416380F9}"/>
              </a:ext>
            </a:extLst>
          </p:cNvPr>
          <p:cNvSpPr txBox="1"/>
          <p:nvPr/>
        </p:nvSpPr>
        <p:spPr>
          <a:xfrm>
            <a:off x="224288" y="1963947"/>
            <a:ext cx="11743422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Arial"/>
              <a:buChar char="•"/>
            </a:pPr>
            <a:r>
              <a:rPr lang="pt-BR" sz="2200" dirty="0">
                <a:ea typeface="+mn-lt"/>
                <a:cs typeface="+mn-lt"/>
              </a:rPr>
              <a:t>Dada a grande disponibilidade de recursos computacionais oferecidos pela computação em nuvem e o potencial disruptivo dessa arquitetura, a sua utilização é mais que uma tendência e a compreensão de seus recursos torna-se um requisito indispensável para o profissional de tecnologia da informação.</a:t>
            </a:r>
            <a:endParaRPr lang="pt-BR" sz="2200" dirty="0">
              <a:cs typeface="Calibri"/>
            </a:endParaRPr>
          </a:p>
          <a:p>
            <a:pPr algn="just"/>
            <a:endParaRPr lang="pt-BR" sz="2200" dirty="0">
              <a:ea typeface="+mn-lt"/>
              <a:cs typeface="+mn-lt"/>
            </a:endParaRPr>
          </a:p>
          <a:p>
            <a:pPr marL="342900" indent="-342900" algn="just">
              <a:buFont typeface="Arial"/>
              <a:buChar char="•"/>
            </a:pPr>
            <a:r>
              <a:rPr lang="pt-BR" sz="2200" dirty="0">
                <a:ea typeface="+mn-lt"/>
                <a:cs typeface="+mn-lt"/>
              </a:rPr>
              <a:t>O impacto transformador do modelo de nuvem no ambiente de negócios pode ser compreendido a partir do grande número de soluções apresentadas por provedores deste modelo de serviço. Observando ainda a vasta documentação disponível aos usuários finais, gerentes de solução ou arquitetos da informação.</a:t>
            </a:r>
            <a:endParaRPr lang="pt-BR" sz="2200" dirty="0">
              <a:cs typeface="Calibri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C67F349-255B-4A63-AD12-CBC5649AEC25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28710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AutoShape 2" descr="data:image/jpeg;base64,/9j/4AAQSkZJRgABAQAAAQABAAD/2wCEAAkGBhQSERUUExQWFRUVFxQXFBgYFBQUFRYUFRUVFBQUFxUXHCYeFxkkGRQUHy8gIycpLCwsFR4xNTAqNSYrLCkBCQoKDQwNDQ8PFCkYFBgpKSkpKSkpKSkpKSkpKSkpKSkpKSkpKSkpKSkpKSkpKSkpKSkpKSkpKSkpKSkpKSkpKf/AABEIALgA+AMBIgACEQEDEQH/xAAcAAABBQEBAQAAAAAAAAAAAAAEAAECAwUGBwj/xAA/EAABAwEGAwUFBgYCAQUAAAABAAIRAwQFEiExQQZRYRMicYGhMkKRscEHUmLR4fAUI3KCkvEVwhYzNEOjsv/EABYBAQEBAAAAAAAAAAAAAAAAAAABAv/EABcRAQEBAQAAAAAAAAAAAAAAAAABERL/2gAMAwEAAhEDEQA/AOXargqWq4FBY0qSg1TQO0pnJk7swgxi5MStK57kdaC8BwBYJgznr+SE/hjmNwYKzyBiVZZ3AHNENul50Cm26HYohJANMmEfUtIawBgz3O87T+4R1n4Sc4agT6ei6awcBs7MTm46mcjHNaHD2azOqxA1KjbLtex0HyXpthuSjSEMALstBOay+IruB1GY5iEHnr6cIi75DvJNaZaYO3nko2ep3h8EGnjSL02FMUEw9O5yi1OgeUsSZJA5cmlJIoJDRRKSi4oEJSDUgVJAlEhSUYQRe1JScEkALSrWmVU1XAoJhTUGlTCB0pSSlBqcKWctqvfsYA65yU942BjLSY94B0dZMozh50tjkq+JbNgqseJzaZ/tP6oL7JQGqLpWVszCFufvnLNb9Kwga7/BAIySQAFsNs/c7zjHp+qzLwrMpiXGI01zPIAa+Coc2tVAkmiz/wCx30Z6nwRFwv0UngMPe0AAk/DbxVF7vc4EmXOOu+vgtO67lo0xI1PtEnvHxOpQ143lTpOGYGeUmOiK8yvRpxkOEEK+4rvFR5c72WCYEyTsAt7jSjjAqRB0PUIm4rKKdP2Dm3FJGWkkDzQYdoZhcRyO/wC9VUSpVny4k7kn4qsIJtU5VYKmgSSSSBSmJTOTIHnJRlOoFBOVKVWFJA5KdpUU0oJPcmUXFJAGwq0FUAK0ILArAVWFNBIlOCohSQdDwxGZnf6I/iJ1N4bGrJnPIyNPQLmbFaS05FaDq2KG/FB0XDFZrWQRC3KtPH7LgPKVyFO04R4LoLutuJoDf1QT/wCJYx+M953M5kf07N8gh7zvdje7qdgAS4+AGaOtN1vqa1C0bwBPkTp6oejRpUPZGHm45uOe5OqIBoWW0VhkRQZzd3qhHRujfMlO+7KNmOI95273mXHz90eEKwW1z8Ro6DVzsm+XPw+SAddjasmq7tOU+z5N5dUFl6VW12aNwnSBkhrfauzshg7BvLpHoiagEdF0vDNgoV6GbQ8hzmPDgHQ5pygHQQQckI8hxJL2etwVZDrQpjwDgfQoJ32b2V/ste3qHu9AZRXkwKnK9Gtv2VU//jrPB/E1rh6QsC3fZ5aac4Q2oPwuz/xKDmcSaVda7E+kcNRjmHk5pb89VQgdQlTUEDk5KKmoFAlIBRSAQTKZKExCBnFJQeUkA4VocqQVY1BY12asBVQKspsJMDU6IJgqxtEnotGy3cGwXCT6D9VfbKDjhcyS4ZQN+iDLwgbyfJE2UalHXxdZpuYHCCWB+m5JBHkQqabIj1QF0mmM1oXZefZkZeaCpnRSLQUHVf8AIOeO78dkPWsdOmC+r3zr3vZHg3TzOazbJbcAhUW+qa5h5hojuicz1OwRkxvPtSQ2RTB/y/RXmqNtFmWmgdWGD4SD48vFRsNsxEtcIc3USCPEIrQeckR9mt7xbbRQOlSXtH4max4j5IJ5VfD9mwXnQqhw77nNI/sdJQj1/shGing5J4yVVB5gzmQSimqUVW2lIlPWtUA5JqFfugoKLTYGvGF7WuB2IkfArnbd9nlmfOFppk/cJj/EyF1nbgqbXAoPEeIOGatkdDhLD7LwIaeh5HosUr6Hr2Rj2lr2hzTqCJBXnnFP2dAlz7LlGtM/9Dt4FB50XKJVtakWkhwIIJBBEEHlCqQJOEycFA5couKkVAlBB6SZxSQCNcrgVQ1WtQEUqZcQAJOy3rDYezGftHU8ugWlc3D/AGdNrnDvuAPgDmB8ERa7NH0QZFZ7mkA94O05gnQT9F2NwXHhAe/2jMDl+qp4fubLtHifuA9ZzXU06cYckGdfnDwtFINBwvbnTcdM4lrjyOXgvP8Asiwua4FrmmHtORBGx/fVetaIC87lpV/bEOAgOGsbA8wg8zZaFcypOiLv+6xZicfdGoLtCOYO6xrRTqupB1KRMnNpa4jm2dkBF7X0KLcLQHPPlA6nZBXTeVV+TAxg5w+ofLn5lYlmcWvlzZM54sz6rfsvELmbAaImNWlYA7OoS8j70QPBo7o+EqLrPTa/G3LKOWSHZeYfnJPgqauJ56IovtcZy0269VOw5W+ygbOJPmISoMwqi5a+K8mR7pjyyB+aD20KFQQpsOSaoJCAG2t2G/7Kk4QFF7pqf0j1KdxQRxqQdmq4UHuzA6oNRmiCc7vR5jqEXPdWfbXQzF9wg/2zn6FBj8T8JUrW3Fk2oB3Xgejh7wXk163XUoVDTqNwuHwI5g7he6MdnHmFlcScOstdMtIhwzY4atP1HMboPEgU+JEXldz6FR1OoIcPgRsR0QZQWYlFzkwcoOcgT3JKBKSCprlfRdmD1Q7Fp3NYe1qtbqNT4DMoPT6NZtWnI1ESOSOsV14qYqN9vbKcgsc2Q0WNeDn7w2g6LqeHJ7FpI1xGAOZQCXbVmWEQ5pJA6H8lqNClarra7vCGvHsu1jlIGvgVTZqxPdeML+Uggxu0jUICJVNVsokMUjSQY9vsFO0U+zrUxUbMiciD95rtQVn8VXWeyY9re7TEGNmnQnoDv1Wm6occePoOSjeV8ss9ImpmDlh1xSNBzKDy+9atMwD7R3jTxKyW2Oo5xwEzy2/RanZteXDCGiSWCScIOeEE5mFo3Q/s3jE0Obz9747oMKjZKwMFpBGxyR9nY4HvL1Fl22e10RhIkDIj2m9CPouSt3D9SlVFPDJcYYRo7z+aCF0XM+0HC3LLMnQeKVh4fFktoae86WlztMjBMA6BegXDc7aFMAZuObjzP5LD4ksg/i2OzzAnwaURYz7QaOmCodtG/miGcdUCQ3DUk8mg/JyCsnD1I+5A9fijqV2U2uhjQI1O580UYKk5ie8ZzgH0KvVLdTGyu2QVsQ5d/NA8SiaYQFN01vJBo17RACGt9QdjU/od8iqLwtEEflCBvK1xQf8Ai7o/uMINex5sYfwt+SuDsyqrO2GNHJoVzGoOe4s4Wba6eUNqNnA7/qehXklvsL6NR1Oo0tc3UH5jmOq9/axee/atYQOxqAZ95h+bfkUHnKgVNyqJQRcUkzikg6G5OFBUp9pWeWNJyDRJjmeS6y5+G6dnONhc8ubkHADKctOZj/FF3dg7Q02xlBd1On5I6tSIrYoywtjyBHzQRvWlOBm7j3vSfJb1mcWtAAhsQBufyCw8RfWBLS0NE56k7DoJ+S1AXO2hATabH2gzc6RpBgDoB9VjXnctQQ+k4429czzzW1ZwQFcGIMq6OJA89nVHZ1NM8mu8ORW2CqX2dnvtBHVoKsZRn2XDDHiW+HMdEFNqcym1z3QIEuPT8zovOr3qutj5Pdj2G8h+Z5rp+KaNQsa6Zax0uA0M5Yp/eqzP4YMcx40KI5912ubmRota7rkFZuJpg7jVdZaLsbVpmAJIXN3Laexqlp0mCgKsfDVRpllUNI3Eg+iKHEFSllW/mwYYQA0GBBJdGZ28kbe9oLKJc3eAPE6KVG6cVOmD7ogyOYzjqis88b1SQGU2ieeIrWptdUh1TXkBAHRWC7mjbTorJQSxwIAVTnwD1TPqKguxO6BAVSyCte/JUPerm5hAmnJZ9nP84rQcICzqI/mSga2P70wCsa3VcdSnTGmIOPki7xrFtRzTMahZ13MmoXHwCDsqAloVrULYaktRgQJzkBe1107Qw06gkOHwPMHYo4quoRkUHi3E/DL7I+D3mH2HRkehGzunwWC4L3e9TZ6rDTqlrg7LD7RnpGh6oCxcCWQN/wDbg9ahc9xHgTA+CDxJydejcXfZthmpZB1dS182E/8A5+CSAO77U5rsTdfouxu+1NrMh+vQwfEHZcVTZBW9db+SJHVWGwsZu5x5uMlHMpBZFltR3WhTtKmVRUKdMKqk6USWpojUgiFzVS+h2wp03S0HvEaH8I6K69+IKQDmYhs2ZhpJMEDmuGui0RV/fNUekgB7SDoQQQuVtM0yaTvdOR6HRa9K3hokoa+wytSFWnq3J3OOqJRlwW/E3CdtPBZXE924Hiq0ZO9rodUJdlswOB+K62rSbVplp0cEGHZLSKtIMOodTI6jEF0cwuLoU3UqwYT7Lh5tkLsHvkShFzn5IGo7NObXCGNadEU9R6ts7IQ1NpJR7aBhBU56voPVVSiJ116ImhZxzQJ5yWew9/zWx2YhZVrZD5CAS/m5g8wZ8ln2UQFp8QH+UHcjn4HJcTbuJcGTcz8kR29ltmDMxG8mEq/GFBuhLjybn66LzR96vqZvcfDb4Ld4dvSlTd/MYCDvAJHLVFdA/iWtVyo0o6lSpXTWqma1QwfdaYHmdkS/iSiB3c+gGEK6wXo57MUAAzA/DsUF133Qylm0QemZ+JWkAdig6dqcf39Ve22N3dn0MoAryu+s/OlVg7tIAkdHDRJajDi5jrkElMHmlsu9zTMZK668nAKyxX605Py+Sue+niDmuEzmAqNWnUhGUK7SYJz2lY/8SU1V4cNhyI5oOm7QgZLmeNeMDQo4KZh9SQDuB7xCe76ryDmYzXHfaBPbUxByp8ub3ZegQcraKznnE5xJ5kytbhu1k1Idy+qy2Wd50a4/2lF3Yx7Hg4HR4Hmg9SstOW/vkg7ktIFQsPsulpG2assNubgzMGPoufu17u1fPdh0t6jogOt1M0qrmHY5eB0XT3FbsTY5Ln+KKrajG1GwXN7rgCJg6HyzQdwXk5pkggcyCg3OKqWGpTqDQ5Hy/RaRrw2RnmMvFRtbGWikWEgOiROzhof3zWc+iWgYuTTrvlyQGCuXA9FXQqqkWxs8j+SenXH7hErfs4yB6JqluYN58IPlOizX24kBrdI73h4pCm0aaQMtkUTUtYdEesSr2W8gRAQ1GkXTG2auaAEFjrc/kPgqKlVxzKniCaRzQZd6VcTCx0lp1Ex1XA33czaY7SmTh94EyR1ncL0W8KYhctb7N7TTo+Qek5IOMo29reZWjQvBtQhtNri45AZa9PVYL2wSOUj4LqPs/u8utPaFsspg5nTEYgfCUHXXPww9zWGtDYAkDM+ZXUUbMwdVDtwBLnAc5IHqibLhcA4EEbEEEGeqCwMERkpss42AVjWBTL8IkbeH1QVvhoJOUakpkBVxPzfps0ZgdSdymRNebfwknkiaNmcw7RzlDY3H2RKbsnkwTn90ZlFbP/INGpk8hmnsrHVXQBl8vE7fvRU2K5HHN8MHjn5nZbtnvChRae+2WiYBGLLaJQXVwyzUS5x0BGmp5ADdcraLSatTGREAA5DrMzpqfgpW28H1T2jzH3Gaho2iW5nmeoVT6cANHtOOcHL5T/ooItdDS6cz+JvyU3NhrW/e174jrPLX0VrrM4lrQ10NznbyIb+5Uv4d7nklr8hAkETzjuRzQJ1SXtAnu56sPh9FGnWOJz50y0Zt4nwTNsbw1zsDpMwMJJ5aFvyUX2F4YBhdJ/CT1z7nggiaxDD+L+nfprspPZ7DcvPAfUHxT1LA4Fowuga90xl/Z0PxSFmJecnQB93fQ+7nqUE8E1Mg3ujY4dfPr6JqdR0PcJ/yB+euyqayA5xBGsAt8Y1b1Q9a8abGQ4wT0HPnE7IDqI7rZBzBjL5RrkFoitTbkXEDODgJHQQSPDyWdZb0YxzcJMEES04TMQJIzjVWf+U0KboLQSNMpHkT1CJgqgaz/YafGIEeJ+iPp3HWOZe0fEx6Iayccsfk3Cemh+C0KXEzfBDF9iu+rTMirBOvdn5opt3/AHnE5REAIUX60qDr7CA02Rg5nxKnTpNGgWO6+wqv+aPRFa9qsgcuavi73Nz1GWiIr346MvTNYte9nv1nDMQQRI1OZ2QZNW7aUn+WJLjJlwiTJMT4rXs9jeWYGONKmJhrO5ruXDMrPsL+1qFw9kGBpmcpK27RaRTZJQY1bh5k5txHmXOcfUqdiomzmaLnUj+FxjzacitSm4ugqw2drtYRBt1cf4YbbAG7CswHBP426sPXRdPUtoMAGQYdOuRzB+S88vC68QIGYK3OErS59Dsne3ROA9WHNh+HyQ1vBrqhmcLfUlJEsdkkjLyazOc0ZvJnQd0eExCPZaXgBrXYSfu4G+o+qEpZHEZxH2Ry9dUU2WjOcTujv3yRtZWs4qENMv3OIl3zcR/tbth4TaQ091jdYa2Cehzj/axPZECC467884Lf3mj7LeVSlDGOnnMFo9MuaDpaXD9EEEgkjSXOj4SjG2VrdGtHWBPx1WHS4pzwlk8yHRH0RLOJmEkBj8t5bHzQa8JQsqnxLSM5PAG/d16ZphxPSwl2F8CdQ0THLNBrJALI/wDKKWHFhfH9snONJTVOKaYaDgfntLJ+f7yQa5CkwLCtXFQaBhpSTzcMvJue6FtHFVSQGtYJ8XD1KDpoTWiwMeIcBC5OrxDXLwA8AamGjx1woS0W2pVfDnucGjQkkacojU8kG87h+hiM1QOmJkjdCC77DidmXEZEhod8DELDY2Xuy0yGXUdOQ6KNl0ccz4YuRO0oFaaLCXGk1rQJ9prZORPujL9VCzNkYnOj+kA7xoSEqOVM+fPkNsKWE9n+/vDp9UGqzsWtDnGqZjRjG6+JKur2ig2IZUdP3nho2Gw6+ixajP5YMDbl+Ifdn1Vlob3Wnw08AfuhAc+1NDwBSbBG5e8zB/EBrKlQvJ2NwDWAaiKQBiR47FA2nJzT1PI7/wBPVOacVBlqI0GunKOSC6peD3seHuJAmdQNDsIGo3nVYd52nDS1gnujzP6q29Q7tAwABr8ycstDyWVxW4N7IAzBkoOkuSgGsEbD/autLMbg3YQT1Oy5Gx8Rmm3ZwjIaFdXddpDmBx1dmUBRyb1UKDSB3jJOZUS8OfAI7uvjsmqOkwTEmPJEWU68zAMDfmqbBaatC09uabv4dzcNR4EgYSYf4DfoFbbK4Y3JCVLwf2eDG40nNwubMghwzAOGQM/Qoy077puaRUaSWHNpBcWuYc/anOAfXonWNSf2bGsBJpZ4QTiDSQZgubokgBpnVxHh3fHl4hEUIze7yGF0eWf7zTpI2tpAAYjBJ0EO+H18gp4cLdJcebXT8fXzSSQSADGgR3j+F09fGNPipVyGtDRE75OB67+Xkkkga0AANYMMncB0x8fPyULVBLWgCOjXDpnPxSSQNUIL2t7gG8B0fnoPVTcQagHdgZnJ0czI15BMkgnkanu5Dk4gmOWs5qLQDUccspA7ro2Ay9UySB7Lm9xOn9BI19MgVOx54j1HuSNZ55aJJIIWXRx/6A7Hnpqq6Q7jj/V7h5RqDlqkkgamP5Z89n8x1hOP/T+kOPvDyTpIHe3+UMzts/mR4J63sDP7uXe69YTJIFaTLWnFP+XIczzCstJENIM58nDYHWfFMkghedBry1xxGN+83LXnnqgLx4fpuc0nGRp7w3GY8kkkAtq4TpAtHfaDqd+RyJzV1nuJ1JzQ2q/Ccs2iZ3ASSQWWe530quVZ8PMnEwGTn+Ib5Ky1XW51UE1Xgx3YaIz6Z+GqSSIvpUyHYXFz5HdJGojkClRaASxwmdJaSYidMXLNJJEKjoabhzjuucY8J21SSSRH/9k=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9940" name="AutoShape 4" descr="data:image/jpeg;base64,/9j/4AAQSkZJRgABAQAAAQABAAD/2wCEAAkGBhQSERUUExQWFRUVFxQXFBgYFBQUFRYUFRUVFBQUFxUXHCYeFxkkGRQUHy8gIycpLCwsFR4xNTAqNSYrLCkBCQoKDQwNDQ8PFCkYFBgpKSkpKSkpKSkpKSkpKSkpKSkpKSkpKSkpKSkpKSkpKSkpKSkpKSkpKSkpKSkpKSkpKf/AABEIALgA+AMBIgACEQEDEQH/xAAcAAABBQEBAQAAAAAAAAAAAAAEAAECAwUGBwj/xAA/EAABAwEGAwUFBgYCAQUAAAABAAIRAwQFEiExQQZRYRMicYGhMkKRscEHUmLR4fAUI3KCkvEVwhYzNEOjsv/EABYBAQEBAAAAAAAAAAAAAAAAAAABAv/EABcRAQEBAQAAAAAAAAAAAAAAAAABERL/2gAMAwEAAhEDEQA/AOXargqWq4FBY0qSg1TQO0pnJk7swgxi5MStK57kdaC8BwBYJgznr+SE/hjmNwYKzyBiVZZ3AHNENul50Cm26HYohJANMmEfUtIawBgz3O87T+4R1n4Sc4agT6ei6awcBs7MTm46mcjHNaHD2azOqxA1KjbLtex0HyXpthuSjSEMALstBOay+IruB1GY5iEHnr6cIi75DvJNaZaYO3nko2ep3h8EGnjSL02FMUEw9O5yi1OgeUsSZJA5cmlJIoJDRRKSi4oEJSDUgVJAlEhSUYQRe1JScEkALSrWmVU1XAoJhTUGlTCB0pSSlBqcKWctqvfsYA65yU942BjLSY94B0dZMozh50tjkq+JbNgqseJzaZ/tP6oL7JQGqLpWVszCFufvnLNb9Kwga7/BAIySQAFsNs/c7zjHp+qzLwrMpiXGI01zPIAa+Coc2tVAkmiz/wCx30Z6nwRFwv0UngMPe0AAk/DbxVF7vc4EmXOOu+vgtO67lo0xI1PtEnvHxOpQ143lTpOGYGeUmOiK8yvRpxkOEEK+4rvFR5c72WCYEyTsAt7jSjjAqRB0PUIm4rKKdP2Dm3FJGWkkDzQYdoZhcRyO/wC9VUSpVny4k7kn4qsIJtU5VYKmgSSSSBSmJTOTIHnJRlOoFBOVKVWFJA5KdpUU0oJPcmUXFJAGwq0FUAK0ILArAVWFNBIlOCohSQdDwxGZnf6I/iJ1N4bGrJnPIyNPQLmbFaS05FaDq2KG/FB0XDFZrWQRC3KtPH7LgPKVyFO04R4LoLutuJoDf1QT/wCJYx+M953M5kf07N8gh7zvdje7qdgAS4+AGaOtN1vqa1C0bwBPkTp6oejRpUPZGHm45uOe5OqIBoWW0VhkRQZzd3qhHRujfMlO+7KNmOI95273mXHz90eEKwW1z8Ro6DVzsm+XPw+SAddjasmq7tOU+z5N5dUFl6VW12aNwnSBkhrfauzshg7BvLpHoiagEdF0vDNgoV6GbQ8hzmPDgHQ5pygHQQQckI8hxJL2etwVZDrQpjwDgfQoJ32b2V/ste3qHu9AZRXkwKnK9Gtv2VU//jrPB/E1rh6QsC3fZ5aac4Q2oPwuz/xKDmcSaVda7E+kcNRjmHk5pb89VQgdQlTUEDk5KKmoFAlIBRSAQTKZKExCBnFJQeUkA4VocqQVY1BY12asBVQKspsJMDU6IJgqxtEnotGy3cGwXCT6D9VfbKDjhcyS4ZQN+iDLwgbyfJE2UalHXxdZpuYHCCWB+m5JBHkQqabIj1QF0mmM1oXZefZkZeaCpnRSLQUHVf8AIOeO78dkPWsdOmC+r3zr3vZHg3TzOazbJbcAhUW+qa5h5hojuicz1OwRkxvPtSQ2RTB/y/RXmqNtFmWmgdWGD4SD48vFRsNsxEtcIc3USCPEIrQeckR9mt7xbbRQOlSXtH4max4j5IJ5VfD9mwXnQqhw77nNI/sdJQj1/shGing5J4yVVB5gzmQSimqUVW2lIlPWtUA5JqFfugoKLTYGvGF7WuB2IkfArnbd9nlmfOFppk/cJj/EyF1nbgqbXAoPEeIOGatkdDhLD7LwIaeh5HosUr6Hr2Rj2lr2hzTqCJBXnnFP2dAlz7LlGtM/9Dt4FB50XKJVtakWkhwIIJBBEEHlCqQJOEycFA5couKkVAlBB6SZxSQCNcrgVQ1WtQEUqZcQAJOy3rDYezGftHU8ugWlc3D/AGdNrnDvuAPgDmB8ERa7NH0QZFZ7mkA94O05gnQT9F2NwXHhAe/2jMDl+qp4fubLtHifuA9ZzXU06cYckGdfnDwtFINBwvbnTcdM4lrjyOXgvP8Asiwua4FrmmHtORBGx/fVetaIC87lpV/bEOAgOGsbA8wg8zZaFcypOiLv+6xZicfdGoLtCOYO6xrRTqupB1KRMnNpa4jm2dkBF7X0KLcLQHPPlA6nZBXTeVV+TAxg5w+ofLn5lYlmcWvlzZM54sz6rfsvELmbAaImNWlYA7OoS8j70QPBo7o+EqLrPTa/G3LKOWSHZeYfnJPgqauJ56IovtcZy0269VOw5W+ygbOJPmISoMwqi5a+K8mR7pjyyB+aD20KFQQpsOSaoJCAG2t2G/7Kk4QFF7pqf0j1KdxQRxqQdmq4UHuzA6oNRmiCc7vR5jqEXPdWfbXQzF9wg/2zn6FBj8T8JUrW3Fk2oB3Xgejh7wXk163XUoVDTqNwuHwI5g7he6MdnHmFlcScOstdMtIhwzY4atP1HMboPEgU+JEXldz6FR1OoIcPgRsR0QZQWYlFzkwcoOcgT3JKBKSCprlfRdmD1Q7Fp3NYe1qtbqNT4DMoPT6NZtWnI1ESOSOsV14qYqN9vbKcgsc2Q0WNeDn7w2g6LqeHJ7FpI1xGAOZQCXbVmWEQ5pJA6H8lqNClarra7vCGvHsu1jlIGvgVTZqxPdeML+Uggxu0jUICJVNVsokMUjSQY9vsFO0U+zrUxUbMiciD95rtQVn8VXWeyY9re7TEGNmnQnoDv1Wm6occePoOSjeV8ss9ImpmDlh1xSNBzKDy+9atMwD7R3jTxKyW2Oo5xwEzy2/RanZteXDCGiSWCScIOeEE5mFo3Q/s3jE0Obz9747oMKjZKwMFpBGxyR9nY4HvL1Fl22e10RhIkDIj2m9CPouSt3D9SlVFPDJcYYRo7z+aCF0XM+0HC3LLMnQeKVh4fFktoae86WlztMjBMA6BegXDc7aFMAZuObjzP5LD4ksg/i2OzzAnwaURYz7QaOmCodtG/miGcdUCQ3DUk8mg/JyCsnD1I+5A9fijqV2U2uhjQI1O580UYKk5ie8ZzgH0KvVLdTGyu2QVsQ5d/NA8SiaYQFN01vJBo17RACGt9QdjU/od8iqLwtEEflCBvK1xQf8Ai7o/uMINex5sYfwt+SuDsyqrO2GNHJoVzGoOe4s4Wba6eUNqNnA7/qehXklvsL6NR1Oo0tc3UH5jmOq9/axee/atYQOxqAZ95h+bfkUHnKgVNyqJQRcUkzikg6G5OFBUp9pWeWNJyDRJjmeS6y5+G6dnONhc8ubkHADKctOZj/FF3dg7Q02xlBd1On5I6tSIrYoywtjyBHzQRvWlOBm7j3vSfJb1mcWtAAhsQBufyCw8RfWBLS0NE56k7DoJ+S1AXO2hATabH2gzc6RpBgDoB9VjXnctQQ+k4429czzzW1ZwQFcGIMq6OJA89nVHZ1NM8mu8ORW2CqX2dnvtBHVoKsZRn2XDDHiW+HMdEFNqcym1z3QIEuPT8zovOr3qutj5Pdj2G8h+Z5rp+KaNQsa6Zax0uA0M5Yp/eqzP4YMcx40KI5912ubmRota7rkFZuJpg7jVdZaLsbVpmAJIXN3Laexqlp0mCgKsfDVRpllUNI3Eg+iKHEFSllW/mwYYQA0GBBJdGZ28kbe9oLKJc3eAPE6KVG6cVOmD7ogyOYzjqis88b1SQGU2ieeIrWptdUh1TXkBAHRWC7mjbTorJQSxwIAVTnwD1TPqKguxO6BAVSyCte/JUPerm5hAmnJZ9nP84rQcICzqI/mSga2P70wCsa3VcdSnTGmIOPki7xrFtRzTMahZ13MmoXHwCDsqAloVrULYaktRgQJzkBe1107Qw06gkOHwPMHYo4quoRkUHi3E/DL7I+D3mH2HRkehGzunwWC4L3e9TZ6rDTqlrg7LD7RnpGh6oCxcCWQN/wDbg9ahc9xHgTA+CDxJydejcXfZthmpZB1dS182E/8A5+CSAO77U5rsTdfouxu+1NrMh+vQwfEHZcVTZBW9db+SJHVWGwsZu5x5uMlHMpBZFltR3WhTtKmVRUKdMKqk6USWpojUgiFzVS+h2wp03S0HvEaH8I6K69+IKQDmYhs2ZhpJMEDmuGui0RV/fNUekgB7SDoQQQuVtM0yaTvdOR6HRa9K3hokoa+wytSFWnq3J3OOqJRlwW/E3CdtPBZXE924Hiq0ZO9rodUJdlswOB+K62rSbVplp0cEGHZLSKtIMOodTI6jEF0cwuLoU3UqwYT7Lh5tkLsHvkShFzn5IGo7NObXCGNadEU9R6ts7IQ1NpJR7aBhBU56voPVVSiJ116ImhZxzQJ5yWew9/zWx2YhZVrZD5CAS/m5g8wZ8ln2UQFp8QH+UHcjn4HJcTbuJcGTcz8kR29ltmDMxG8mEq/GFBuhLjybn66LzR96vqZvcfDb4Ld4dvSlTd/MYCDvAJHLVFdA/iWtVyo0o6lSpXTWqma1QwfdaYHmdkS/iSiB3c+gGEK6wXo57MUAAzA/DsUF133Qylm0QemZ+JWkAdig6dqcf39Ve22N3dn0MoAryu+s/OlVg7tIAkdHDRJajDi5jrkElMHmlsu9zTMZK668nAKyxX605Py+Sue+niDmuEzmAqNWnUhGUK7SYJz2lY/8SU1V4cNhyI5oOm7QgZLmeNeMDQo4KZh9SQDuB7xCe76ryDmYzXHfaBPbUxByp8ub3ZegQcraKznnE5xJ5kytbhu1k1Idy+qy2Wd50a4/2lF3Yx7Hg4HR4Hmg9SstOW/vkg7ktIFQsPsulpG2assNubgzMGPoufu17u1fPdh0t6jogOt1M0qrmHY5eB0XT3FbsTY5Ln+KKrajG1GwXN7rgCJg6HyzQdwXk5pkggcyCg3OKqWGpTqDQ5Hy/RaRrw2RnmMvFRtbGWikWEgOiROzhof3zWc+iWgYuTTrvlyQGCuXA9FXQqqkWxs8j+SenXH7hErfs4yB6JqluYN58IPlOizX24kBrdI73h4pCm0aaQMtkUTUtYdEesSr2W8gRAQ1GkXTG2auaAEFjrc/kPgqKlVxzKniCaRzQZd6VcTCx0lp1Ex1XA33czaY7SmTh94EyR1ncL0W8KYhctb7N7TTo+Qek5IOMo29reZWjQvBtQhtNri45AZa9PVYL2wSOUj4LqPs/u8utPaFsspg5nTEYgfCUHXXPww9zWGtDYAkDM+ZXUUbMwdVDtwBLnAc5IHqibLhcA4EEbEEEGeqCwMERkpss42AVjWBTL8IkbeH1QVvhoJOUakpkBVxPzfps0ZgdSdymRNebfwknkiaNmcw7RzlDY3H2RKbsnkwTn90ZlFbP/INGpk8hmnsrHVXQBl8vE7fvRU2K5HHN8MHjn5nZbtnvChRae+2WiYBGLLaJQXVwyzUS5x0BGmp5ADdcraLSatTGREAA5DrMzpqfgpW28H1T2jzH3Gaho2iW5nmeoVT6cANHtOOcHL5T/ooItdDS6cz+JvyU3NhrW/e174jrPLX0VrrM4lrQ10NznbyIb+5Uv4d7nklr8hAkETzjuRzQJ1SXtAnu56sPh9FGnWOJz50y0Zt4nwTNsbw1zsDpMwMJJ5aFvyUX2F4YBhdJ/CT1z7nggiaxDD+L+nfprspPZ7DcvPAfUHxT1LA4Fowuga90xl/Z0PxSFmJecnQB93fQ+7nqUE8E1Mg3ujY4dfPr6JqdR0PcJ/yB+euyqayA5xBGsAt8Y1b1Q9a8abGQ4wT0HPnE7IDqI7rZBzBjL5RrkFoitTbkXEDODgJHQQSPDyWdZb0YxzcJMEES04TMQJIzjVWf+U0KboLQSNMpHkT1CJgqgaz/YafGIEeJ+iPp3HWOZe0fEx6Iayccsfk3Cemh+C0KXEzfBDF9iu+rTMirBOvdn5opt3/AHnE5REAIUX60qDr7CA02Rg5nxKnTpNGgWO6+wqv+aPRFa9qsgcuavi73Nz1GWiIr346MvTNYte9nv1nDMQQRI1OZ2QZNW7aUn+WJLjJlwiTJMT4rXs9jeWYGONKmJhrO5ruXDMrPsL+1qFw9kGBpmcpK27RaRTZJQY1bh5k5txHmXOcfUqdiomzmaLnUj+FxjzacitSm4ugqw2drtYRBt1cf4YbbAG7CswHBP426sPXRdPUtoMAGQYdOuRzB+S88vC68QIGYK3OErS59Dsne3ROA9WHNh+HyQ1vBrqhmcLfUlJEsdkkjLyazOc0ZvJnQd0eExCPZaXgBrXYSfu4G+o+qEpZHEZxH2Ry9dUU2WjOcTujv3yRtZWs4qENMv3OIl3zcR/tbth4TaQ091jdYa2Cehzj/axPZECC467884Lf3mj7LeVSlDGOnnMFo9MuaDpaXD9EEEgkjSXOj4SjG2VrdGtHWBPx1WHS4pzwlk8yHRH0RLOJmEkBj8t5bHzQa8JQsqnxLSM5PAG/d16ZphxPSwl2F8CdQ0THLNBrJALI/wDKKWHFhfH9snONJTVOKaYaDgfntLJ+f7yQa5CkwLCtXFQaBhpSTzcMvJue6FtHFVSQGtYJ8XD1KDpoTWiwMeIcBC5OrxDXLwA8AamGjx1woS0W2pVfDnucGjQkkacojU8kG87h+hiM1QOmJkjdCC77DidmXEZEhod8DELDY2Xuy0yGXUdOQ6KNl0ccz4YuRO0oFaaLCXGk1rQJ9prZORPujL9VCzNkYnOj+kA7xoSEqOVM+fPkNsKWE9n+/vDp9UGqzsWtDnGqZjRjG6+JKur2ig2IZUdP3nho2Gw6+ixajP5YMDbl+Ifdn1Vlob3Wnw08AfuhAc+1NDwBSbBG5e8zB/EBrKlQvJ2NwDWAaiKQBiR47FA2nJzT1PI7/wBPVOacVBlqI0GunKOSC6peD3seHuJAmdQNDsIGo3nVYd52nDS1gnujzP6q29Q7tAwABr8ycstDyWVxW4N7IAzBkoOkuSgGsEbD/autLMbg3YQT1Oy5Gx8Rmm3ZwjIaFdXddpDmBx1dmUBRyb1UKDSB3jJOZUS8OfAI7uvjsmqOkwTEmPJEWU68zAMDfmqbBaatC09uabv4dzcNR4EgYSYf4DfoFbbK4Y3JCVLwf2eDG40nNwubMghwzAOGQM/Qoy077puaRUaSWHNpBcWuYc/anOAfXonWNSf2bGsBJpZ4QTiDSQZgubokgBpnVxHh3fHl4hEUIze7yGF0eWf7zTpI2tpAAYjBJ0EO+H18gp4cLdJcebXT8fXzSSQSADGgR3j+F09fGNPipVyGtDRE75OB67+Xkkkga0AANYMMncB0x8fPyULVBLWgCOjXDpnPxSSQNUIL2t7gG8B0fnoPVTcQagHdgZnJ0czI15BMkgnkanu5Dk4gmOWs5qLQDUccspA7ro2Ay9UySB7Lm9xOn9BI19MgVOx54j1HuSNZ55aJJIIWXRx/6A7Hnpqq6Q7jj/V7h5RqDlqkkgamP5Z89n8x1hOP/T+kOPvDyTpIHe3+UMzts/mR4J63sDP7uXe69YTJIFaTLWnFP+XIczzCstJENIM58nDYHWfFMkghedBry1xxGN+83LXnnqgLx4fpuc0nGRp7w3GY8kkkAtq4TpAtHfaDqd+RyJzV1nuJ1JzQ2q/Ccs2iZ3ASSQWWe530quVZ8PMnEwGTn+Ib5Ky1XW51UE1Xgx3YaIz6Z+GqSSIvpUyHYXFz5HdJGojkClRaASxwmdJaSYidMXLNJJEKjoabhzjuucY8J21SSSRH/9k=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3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B63663D3-7F22-4EDA-93C9-D096C6C5C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8473EF7-5FA0-4FD2-8C41-5AB04D0B7A92}"/>
              </a:ext>
            </a:extLst>
          </p:cNvPr>
          <p:cNvSpPr txBox="1"/>
          <p:nvPr/>
        </p:nvSpPr>
        <p:spPr>
          <a:xfrm>
            <a:off x="3646099" y="253043"/>
            <a:ext cx="492855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AU" sz="2800" b="1">
                <a:ea typeface="+mn-lt"/>
                <a:cs typeface="+mn-lt"/>
              </a:rPr>
              <a:t>Wrap-up</a:t>
            </a:r>
            <a:endParaRPr lang="en-AU">
              <a:cs typeface="Calibri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34DB00C-18D5-4E09-8282-62BB63EA1769}"/>
              </a:ext>
            </a:extLst>
          </p:cNvPr>
          <p:cNvSpPr/>
          <p:nvPr/>
        </p:nvSpPr>
        <p:spPr>
          <a:xfrm>
            <a:off x="103518" y="10064"/>
            <a:ext cx="11976337" cy="21565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" name="Imagem 6" descr="Uma imagem contendo água, campo&#10;&#10;Descrição gerada automaticamente">
            <a:extLst>
              <a:ext uri="{FF2B5EF4-FFF2-40B4-BE49-F238E27FC236}">
                <a16:creationId xmlns:a16="http://schemas.microsoft.com/office/drawing/2014/main" id="{38D925A8-AA34-499D-9FAB-3D5BF6B259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380000">
            <a:off x="8031193" y="2636484"/>
            <a:ext cx="2743200" cy="1268730"/>
          </a:xfrm>
          <a:prstGeom prst="rect">
            <a:avLst/>
          </a:prstGeom>
        </p:spPr>
      </p:pic>
      <p:pic>
        <p:nvPicPr>
          <p:cNvPr id="7" name="Imagem 7">
            <a:extLst>
              <a:ext uri="{FF2B5EF4-FFF2-40B4-BE49-F238E27FC236}">
                <a16:creationId xmlns:a16="http://schemas.microsoft.com/office/drawing/2014/main" id="{3D1B892B-A210-4289-80DA-85D5658C06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5822189"/>
            <a:ext cx="2743200" cy="964567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B5003E1D-5370-45E8-A959-80F85465F46B}"/>
              </a:ext>
            </a:extLst>
          </p:cNvPr>
          <p:cNvSpPr txBox="1"/>
          <p:nvPr/>
        </p:nvSpPr>
        <p:spPr>
          <a:xfrm>
            <a:off x="253041" y="1446363"/>
            <a:ext cx="11700294" cy="43027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90000"/>
              </a:lnSpc>
              <a:spcBef>
                <a:spcPts val="750"/>
              </a:spcBef>
              <a:buFont typeface="Arial"/>
              <a:buChar char="•"/>
            </a:pPr>
            <a:r>
              <a:rPr lang="pt-BR" sz="2100" b="1" dirty="0">
                <a:ea typeface="+mn-lt"/>
                <a:cs typeface="+mn-lt"/>
              </a:rPr>
              <a:t>Computação em nuvem</a:t>
            </a:r>
            <a:br>
              <a:rPr lang="pt-BR" sz="2100" b="1" dirty="0">
                <a:ea typeface="+mn-lt"/>
                <a:cs typeface="+mn-lt"/>
              </a:rPr>
            </a:br>
            <a:br>
              <a:rPr lang="pt-BR" sz="2100" b="1" dirty="0">
                <a:ea typeface="+mn-lt"/>
                <a:cs typeface="+mn-lt"/>
              </a:rPr>
            </a:br>
            <a:r>
              <a:rPr lang="pt-BR" sz="2100" dirty="0">
                <a:ea typeface="+mn-lt"/>
                <a:cs typeface="+mn-lt"/>
              </a:rPr>
              <a:t>=&gt;</a:t>
            </a:r>
            <a:r>
              <a:rPr lang="pt-BR" sz="2000" dirty="0">
                <a:ea typeface="+mn-lt"/>
                <a:cs typeface="+mn-lt"/>
              </a:rPr>
              <a:t> Introdução</a:t>
            </a:r>
            <a:br>
              <a:rPr lang="pt-BR" sz="2000" dirty="0">
                <a:ea typeface="+mn-lt"/>
                <a:cs typeface="+mn-lt"/>
              </a:rPr>
            </a:br>
            <a:br>
              <a:rPr lang="pt-BR" sz="2000" dirty="0">
                <a:ea typeface="+mn-lt"/>
                <a:cs typeface="+mn-lt"/>
              </a:rPr>
            </a:br>
            <a:r>
              <a:rPr lang="pt-BR" sz="2100" dirty="0">
                <a:ea typeface="+mn-lt"/>
                <a:cs typeface="+mn-lt"/>
              </a:rPr>
              <a:t>=&gt; Características</a:t>
            </a:r>
            <a:br>
              <a:rPr lang="pt-BR" sz="2100" dirty="0">
                <a:ea typeface="+mn-lt"/>
                <a:cs typeface="+mn-lt"/>
              </a:rPr>
            </a:b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=&gt; Modelos de Serviço</a:t>
            </a:r>
            <a:br>
              <a:rPr lang="pt-BR" sz="2000" i="1" dirty="0">
                <a:ea typeface="+mn-lt"/>
                <a:cs typeface="+mn-lt"/>
              </a:rPr>
            </a:br>
            <a:br>
              <a:rPr lang="pt-BR" sz="2000" i="1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=&gt; Tipos de Nuvens</a:t>
            </a:r>
            <a:br>
              <a:rPr lang="pt-BR" sz="2000" dirty="0">
                <a:ea typeface="+mn-lt"/>
                <a:cs typeface="+mn-lt"/>
              </a:rPr>
            </a:b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=&gt; Vantagens </a:t>
            </a:r>
            <a:br>
              <a:rPr lang="pt-BR" sz="2000" dirty="0">
                <a:ea typeface="+mn-lt"/>
                <a:cs typeface="+mn-lt"/>
              </a:rPr>
            </a:b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=&gt; Desvantagens </a:t>
            </a:r>
            <a:br>
              <a:rPr lang="pt-BR" sz="2000" dirty="0">
                <a:ea typeface="+mn-lt"/>
                <a:cs typeface="+mn-lt"/>
              </a:rPr>
            </a:br>
            <a:br>
              <a:rPr lang="pt-BR" sz="2000" dirty="0">
                <a:ea typeface="+mn-lt"/>
                <a:cs typeface="+mn-lt"/>
              </a:rPr>
            </a:br>
            <a:r>
              <a:rPr lang="pt-BR" sz="2000" dirty="0">
                <a:ea typeface="+mn-lt"/>
                <a:cs typeface="+mn-lt"/>
              </a:rPr>
              <a:t>=&gt; Conclusão</a:t>
            </a:r>
          </a:p>
        </p:txBody>
      </p:sp>
    </p:spTree>
    <p:extLst>
      <p:ext uri="{BB962C8B-B14F-4D97-AF65-F5344CB8AC3E}">
        <p14:creationId xmlns:p14="http://schemas.microsoft.com/office/powerpoint/2010/main" val="32665056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0C22CAF-7658-453A-A95D-424154294C89}"/>
              </a:ext>
            </a:extLst>
          </p:cNvPr>
          <p:cNvSpPr txBox="1"/>
          <p:nvPr/>
        </p:nvSpPr>
        <p:spPr>
          <a:xfrm>
            <a:off x="641231" y="2539042"/>
            <a:ext cx="1092391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200"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121C3C-328D-469F-99DD-B1DA32E3FD0D}"/>
              </a:ext>
            </a:extLst>
          </p:cNvPr>
          <p:cNvSpPr txBox="1"/>
          <p:nvPr/>
        </p:nvSpPr>
        <p:spPr>
          <a:xfrm>
            <a:off x="641230" y="396815"/>
            <a:ext cx="10923916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3000" dirty="0">
                <a:ea typeface="+mn-lt"/>
                <a:cs typeface="+mn-lt"/>
              </a:rPr>
              <a:t>Referências</a:t>
            </a:r>
            <a:r>
              <a:rPr lang="pt-BR" sz="3000" b="1" dirty="0">
                <a:ea typeface="+mn-lt"/>
                <a:cs typeface="+mn-lt"/>
              </a:rPr>
              <a:t> </a:t>
            </a:r>
            <a:endParaRPr lang="pt-BR" sz="3000" b="1" dirty="0"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365182-1347-4B38-9A11-A47AF08BDDA5}"/>
              </a:ext>
            </a:extLst>
          </p:cNvPr>
          <p:cNvSpPr txBox="1"/>
          <p:nvPr/>
        </p:nvSpPr>
        <p:spPr>
          <a:xfrm>
            <a:off x="353683" y="2122098"/>
            <a:ext cx="11499010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b="1" dirty="0" err="1">
                <a:ea typeface="+mn-lt"/>
                <a:cs typeface="+mn-lt"/>
              </a:rPr>
              <a:t>Referências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Básicas</a:t>
            </a:r>
            <a:endParaRPr lang="pt-BR" b="1" dirty="0" err="1"/>
          </a:p>
          <a:p>
            <a:pPr algn="just"/>
            <a:r>
              <a:rPr lang="en-US" dirty="0" err="1">
                <a:ea typeface="+mn-lt"/>
                <a:cs typeface="+mn-lt"/>
              </a:rPr>
              <a:t>Livro</a:t>
            </a:r>
            <a:r>
              <a:rPr lang="en-US" dirty="0">
                <a:ea typeface="+mn-lt"/>
                <a:cs typeface="+mn-lt"/>
              </a:rPr>
              <a:t> DEITEL, Harvey M.; DEITEL, Paul J.; CHOFFNES, David R. Sistemas </a:t>
            </a:r>
            <a:r>
              <a:rPr lang="en-US" dirty="0" err="1">
                <a:ea typeface="+mn-lt"/>
                <a:cs typeface="+mn-lt"/>
              </a:rPr>
              <a:t>Operacionais</a:t>
            </a:r>
            <a:r>
              <a:rPr lang="en-US" dirty="0">
                <a:ea typeface="+mn-lt"/>
                <a:cs typeface="+mn-lt"/>
              </a:rPr>
              <a:t>. 3ª </a:t>
            </a:r>
            <a:r>
              <a:rPr lang="en-US" dirty="0" err="1">
                <a:ea typeface="+mn-lt"/>
                <a:cs typeface="+mn-lt"/>
              </a:rPr>
              <a:t>Edição</a:t>
            </a:r>
            <a:r>
              <a:rPr lang="en-US" dirty="0">
                <a:ea typeface="+mn-lt"/>
                <a:cs typeface="+mn-lt"/>
              </a:rPr>
              <a:t>. São Paulo: Pearson Prentice Hall, 2005.</a:t>
            </a:r>
            <a:endParaRPr lang="en-US" dirty="0">
              <a:cs typeface="Calibri"/>
            </a:endParaRPr>
          </a:p>
          <a:p>
            <a:pPr algn="just"/>
            <a:r>
              <a:rPr lang="en-US" dirty="0" err="1">
                <a:ea typeface="+mn-lt"/>
                <a:cs typeface="+mn-lt"/>
              </a:rPr>
              <a:t>Livro</a:t>
            </a:r>
            <a:r>
              <a:rPr lang="en-US" dirty="0">
                <a:ea typeface="+mn-lt"/>
                <a:cs typeface="+mn-lt"/>
              </a:rPr>
              <a:t> GONÇALVES FILHO, </a:t>
            </a:r>
            <a:r>
              <a:rPr lang="en-US" dirty="0" err="1">
                <a:ea typeface="+mn-lt"/>
                <a:cs typeface="+mn-lt"/>
              </a:rPr>
              <a:t>Aurélio</a:t>
            </a:r>
            <a:r>
              <a:rPr lang="en-US" dirty="0">
                <a:ea typeface="+mn-lt"/>
                <a:cs typeface="+mn-lt"/>
              </a:rPr>
              <a:t>; BAROLLI, Elisabeth. </a:t>
            </a:r>
            <a:r>
              <a:rPr lang="en-US" dirty="0" err="1">
                <a:ea typeface="+mn-lt"/>
                <a:cs typeface="+mn-lt"/>
              </a:rPr>
              <a:t>Instalação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elétrica</a:t>
            </a:r>
            <a:r>
              <a:rPr lang="en-US" dirty="0">
                <a:ea typeface="+mn-lt"/>
                <a:cs typeface="+mn-lt"/>
              </a:rPr>
              <a:t>: </a:t>
            </a:r>
            <a:r>
              <a:rPr lang="en-US" dirty="0" err="1">
                <a:ea typeface="+mn-lt"/>
                <a:cs typeface="+mn-lt"/>
              </a:rPr>
              <a:t>investigando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aprendendo</a:t>
            </a:r>
            <a:r>
              <a:rPr lang="en-US" dirty="0">
                <a:ea typeface="+mn-lt"/>
                <a:cs typeface="+mn-lt"/>
              </a:rPr>
              <a:t>. 5ª. ed. São Paulo, SP: Scipione, 1997.</a:t>
            </a:r>
            <a:endParaRPr lang="en-US">
              <a:cs typeface="Calibri"/>
            </a:endParaRPr>
          </a:p>
          <a:p>
            <a:pPr algn="just"/>
            <a:r>
              <a:rPr lang="en-US" dirty="0" err="1">
                <a:ea typeface="+mn-lt"/>
                <a:cs typeface="+mn-lt"/>
              </a:rPr>
              <a:t>Livro</a:t>
            </a:r>
            <a:r>
              <a:rPr lang="en-US" dirty="0">
                <a:ea typeface="+mn-lt"/>
                <a:cs typeface="+mn-lt"/>
              </a:rPr>
              <a:t> MACHADO, Francis B.; MAIA, Luiz Paulo. </a:t>
            </a:r>
            <a:r>
              <a:rPr lang="en-US" dirty="0" err="1">
                <a:ea typeface="+mn-lt"/>
                <a:cs typeface="+mn-lt"/>
              </a:rPr>
              <a:t>Arquitetura</a:t>
            </a:r>
            <a:r>
              <a:rPr lang="en-US" dirty="0">
                <a:ea typeface="+mn-lt"/>
                <a:cs typeface="+mn-lt"/>
              </a:rPr>
              <a:t> de Sistemas </a:t>
            </a:r>
            <a:r>
              <a:rPr lang="en-US" dirty="0" err="1">
                <a:ea typeface="+mn-lt"/>
                <a:cs typeface="+mn-lt"/>
              </a:rPr>
              <a:t>Operacionais</a:t>
            </a:r>
            <a:r>
              <a:rPr lang="en-US" dirty="0">
                <a:ea typeface="+mn-lt"/>
                <a:cs typeface="+mn-lt"/>
              </a:rPr>
              <a:t>. 5ª </a:t>
            </a:r>
            <a:r>
              <a:rPr lang="en-US" dirty="0" err="1">
                <a:ea typeface="+mn-lt"/>
                <a:cs typeface="+mn-lt"/>
              </a:rPr>
              <a:t>Edição</a:t>
            </a:r>
            <a:r>
              <a:rPr lang="en-US" dirty="0">
                <a:ea typeface="+mn-lt"/>
                <a:cs typeface="+mn-lt"/>
              </a:rPr>
              <a:t>. Rio de Janeiro: Editora </a:t>
            </a:r>
            <a:r>
              <a:rPr lang="en-US" dirty="0" err="1">
                <a:ea typeface="+mn-lt"/>
                <a:cs typeface="+mn-lt"/>
              </a:rPr>
              <a:t>Livros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Técnicos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Científicos</a:t>
            </a:r>
            <a:r>
              <a:rPr lang="en-US" dirty="0">
                <a:ea typeface="+mn-lt"/>
                <a:cs typeface="+mn-lt"/>
              </a:rPr>
              <a:t>, 2013.</a:t>
            </a:r>
          </a:p>
          <a:p>
            <a:pPr algn="just"/>
            <a:r>
              <a:rPr lang="en-US" dirty="0" err="1">
                <a:ea typeface="+mn-lt"/>
                <a:cs typeface="+mn-lt"/>
              </a:rPr>
              <a:t>Livro</a:t>
            </a:r>
            <a:r>
              <a:rPr lang="en-US" dirty="0">
                <a:ea typeface="+mn-lt"/>
                <a:cs typeface="+mn-lt"/>
              </a:rPr>
              <a:t> PATTERSON, David A; HENNESSY, John L. </a:t>
            </a:r>
            <a:r>
              <a:rPr lang="en-US" dirty="0" err="1">
                <a:ea typeface="+mn-lt"/>
                <a:cs typeface="+mn-lt"/>
              </a:rPr>
              <a:t>Organização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projeto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computadores</a:t>
            </a:r>
            <a:r>
              <a:rPr lang="en-US" dirty="0">
                <a:ea typeface="+mn-lt"/>
                <a:cs typeface="+mn-lt"/>
              </a:rPr>
              <a:t>. 3ª. ed. Rio de Janeiro: Elsevier, Campus, 2005.</a:t>
            </a:r>
            <a:endParaRPr lang="en-US" dirty="0">
              <a:cs typeface="Calibri"/>
            </a:endParaRPr>
          </a:p>
          <a:p>
            <a:pPr algn="just"/>
            <a:r>
              <a:rPr lang="en-US" dirty="0" err="1">
                <a:ea typeface="+mn-lt"/>
                <a:cs typeface="+mn-lt"/>
              </a:rPr>
              <a:t>Livro</a:t>
            </a:r>
            <a:r>
              <a:rPr lang="en-US" dirty="0">
                <a:ea typeface="+mn-lt"/>
                <a:cs typeface="+mn-lt"/>
              </a:rPr>
              <a:t> STALLINGS, William. </a:t>
            </a:r>
            <a:r>
              <a:rPr lang="en-US" dirty="0" err="1">
                <a:ea typeface="+mn-lt"/>
                <a:cs typeface="+mn-lt"/>
              </a:rPr>
              <a:t>Arquitetura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organização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computadores</a:t>
            </a:r>
            <a:r>
              <a:rPr lang="en-US" dirty="0">
                <a:ea typeface="+mn-lt"/>
                <a:cs typeface="+mn-lt"/>
              </a:rPr>
              <a:t>. 8. ed. São Paulo: Pearson Prentice Hall, 2010.</a:t>
            </a:r>
          </a:p>
          <a:p>
            <a:pPr algn="just"/>
            <a:r>
              <a:rPr lang="en-US" dirty="0" err="1">
                <a:ea typeface="+mn-lt"/>
                <a:cs typeface="+mn-lt"/>
              </a:rPr>
              <a:t>Livro</a:t>
            </a:r>
            <a:r>
              <a:rPr lang="en-US" dirty="0">
                <a:ea typeface="+mn-lt"/>
                <a:cs typeface="+mn-lt"/>
              </a:rPr>
              <a:t> TANENBAUM, Andrew S. Sistemas </a:t>
            </a:r>
            <a:r>
              <a:rPr lang="en-US" dirty="0" err="1">
                <a:ea typeface="+mn-lt"/>
                <a:cs typeface="+mn-lt"/>
              </a:rPr>
              <a:t>operacionais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modernos</a:t>
            </a:r>
            <a:r>
              <a:rPr lang="en-US" dirty="0">
                <a:ea typeface="+mn-lt"/>
                <a:cs typeface="+mn-lt"/>
              </a:rPr>
              <a:t>. 3ª. ed. São Paulo: Pearson Prentice Hall, 2010</a:t>
            </a:r>
            <a:endParaRPr lang="en-US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103E2AB-69E9-40D5-9985-B98BB61694C2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14284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4" descr="Uma imagem contendo faca, mesa&#10;&#10;Descrição gerada com muito alta confiança">
            <a:extLst>
              <a:ext uri="{FF2B5EF4-FFF2-40B4-BE49-F238E27FC236}">
                <a16:creationId xmlns:a16="http://schemas.microsoft.com/office/drawing/2014/main" id="{E085A284-484B-456B-B4E2-7488A6570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6" y="214865"/>
            <a:ext cx="2743200" cy="9073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0C22CAF-7658-453A-A95D-424154294C89}"/>
              </a:ext>
            </a:extLst>
          </p:cNvPr>
          <p:cNvSpPr txBox="1"/>
          <p:nvPr/>
        </p:nvSpPr>
        <p:spPr>
          <a:xfrm>
            <a:off x="641231" y="2539042"/>
            <a:ext cx="1092391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sz="2200"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121C3C-328D-469F-99DD-B1DA32E3FD0D}"/>
              </a:ext>
            </a:extLst>
          </p:cNvPr>
          <p:cNvSpPr txBox="1"/>
          <p:nvPr/>
        </p:nvSpPr>
        <p:spPr>
          <a:xfrm>
            <a:off x="641230" y="396815"/>
            <a:ext cx="10923916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3000" dirty="0">
                <a:ea typeface="+mn-lt"/>
                <a:cs typeface="+mn-lt"/>
              </a:rPr>
              <a:t>Referências</a:t>
            </a:r>
            <a:r>
              <a:rPr lang="pt-BR" sz="3000" b="1" dirty="0">
                <a:ea typeface="+mn-lt"/>
                <a:cs typeface="+mn-lt"/>
              </a:rPr>
              <a:t> </a:t>
            </a:r>
            <a:endParaRPr lang="pt-BR" sz="3000" b="1" dirty="0"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365182-1347-4B38-9A11-A47AF08BDDA5}"/>
              </a:ext>
            </a:extLst>
          </p:cNvPr>
          <p:cNvSpPr txBox="1"/>
          <p:nvPr/>
        </p:nvSpPr>
        <p:spPr>
          <a:xfrm>
            <a:off x="353683" y="1863305"/>
            <a:ext cx="11499010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b="1" err="1">
                <a:ea typeface="+mn-lt"/>
                <a:cs typeface="+mn-lt"/>
              </a:rPr>
              <a:t>Referências</a:t>
            </a:r>
            <a:r>
              <a:rPr lang="en-US" b="1" dirty="0">
                <a:ea typeface="+mn-lt"/>
                <a:cs typeface="+mn-lt"/>
              </a:rPr>
              <a:t> </a:t>
            </a:r>
            <a:r>
              <a:rPr lang="en-US" b="1" err="1">
                <a:ea typeface="+mn-lt"/>
                <a:cs typeface="+mn-lt"/>
              </a:rPr>
              <a:t>Complementares</a:t>
            </a:r>
            <a:endParaRPr lang="en-US" err="1">
              <a:ea typeface="+mn-lt"/>
              <a:cs typeface="+mn-lt"/>
            </a:endParaRPr>
          </a:p>
          <a:p>
            <a:pPr algn="just"/>
            <a:r>
              <a:rPr lang="en-US" dirty="0">
                <a:ea typeface="+mn-lt"/>
                <a:cs typeface="+mn-lt"/>
              </a:rPr>
              <a:t>AHO, Alfred V. </a:t>
            </a:r>
            <a:r>
              <a:rPr lang="en-US" err="1">
                <a:ea typeface="+mn-lt"/>
                <a:cs typeface="+mn-lt"/>
              </a:rPr>
              <a:t>Compiladores</a:t>
            </a:r>
            <a:r>
              <a:rPr lang="en-US" dirty="0">
                <a:ea typeface="+mn-lt"/>
                <a:cs typeface="+mn-lt"/>
              </a:rPr>
              <a:t>: </a:t>
            </a:r>
            <a:r>
              <a:rPr lang="en-US" err="1">
                <a:ea typeface="+mn-lt"/>
                <a:cs typeface="+mn-lt"/>
              </a:rPr>
              <a:t>princípios</a:t>
            </a:r>
            <a:r>
              <a:rPr lang="en-US" dirty="0">
                <a:ea typeface="+mn-lt"/>
                <a:cs typeface="+mn-lt"/>
              </a:rPr>
              <a:t>, </a:t>
            </a:r>
            <a:r>
              <a:rPr lang="en-US" err="1">
                <a:ea typeface="+mn-lt"/>
                <a:cs typeface="+mn-lt"/>
              </a:rPr>
              <a:t>técnicas</a:t>
            </a:r>
            <a:r>
              <a:rPr lang="en-US" dirty="0">
                <a:ea typeface="+mn-lt"/>
                <a:cs typeface="+mn-lt"/>
              </a:rPr>
              <a:t> e ferramentas. 2ª. ed. São Paulo, SP: Pearson Addison Wesley, 2008.</a:t>
            </a:r>
          </a:p>
          <a:p>
            <a:pPr algn="just"/>
            <a:r>
              <a:rPr lang="en-US" dirty="0">
                <a:ea typeface="+mn-lt"/>
                <a:cs typeface="+mn-lt"/>
              </a:rPr>
              <a:t>DAGHLIAN, Jacob. </a:t>
            </a:r>
            <a:r>
              <a:rPr lang="en-US" err="1">
                <a:ea typeface="+mn-lt"/>
                <a:cs typeface="+mn-lt"/>
              </a:rPr>
              <a:t>Lógica</a:t>
            </a:r>
            <a:r>
              <a:rPr lang="en-US" dirty="0">
                <a:ea typeface="+mn-lt"/>
                <a:cs typeface="+mn-lt"/>
              </a:rPr>
              <a:t> e </a:t>
            </a:r>
            <a:r>
              <a:rPr lang="en-US" err="1">
                <a:ea typeface="+mn-lt"/>
                <a:cs typeface="+mn-lt"/>
              </a:rPr>
              <a:t>álgebra</a:t>
            </a:r>
            <a:r>
              <a:rPr lang="en-US" dirty="0">
                <a:ea typeface="+mn-lt"/>
                <a:cs typeface="+mn-lt"/>
              </a:rPr>
              <a:t> de Boole. 4ª. ed. São Paulo: Atlas, 2006.</a:t>
            </a:r>
          </a:p>
          <a:p>
            <a:pPr algn="just"/>
            <a:r>
              <a:rPr lang="en-US" dirty="0">
                <a:ea typeface="+mn-lt"/>
                <a:cs typeface="+mn-lt"/>
              </a:rPr>
              <a:t>KANNO, A. </a:t>
            </a:r>
            <a:r>
              <a:rPr lang="en-US" err="1">
                <a:ea typeface="+mn-lt"/>
                <a:cs typeface="+mn-lt"/>
              </a:rPr>
              <a:t>Eletrônica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err="1">
                <a:ea typeface="+mn-lt"/>
                <a:cs typeface="+mn-lt"/>
              </a:rPr>
              <a:t>básica</a:t>
            </a:r>
            <a:r>
              <a:rPr lang="en-US" dirty="0">
                <a:ea typeface="+mn-lt"/>
                <a:cs typeface="+mn-lt"/>
              </a:rPr>
              <a:t> para </a:t>
            </a:r>
            <a:r>
              <a:rPr lang="en-US" err="1">
                <a:ea typeface="+mn-lt"/>
                <a:cs typeface="+mn-lt"/>
              </a:rPr>
              <a:t>principiantes</a:t>
            </a:r>
            <a:r>
              <a:rPr lang="en-US" dirty="0">
                <a:ea typeface="+mn-lt"/>
                <a:cs typeface="+mn-lt"/>
              </a:rPr>
              <a:t>. São Paulo: Eltec, 2002.</a:t>
            </a:r>
          </a:p>
          <a:p>
            <a:pPr algn="just"/>
            <a:r>
              <a:rPr lang="en-US" dirty="0">
                <a:ea typeface="+mn-lt"/>
                <a:cs typeface="+mn-lt"/>
              </a:rPr>
              <a:t>MONTEIRO, Mário A. (Mario Antônio). </a:t>
            </a:r>
            <a:r>
              <a:rPr lang="en-US" err="1">
                <a:ea typeface="+mn-lt"/>
                <a:cs typeface="+mn-lt"/>
              </a:rPr>
              <a:t>Introdução</a:t>
            </a:r>
            <a:r>
              <a:rPr lang="en-US" dirty="0">
                <a:ea typeface="+mn-lt"/>
                <a:cs typeface="+mn-lt"/>
              </a:rPr>
              <a:t> à </a:t>
            </a:r>
            <a:r>
              <a:rPr lang="en-US" err="1">
                <a:ea typeface="+mn-lt"/>
                <a:cs typeface="+mn-lt"/>
              </a:rPr>
              <a:t>organização</a:t>
            </a:r>
            <a:r>
              <a:rPr lang="en-US" dirty="0">
                <a:ea typeface="+mn-lt"/>
                <a:cs typeface="+mn-lt"/>
              </a:rPr>
              <a:t> de </a:t>
            </a:r>
            <a:r>
              <a:rPr lang="en-US" err="1">
                <a:ea typeface="+mn-lt"/>
                <a:cs typeface="+mn-lt"/>
              </a:rPr>
              <a:t>computadores</a:t>
            </a:r>
            <a:r>
              <a:rPr lang="en-US" dirty="0">
                <a:ea typeface="+mn-lt"/>
                <a:cs typeface="+mn-lt"/>
              </a:rPr>
              <a:t>. 5ª. ed. Rio de Janeiro: </a:t>
            </a:r>
            <a:r>
              <a:rPr lang="en-US" err="1">
                <a:ea typeface="+mn-lt"/>
                <a:cs typeface="+mn-lt"/>
              </a:rPr>
              <a:t>Livros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err="1">
                <a:ea typeface="+mn-lt"/>
                <a:cs typeface="+mn-lt"/>
              </a:rPr>
              <a:t>Técnicos</a:t>
            </a:r>
            <a:r>
              <a:rPr lang="en-US" dirty="0">
                <a:ea typeface="+mn-lt"/>
                <a:cs typeface="+mn-lt"/>
              </a:rPr>
              <a:t> e </a:t>
            </a:r>
            <a:r>
              <a:rPr lang="en-US" err="1">
                <a:ea typeface="+mn-lt"/>
                <a:cs typeface="+mn-lt"/>
              </a:rPr>
              <a:t>Científicos</a:t>
            </a:r>
            <a:r>
              <a:rPr lang="en-US" dirty="0">
                <a:ea typeface="+mn-lt"/>
                <a:cs typeface="+mn-lt"/>
              </a:rPr>
              <a:t>, 2007.</a:t>
            </a:r>
          </a:p>
          <a:p>
            <a:pPr algn="just"/>
            <a:r>
              <a:rPr lang="en-US" dirty="0">
                <a:ea typeface="+mn-lt"/>
                <a:cs typeface="+mn-lt"/>
              </a:rPr>
              <a:t>NEGUS, Christopher. Linux: a </a:t>
            </a:r>
            <a:r>
              <a:rPr lang="en-US" err="1">
                <a:ea typeface="+mn-lt"/>
                <a:cs typeface="+mn-lt"/>
              </a:rPr>
              <a:t>bíblia</a:t>
            </a:r>
            <a:r>
              <a:rPr lang="en-US" dirty="0">
                <a:ea typeface="+mn-lt"/>
                <a:cs typeface="+mn-lt"/>
              </a:rPr>
              <a:t> boot up Ubuntu, Fedora, </a:t>
            </a:r>
            <a:r>
              <a:rPr lang="en-US" err="1">
                <a:ea typeface="+mn-lt"/>
                <a:cs typeface="+mn-lt"/>
              </a:rPr>
              <a:t>Knippix</a:t>
            </a:r>
            <a:r>
              <a:rPr lang="en-US" dirty="0">
                <a:ea typeface="+mn-lt"/>
                <a:cs typeface="+mn-lt"/>
              </a:rPr>
              <a:t>, Debian, Suse e </a:t>
            </a:r>
            <a:r>
              <a:rPr lang="en-US" err="1">
                <a:ea typeface="+mn-lt"/>
                <a:cs typeface="+mn-lt"/>
              </a:rPr>
              <a:t>outras</a:t>
            </a:r>
            <a:r>
              <a:rPr lang="en-US" dirty="0">
                <a:ea typeface="+mn-lt"/>
                <a:cs typeface="+mn-lt"/>
              </a:rPr>
              <a:t>. Rio de Janeiro: Alta Books, 2008.</a:t>
            </a:r>
          </a:p>
          <a:p>
            <a:pPr algn="just"/>
            <a:r>
              <a:rPr lang="en-US" dirty="0">
                <a:ea typeface="+mn-lt"/>
                <a:cs typeface="+mn-lt"/>
              </a:rPr>
              <a:t>OLIVEIRA, </a:t>
            </a:r>
            <a:r>
              <a:rPr lang="en-US" err="1">
                <a:ea typeface="+mn-lt"/>
                <a:cs typeface="+mn-lt"/>
              </a:rPr>
              <a:t>Rômulo</a:t>
            </a:r>
            <a:r>
              <a:rPr lang="en-US" dirty="0">
                <a:ea typeface="+mn-lt"/>
                <a:cs typeface="+mn-lt"/>
              </a:rPr>
              <a:t> Silva de; CARISSIMI, Alexandre da Silva; TOSCANI, </a:t>
            </a:r>
            <a:r>
              <a:rPr lang="en-US" err="1">
                <a:ea typeface="+mn-lt"/>
                <a:cs typeface="+mn-lt"/>
              </a:rPr>
              <a:t>Simão</a:t>
            </a:r>
            <a:r>
              <a:rPr lang="en-US" dirty="0">
                <a:ea typeface="+mn-lt"/>
                <a:cs typeface="+mn-lt"/>
              </a:rPr>
              <a:t>. Sistemas </a:t>
            </a:r>
            <a:r>
              <a:rPr lang="en-US" err="1">
                <a:ea typeface="+mn-lt"/>
                <a:cs typeface="+mn-lt"/>
              </a:rPr>
              <a:t>operacionais</a:t>
            </a:r>
            <a:r>
              <a:rPr lang="en-US" dirty="0">
                <a:ea typeface="+mn-lt"/>
                <a:cs typeface="+mn-lt"/>
              </a:rPr>
              <a:t>. 4a.</a:t>
            </a:r>
          </a:p>
          <a:p>
            <a:pPr algn="just"/>
            <a:r>
              <a:rPr lang="en-US" err="1">
                <a:ea typeface="+mn-lt"/>
                <a:cs typeface="+mn-lt"/>
              </a:rPr>
              <a:t>Edição</a:t>
            </a:r>
            <a:r>
              <a:rPr lang="en-US" dirty="0">
                <a:ea typeface="+mn-lt"/>
                <a:cs typeface="+mn-lt"/>
              </a:rPr>
              <a:t>. Porto Alegre: Bookman, 2010.</a:t>
            </a:r>
          </a:p>
          <a:p>
            <a:pPr algn="just"/>
            <a:r>
              <a:rPr lang="en-US" dirty="0">
                <a:ea typeface="+mn-lt"/>
                <a:cs typeface="+mn-lt"/>
              </a:rPr>
              <a:t>TANENBAUM, Andrew S. </a:t>
            </a:r>
            <a:r>
              <a:rPr lang="en-US" err="1">
                <a:ea typeface="+mn-lt"/>
                <a:cs typeface="+mn-lt"/>
              </a:rPr>
              <a:t>Organização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err="1">
                <a:ea typeface="+mn-lt"/>
                <a:cs typeface="+mn-lt"/>
              </a:rPr>
              <a:t>estruturada</a:t>
            </a:r>
            <a:r>
              <a:rPr lang="en-US" dirty="0">
                <a:ea typeface="+mn-lt"/>
                <a:cs typeface="+mn-lt"/>
              </a:rPr>
              <a:t> de </a:t>
            </a:r>
            <a:r>
              <a:rPr lang="en-US" err="1">
                <a:ea typeface="+mn-lt"/>
                <a:cs typeface="+mn-lt"/>
              </a:rPr>
              <a:t>computadores</a:t>
            </a:r>
            <a:r>
              <a:rPr lang="en-US" dirty="0">
                <a:ea typeface="+mn-lt"/>
                <a:cs typeface="+mn-lt"/>
              </a:rPr>
              <a:t>. 5a. ed. São Paulo, SP: Pearson Prentice</a:t>
            </a:r>
          </a:p>
          <a:p>
            <a:pPr algn="just"/>
            <a:r>
              <a:rPr lang="en-US" dirty="0">
                <a:ea typeface="+mn-lt"/>
                <a:cs typeface="+mn-lt"/>
              </a:rPr>
              <a:t>Hall, 2007.</a:t>
            </a:r>
          </a:p>
          <a:p>
            <a:pPr algn="just"/>
            <a:r>
              <a:rPr lang="en-US" dirty="0">
                <a:ea typeface="+mn-lt"/>
                <a:cs typeface="+mn-lt"/>
              </a:rPr>
              <a:t>TOCCI, Ronald J. Sistemas </a:t>
            </a:r>
            <a:r>
              <a:rPr lang="en-US" err="1">
                <a:ea typeface="+mn-lt"/>
                <a:cs typeface="+mn-lt"/>
              </a:rPr>
              <a:t>digitais</a:t>
            </a:r>
            <a:r>
              <a:rPr lang="en-US" dirty="0">
                <a:ea typeface="+mn-lt"/>
                <a:cs typeface="+mn-lt"/>
              </a:rPr>
              <a:t>: </a:t>
            </a:r>
            <a:r>
              <a:rPr lang="en-US" err="1">
                <a:ea typeface="+mn-lt"/>
                <a:cs typeface="+mn-lt"/>
              </a:rPr>
              <a:t>princípios</a:t>
            </a:r>
            <a:r>
              <a:rPr lang="en-US" dirty="0">
                <a:ea typeface="+mn-lt"/>
                <a:cs typeface="+mn-lt"/>
              </a:rPr>
              <a:t> e </a:t>
            </a:r>
            <a:r>
              <a:rPr lang="en-US" err="1">
                <a:ea typeface="+mn-lt"/>
                <a:cs typeface="+mn-lt"/>
              </a:rPr>
              <a:t>aplicações</a:t>
            </a:r>
            <a:r>
              <a:rPr lang="en-US">
                <a:ea typeface="+mn-lt"/>
                <a:cs typeface="+mn-lt"/>
              </a:rPr>
              <a:t>. 10a. ed. São Paulo: Pearson Hall., 2007.</a:t>
            </a:r>
          </a:p>
          <a:p>
            <a:pPr algn="just"/>
            <a:endParaRPr lang="en-US" b="1" strike="sngStrike" dirty="0">
              <a:cs typeface="Calibri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A556024-CD6B-484A-9850-F84DA495DBA8}"/>
              </a:ext>
            </a:extLst>
          </p:cNvPr>
          <p:cNvSpPr/>
          <p:nvPr/>
        </p:nvSpPr>
        <p:spPr>
          <a:xfrm>
            <a:off x="117895" y="-4313"/>
            <a:ext cx="11976337" cy="21565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601975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HDOfficeLightV0">
  <a:themeElements>
    <a:clrScheme name="Personalizada 1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DEF32"/>
      </a:accent1>
      <a:accent2>
        <a:srgbClr val="ED7D31"/>
      </a:accent2>
      <a:accent3>
        <a:srgbClr val="A5A5A5"/>
      </a:accent3>
      <a:accent4>
        <a:srgbClr val="FFC000"/>
      </a:accent4>
      <a:accent5>
        <a:srgbClr val="2DEF32"/>
      </a:accent5>
      <a:accent6>
        <a:srgbClr val="0FC513"/>
      </a:accent6>
      <a:hlink>
        <a:srgbClr val="2DEF32"/>
      </a:hlink>
      <a:folHlink>
        <a:srgbClr val="954F72"/>
      </a:folHlink>
    </a:clrScheme>
    <a:fontScheme name="Personalizada 1">
      <a:majorFont>
        <a:latin typeface="HP Simplifie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25</Slides>
  <Notes>0</Notes>
  <HiddenSlides>0</HiddenSlide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slides</vt:lpstr>
      </vt:variant>
      <vt:variant>
        <vt:i4>25</vt:i4>
      </vt:variant>
    </vt:vector>
  </HeadingPairs>
  <TitlesOfParts>
    <vt:vector size="27" baseType="lpstr">
      <vt:lpstr>Tema do Office</vt:lpstr>
      <vt:lpstr>HDOfficeLightV0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/>
  <cp:revision>4578</cp:revision>
  <dcterms:created xsi:type="dcterms:W3CDTF">2012-07-30T23:50:35Z</dcterms:created>
  <dcterms:modified xsi:type="dcterms:W3CDTF">2020-12-07T17:23:32Z</dcterms:modified>
</cp:coreProperties>
</file>