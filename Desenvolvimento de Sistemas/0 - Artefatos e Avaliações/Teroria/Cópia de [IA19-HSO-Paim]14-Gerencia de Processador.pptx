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47" r:id="rId2"/>
  </p:sldMasterIdLst>
  <p:notesMasterIdLst>
    <p:notesMasterId r:id="rId27"/>
  </p:notesMasterIdLst>
  <p:sldIdLst>
    <p:sldId id="396" r:id="rId3"/>
    <p:sldId id="412" r:id="rId4"/>
    <p:sldId id="411" r:id="rId5"/>
    <p:sldId id="410" r:id="rId6"/>
    <p:sldId id="409" r:id="rId7"/>
    <p:sldId id="416" r:id="rId8"/>
    <p:sldId id="408" r:id="rId9"/>
    <p:sldId id="407" r:id="rId10"/>
    <p:sldId id="415" r:id="rId11"/>
    <p:sldId id="406" r:id="rId12"/>
    <p:sldId id="405" r:id="rId13"/>
    <p:sldId id="418" r:id="rId14"/>
    <p:sldId id="419" r:id="rId15"/>
    <p:sldId id="417" r:id="rId16"/>
    <p:sldId id="404" r:id="rId17"/>
    <p:sldId id="403" r:id="rId18"/>
    <p:sldId id="402" r:id="rId19"/>
    <p:sldId id="401" r:id="rId20"/>
    <p:sldId id="400" r:id="rId21"/>
    <p:sldId id="399" r:id="rId22"/>
    <p:sldId id="398" r:id="rId23"/>
    <p:sldId id="397" r:id="rId24"/>
    <p:sldId id="414" r:id="rId25"/>
    <p:sldId id="413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9EA7E-4D4D-4E8F-969C-17266D302EF1}" v="118" dt="2020-02-09T12:12:13.372"/>
    <p1510:client id="{0EAAA988-2C68-4BCF-83CD-AE9F026FE6BB}" v="116" dt="2020-08-07T13:02:08.316"/>
    <p1510:client id="{143A7383-A703-4B01-BFA6-9D49624151EF}" v="2327" dt="2019-10-30T23:29:10.569"/>
    <p1510:client id="{1A2A0786-CE7E-4209-0480-B9109996D086}" v="389" dt="2020-08-28T20:19:32.566"/>
    <p1510:client id="{1B0FA6D5-760C-40F9-A76A-C66A23210A88}" v="423" dt="2019-11-29T11:24:33.104"/>
    <p1510:client id="{1BB82EB3-19AB-4BFF-BCFB-C90F68260413}" v="23" dt="2020-08-31T18:35:30.686"/>
    <p1510:client id="{23242F81-3CE7-4A36-BDB6-B7B7A984F465}" v="2" dt="2019-10-18T12:58:11.033"/>
    <p1510:client id="{2A55021F-E700-4BF7-B87F-25A17069A1AB}" v="313" dt="2019-10-14T20:03:47.839"/>
    <p1510:client id="{2FDF496E-7993-41B8-29BC-FCE736FC7F76}" v="694" dt="2020-08-28T21:30:08.702"/>
    <p1510:client id="{361FB914-AB24-452E-8D82-D9724BC21E12}" v="802" dt="2020-08-25T20:52:37.440"/>
    <p1510:client id="{442FC9E3-A72F-4F1E-842F-D3DB983CCA19}" v="59" dt="2019-11-19T17:43:47.056"/>
    <p1510:client id="{47312A0A-2580-4E6C-A6BF-A0E372B9B604}" v="152" dt="2019-10-17T21:43:15.538"/>
    <p1510:client id="{4772D096-53B3-4388-93E6-0FAF17EF4F1D}" v="550" dt="2020-02-07T16:07:06.407"/>
    <p1510:client id="{4F52E309-D824-46DE-8290-CE0DA95FBED1}" v="1479" dt="2020-08-26T19:41:59.662"/>
    <p1510:client id="{51A4D553-2689-475F-B85B-5409472BB271}" v="5" dt="2020-08-07T14:09:46.701"/>
    <p1510:client id="{5300BF01-0C64-4874-8B4E-5FFAD2FB9BC5}" v="61" dt="2020-08-26T21:16:43.328"/>
    <p1510:client id="{5539FE0C-B27A-414B-9E4C-7AE9BF724BFE}" v="1132" dt="2019-11-19T19:16:19.306"/>
    <p1510:client id="{5581E325-CDFE-4250-96AE-ED924E7BCDE6}" v="2" dt="2020-09-22T19:00:16.860"/>
    <p1510:client id="{6D7EA119-5084-4D11-BAED-8CE51403B43E}" v="1" dt="2020-08-25T19:39:39"/>
    <p1510:client id="{7201E0C9-B949-4F13-BE14-9B556989ADDF}" v="132" dt="2020-08-24T20:15:46.668"/>
    <p1510:client id="{728715C0-DCF0-4165-968F-C26A5643219C}" v="21" dt="2020-09-18T23:26:20.921"/>
    <p1510:client id="{7E5D80FC-4E43-446C-90BF-9E97AB994AD7}" v="25" dt="2019-11-21T13:47:59.916"/>
    <p1510:client id="{7FF9C414-48E7-4578-B234-A68E78B9CA53}" v="11" dt="2020-09-17T17:45:03.348"/>
    <p1510:client id="{801B7D5C-A1E8-4E19-BC6A-1ACBA6F45069}" v="32" dt="2019-10-31T13:02:16.459"/>
    <p1510:client id="{8170A944-3CA2-439E-7D73-6A30A57ED6E0}" v="33" dt="2020-08-31T18:56:00.661"/>
    <p1510:client id="{8277D4A4-4E4E-44B6-0963-BEA43C028769}" v="729" dt="2020-08-28T19:10:59.485"/>
    <p1510:client id="{8AE34065-CF1F-4955-89B5-2F7369EF095C}" v="749" dt="2019-11-21T21:40:32.565"/>
    <p1510:client id="{8E0CB0C3-2A50-464A-8C06-101B4A252542}" v="404" dt="2019-11-21T12:56:24.293"/>
    <p1510:client id="{946D074D-AD5F-43BB-92E6-812D08736660}" v="153" dt="2019-10-10T18:38:13.703"/>
    <p1510:client id="{952FA1BF-CC87-45AC-8B59-0B2DA5A9E9B8}" v="334" dt="2020-08-25T19:59:01.640"/>
    <p1510:client id="{9F7126B5-9B7A-4541-A261-76C16665FCD0}" v="1130" dt="2020-08-25T19:34:11.625"/>
    <p1510:client id="{B6A98089-5227-4FB6-C563-E6A7B1FB7FCE}" v="9" dt="2020-08-31T19:00:00.115"/>
    <p1510:client id="{C2B792DB-D4AA-4DA2-BCD0-B318FF19AA8D}" v="64" dt="2020-02-09T13:43:01.647"/>
    <p1510:client id="{C309FB53-0EB5-4CF4-ABBD-C22AC887ED01}" v="8" dt="2020-08-24T19:51:14.897"/>
    <p1510:client id="{CD129751-6C35-40FD-81C7-F417742B84B2}" v="1123" dt="2020-08-25T15:05:05.594"/>
    <p1510:client id="{D899B664-AD11-42C6-8917-B7B35A927E2C}" v="582" dt="2019-10-15T21:42:19.228"/>
    <p1510:client id="{D8B7BC65-859C-47D7-0F1A-396E25E009BF}" v="1884" dt="2020-08-27T18:41:28.509"/>
    <p1510:client id="{EC18E236-7D50-4E12-AE66-F277F41B3F15}" v="784" dt="2020-10-06T18:54:21.433"/>
    <p1510:client id="{EC70F95B-7482-460D-A349-FFE2D60658D2}" v="259" dt="2020-08-07T14:26:48.667"/>
    <p1510:client id="{F2FACACA-56B9-404A-9400-D308A3009EE7}" v="6" dt="2020-08-25T21:04:20.908"/>
    <p1510:client id="{F51956DF-0D82-4507-8963-D6195A21818B}" v="971" dt="2020-08-28T18:37:51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clides Paim" userId="0d84fb374bcffaab" providerId="Windows Live" clId="Web-{5581E325-CDFE-4250-96AE-ED924E7BCDE6}"/>
    <pc:docChg chg="addSld delSld">
      <pc:chgData name="Euclides Paim" userId="0d84fb374bcffaab" providerId="Windows Live" clId="Web-{5581E325-CDFE-4250-96AE-ED924E7BCDE6}" dt="2020-09-22T19:00:16.860" v="1"/>
      <pc:docMkLst>
        <pc:docMk/>
      </pc:docMkLst>
      <pc:sldChg chg="del">
        <pc:chgData name="Euclides Paim" userId="0d84fb374bcffaab" providerId="Windows Live" clId="Web-{5581E325-CDFE-4250-96AE-ED924E7BCDE6}" dt="2020-09-22T19:00:16.860" v="1"/>
        <pc:sldMkLst>
          <pc:docMk/>
          <pc:sldMk cId="1912989895" sldId="257"/>
        </pc:sldMkLst>
      </pc:sldChg>
      <pc:sldChg chg="add">
        <pc:chgData name="Euclides Paim" userId="0d84fb374bcffaab" providerId="Windows Live" clId="Web-{5581E325-CDFE-4250-96AE-ED924E7BCDE6}" dt="2020-09-22T19:00:14.157" v="0"/>
        <pc:sldMkLst>
          <pc:docMk/>
          <pc:sldMk cId="3854861726" sldId="396"/>
        </pc:sldMkLst>
      </pc:sldChg>
    </pc:docChg>
  </pc:docChgLst>
  <pc:docChgLst>
    <pc:chgData name="Euclides Paim" userId="0d84fb374bcffaab" providerId="Windows Live" clId="Web-{EC18E236-7D50-4E12-AE66-F277F41B3F15}"/>
    <pc:docChg chg="addSld delSld modSld sldOrd">
      <pc:chgData name="Euclides Paim" userId="0d84fb374bcffaab" providerId="Windows Live" clId="Web-{EC18E236-7D50-4E12-AE66-F277F41B3F15}" dt="2020-10-06T18:54:21.433" v="778" actId="1076"/>
      <pc:docMkLst>
        <pc:docMk/>
      </pc:docMkLst>
      <pc:sldChg chg="del">
        <pc:chgData name="Euclides Paim" userId="0d84fb374bcffaab" providerId="Windows Live" clId="Web-{EC18E236-7D50-4E12-AE66-F277F41B3F15}" dt="2020-10-06T17:37:40.692" v="19"/>
        <pc:sldMkLst>
          <pc:docMk/>
          <pc:sldMk cId="899282184" sldId="258"/>
        </pc:sldMkLst>
      </pc:sldChg>
      <pc:sldChg chg="del">
        <pc:chgData name="Euclides Paim" userId="0d84fb374bcffaab" providerId="Windows Live" clId="Web-{EC18E236-7D50-4E12-AE66-F277F41B3F15}" dt="2020-10-06T17:37:40.692" v="17"/>
        <pc:sldMkLst>
          <pc:docMk/>
          <pc:sldMk cId="4062819139" sldId="278"/>
        </pc:sldMkLst>
      </pc:sldChg>
      <pc:sldChg chg="del">
        <pc:chgData name="Euclides Paim" userId="0d84fb374bcffaab" providerId="Windows Live" clId="Web-{EC18E236-7D50-4E12-AE66-F277F41B3F15}" dt="2020-10-06T17:37:40.614" v="1"/>
        <pc:sldMkLst>
          <pc:docMk/>
          <pc:sldMk cId="1256407750" sldId="298"/>
        </pc:sldMkLst>
      </pc:sldChg>
      <pc:sldChg chg="del">
        <pc:chgData name="Euclides Paim" userId="0d84fb374bcffaab" providerId="Windows Live" clId="Web-{EC18E236-7D50-4E12-AE66-F277F41B3F15}" dt="2020-10-06T17:37:40.692" v="18"/>
        <pc:sldMkLst>
          <pc:docMk/>
          <pc:sldMk cId="1131069946" sldId="299"/>
        </pc:sldMkLst>
      </pc:sldChg>
      <pc:sldChg chg="del">
        <pc:chgData name="Euclides Paim" userId="0d84fb374bcffaab" providerId="Windows Live" clId="Web-{EC18E236-7D50-4E12-AE66-F277F41B3F15}" dt="2020-10-06T17:37:40.614" v="0"/>
        <pc:sldMkLst>
          <pc:docMk/>
          <pc:sldMk cId="4240500451" sldId="301"/>
        </pc:sldMkLst>
      </pc:sldChg>
      <pc:sldChg chg="del">
        <pc:chgData name="Euclides Paim" userId="0d84fb374bcffaab" providerId="Windows Live" clId="Web-{EC18E236-7D50-4E12-AE66-F277F41B3F15}" dt="2020-10-06T17:37:40.692" v="16"/>
        <pc:sldMkLst>
          <pc:docMk/>
          <pc:sldMk cId="3464277702" sldId="380"/>
        </pc:sldMkLst>
      </pc:sldChg>
      <pc:sldChg chg="del">
        <pc:chgData name="Euclides Paim" userId="0d84fb374bcffaab" providerId="Windows Live" clId="Web-{EC18E236-7D50-4E12-AE66-F277F41B3F15}" dt="2020-10-06T17:37:40.692" v="15"/>
        <pc:sldMkLst>
          <pc:docMk/>
          <pc:sldMk cId="620362704" sldId="381"/>
        </pc:sldMkLst>
      </pc:sldChg>
      <pc:sldChg chg="del">
        <pc:chgData name="Euclides Paim" userId="0d84fb374bcffaab" providerId="Windows Live" clId="Web-{EC18E236-7D50-4E12-AE66-F277F41B3F15}" dt="2020-10-06T17:37:40.677" v="13"/>
        <pc:sldMkLst>
          <pc:docMk/>
          <pc:sldMk cId="2130029851" sldId="382"/>
        </pc:sldMkLst>
      </pc:sldChg>
      <pc:sldChg chg="del">
        <pc:chgData name="Euclides Paim" userId="0d84fb374bcffaab" providerId="Windows Live" clId="Web-{EC18E236-7D50-4E12-AE66-F277F41B3F15}" dt="2020-10-06T17:37:40.677" v="12"/>
        <pc:sldMkLst>
          <pc:docMk/>
          <pc:sldMk cId="930030501" sldId="384"/>
        </pc:sldMkLst>
      </pc:sldChg>
      <pc:sldChg chg="del">
        <pc:chgData name="Euclides Paim" userId="0d84fb374bcffaab" providerId="Windows Live" clId="Web-{EC18E236-7D50-4E12-AE66-F277F41B3F15}" dt="2020-10-06T17:37:40.677" v="11"/>
        <pc:sldMkLst>
          <pc:docMk/>
          <pc:sldMk cId="954753911" sldId="385"/>
        </pc:sldMkLst>
      </pc:sldChg>
      <pc:sldChg chg="del">
        <pc:chgData name="Euclides Paim" userId="0d84fb374bcffaab" providerId="Windows Live" clId="Web-{EC18E236-7D50-4E12-AE66-F277F41B3F15}" dt="2020-10-06T17:37:40.692" v="14"/>
        <pc:sldMkLst>
          <pc:docMk/>
          <pc:sldMk cId="609860555" sldId="386"/>
        </pc:sldMkLst>
      </pc:sldChg>
      <pc:sldChg chg="del">
        <pc:chgData name="Euclides Paim" userId="0d84fb374bcffaab" providerId="Windows Live" clId="Web-{EC18E236-7D50-4E12-AE66-F277F41B3F15}" dt="2020-10-06T17:37:40.677" v="10"/>
        <pc:sldMkLst>
          <pc:docMk/>
          <pc:sldMk cId="3038522728" sldId="387"/>
        </pc:sldMkLst>
      </pc:sldChg>
      <pc:sldChg chg="del">
        <pc:chgData name="Euclides Paim" userId="0d84fb374bcffaab" providerId="Windows Live" clId="Web-{EC18E236-7D50-4E12-AE66-F277F41B3F15}" dt="2020-10-06T17:37:40.661" v="8"/>
        <pc:sldMkLst>
          <pc:docMk/>
          <pc:sldMk cId="327364274" sldId="388"/>
        </pc:sldMkLst>
      </pc:sldChg>
      <pc:sldChg chg="del">
        <pc:chgData name="Euclides Paim" userId="0d84fb374bcffaab" providerId="Windows Live" clId="Web-{EC18E236-7D50-4E12-AE66-F277F41B3F15}" dt="2020-10-06T17:37:40.661" v="9"/>
        <pc:sldMkLst>
          <pc:docMk/>
          <pc:sldMk cId="1972091865" sldId="389"/>
        </pc:sldMkLst>
      </pc:sldChg>
      <pc:sldChg chg="del">
        <pc:chgData name="Euclides Paim" userId="0d84fb374bcffaab" providerId="Windows Live" clId="Web-{EC18E236-7D50-4E12-AE66-F277F41B3F15}" dt="2020-10-06T17:37:40.614" v="3"/>
        <pc:sldMkLst>
          <pc:docMk/>
          <pc:sldMk cId="6299245" sldId="390"/>
        </pc:sldMkLst>
      </pc:sldChg>
      <pc:sldChg chg="del">
        <pc:chgData name="Euclides Paim" userId="0d84fb374bcffaab" providerId="Windows Live" clId="Web-{EC18E236-7D50-4E12-AE66-F277F41B3F15}" dt="2020-10-06T17:37:40.614" v="4"/>
        <pc:sldMkLst>
          <pc:docMk/>
          <pc:sldMk cId="2179968026" sldId="391"/>
        </pc:sldMkLst>
      </pc:sldChg>
      <pc:sldChg chg="del">
        <pc:chgData name="Euclides Paim" userId="0d84fb374bcffaab" providerId="Windows Live" clId="Web-{EC18E236-7D50-4E12-AE66-F277F41B3F15}" dt="2020-10-06T17:37:40.614" v="5"/>
        <pc:sldMkLst>
          <pc:docMk/>
          <pc:sldMk cId="483441546" sldId="392"/>
        </pc:sldMkLst>
      </pc:sldChg>
      <pc:sldChg chg="del">
        <pc:chgData name="Euclides Paim" userId="0d84fb374bcffaab" providerId="Windows Live" clId="Web-{EC18E236-7D50-4E12-AE66-F277F41B3F15}" dt="2020-10-06T17:37:40.645" v="6"/>
        <pc:sldMkLst>
          <pc:docMk/>
          <pc:sldMk cId="1301371828" sldId="393"/>
        </pc:sldMkLst>
      </pc:sldChg>
      <pc:sldChg chg="del">
        <pc:chgData name="Euclides Paim" userId="0d84fb374bcffaab" providerId="Windows Live" clId="Web-{EC18E236-7D50-4E12-AE66-F277F41B3F15}" dt="2020-10-06T17:37:40.645" v="7"/>
        <pc:sldMkLst>
          <pc:docMk/>
          <pc:sldMk cId="3718995053" sldId="394"/>
        </pc:sldMkLst>
      </pc:sldChg>
      <pc:sldChg chg="del">
        <pc:chgData name="Euclides Paim" userId="0d84fb374bcffaab" providerId="Windows Live" clId="Web-{EC18E236-7D50-4E12-AE66-F277F41B3F15}" dt="2020-10-06T17:37:40.614" v="2"/>
        <pc:sldMkLst>
          <pc:docMk/>
          <pc:sldMk cId="4288881734" sldId="395"/>
        </pc:sldMkLst>
      </pc:sldChg>
      <pc:sldChg chg="modSp">
        <pc:chgData name="Euclides Paim" userId="0d84fb374bcffaab" providerId="Windows Live" clId="Web-{EC18E236-7D50-4E12-AE66-F277F41B3F15}" dt="2020-10-06T17:38:01.411" v="36"/>
        <pc:sldMkLst>
          <pc:docMk/>
          <pc:sldMk cId="3854861726" sldId="396"/>
        </pc:sldMkLst>
        <pc:spChg chg="mod">
          <ac:chgData name="Euclides Paim" userId="0d84fb374bcffaab" providerId="Windows Live" clId="Web-{EC18E236-7D50-4E12-AE66-F277F41B3F15}" dt="2020-10-06T17:38:01.411" v="36"/>
          <ac:spMkLst>
            <pc:docMk/>
            <pc:sldMk cId="3854861726" sldId="396"/>
            <ac:spMk id="9" creationId="{40CE7AA5-E1E6-4D1E-91AC-CA05762D0EAA}"/>
          </ac:spMkLst>
        </pc:spChg>
      </pc:sldChg>
      <pc:sldChg chg="add">
        <pc:chgData name="Euclides Paim" userId="0d84fb374bcffaab" providerId="Windows Live" clId="Web-{EC18E236-7D50-4E12-AE66-F277F41B3F15}" dt="2020-10-06T17:37:45.989" v="20"/>
        <pc:sldMkLst>
          <pc:docMk/>
          <pc:sldMk cId="2310362593" sldId="397"/>
        </pc:sldMkLst>
      </pc:sldChg>
      <pc:sldChg chg="add">
        <pc:chgData name="Euclides Paim" userId="0d84fb374bcffaab" providerId="Windows Live" clId="Web-{EC18E236-7D50-4E12-AE66-F277F41B3F15}" dt="2020-10-06T17:37:46.114" v="21"/>
        <pc:sldMkLst>
          <pc:docMk/>
          <pc:sldMk cId="2564044014" sldId="398"/>
        </pc:sldMkLst>
      </pc:sldChg>
      <pc:sldChg chg="add">
        <pc:chgData name="Euclides Paim" userId="0d84fb374bcffaab" providerId="Windows Live" clId="Web-{EC18E236-7D50-4E12-AE66-F277F41B3F15}" dt="2020-10-06T17:37:46.224" v="22"/>
        <pc:sldMkLst>
          <pc:docMk/>
          <pc:sldMk cId="2441893983" sldId="399"/>
        </pc:sldMkLst>
      </pc:sldChg>
      <pc:sldChg chg="add">
        <pc:chgData name="Euclides Paim" userId="0d84fb374bcffaab" providerId="Windows Live" clId="Web-{EC18E236-7D50-4E12-AE66-F277F41B3F15}" dt="2020-10-06T17:37:46.286" v="23"/>
        <pc:sldMkLst>
          <pc:docMk/>
          <pc:sldMk cId="2859774089" sldId="400"/>
        </pc:sldMkLst>
      </pc:sldChg>
      <pc:sldChg chg="add">
        <pc:chgData name="Euclides Paim" userId="0d84fb374bcffaab" providerId="Windows Live" clId="Web-{EC18E236-7D50-4E12-AE66-F277F41B3F15}" dt="2020-10-06T17:37:46.364" v="24"/>
        <pc:sldMkLst>
          <pc:docMk/>
          <pc:sldMk cId="3700655750" sldId="401"/>
        </pc:sldMkLst>
      </pc:sldChg>
      <pc:sldChg chg="add">
        <pc:chgData name="Euclides Paim" userId="0d84fb374bcffaab" providerId="Windows Live" clId="Web-{EC18E236-7D50-4E12-AE66-F277F41B3F15}" dt="2020-10-06T17:37:46.520" v="25"/>
        <pc:sldMkLst>
          <pc:docMk/>
          <pc:sldMk cId="1110086532" sldId="402"/>
        </pc:sldMkLst>
      </pc:sldChg>
      <pc:sldChg chg="add">
        <pc:chgData name="Euclides Paim" userId="0d84fb374bcffaab" providerId="Windows Live" clId="Web-{EC18E236-7D50-4E12-AE66-F277F41B3F15}" dt="2020-10-06T17:37:46.895" v="26"/>
        <pc:sldMkLst>
          <pc:docMk/>
          <pc:sldMk cId="275995271" sldId="403"/>
        </pc:sldMkLst>
      </pc:sldChg>
      <pc:sldChg chg="add">
        <pc:chgData name="Euclides Paim" userId="0d84fb374bcffaab" providerId="Windows Live" clId="Web-{EC18E236-7D50-4E12-AE66-F277F41B3F15}" dt="2020-10-06T17:37:46.958" v="27"/>
        <pc:sldMkLst>
          <pc:docMk/>
          <pc:sldMk cId="21401960" sldId="404"/>
        </pc:sldMkLst>
      </pc:sldChg>
      <pc:sldChg chg="modSp add">
        <pc:chgData name="Euclides Paim" userId="0d84fb374bcffaab" providerId="Windows Live" clId="Web-{EC18E236-7D50-4E12-AE66-F277F41B3F15}" dt="2020-10-06T17:57:24.659" v="295" actId="1076"/>
        <pc:sldMkLst>
          <pc:docMk/>
          <pc:sldMk cId="1101721043" sldId="405"/>
        </pc:sldMkLst>
        <pc:spChg chg="mod">
          <ac:chgData name="Euclides Paim" userId="0d84fb374bcffaab" providerId="Windows Live" clId="Web-{EC18E236-7D50-4E12-AE66-F277F41B3F15}" dt="2020-10-06T17:57:24.659" v="295" actId="1076"/>
          <ac:spMkLst>
            <pc:docMk/>
            <pc:sldMk cId="1101721043" sldId="405"/>
            <ac:spMk id="2" creationId="{E5AC153A-AD22-4524-8D57-9C5A5B91B9B8}"/>
          </ac:spMkLst>
        </pc:spChg>
        <pc:spChg chg="mod">
          <ac:chgData name="Euclides Paim" userId="0d84fb374bcffaab" providerId="Windows Live" clId="Web-{EC18E236-7D50-4E12-AE66-F277F41B3F15}" dt="2020-10-06T17:55:19.940" v="224" actId="20577"/>
          <ac:spMkLst>
            <pc:docMk/>
            <pc:sldMk cId="1101721043" sldId="405"/>
            <ac:spMk id="5" creationId="{633AE23D-DCED-446F-B659-B65CA66C87D9}"/>
          </ac:spMkLst>
        </pc:spChg>
      </pc:sldChg>
      <pc:sldChg chg="add">
        <pc:chgData name="Euclides Paim" userId="0d84fb374bcffaab" providerId="Windows Live" clId="Web-{EC18E236-7D50-4E12-AE66-F277F41B3F15}" dt="2020-10-06T17:37:47.114" v="29"/>
        <pc:sldMkLst>
          <pc:docMk/>
          <pc:sldMk cId="501256132" sldId="406"/>
        </pc:sldMkLst>
      </pc:sldChg>
      <pc:sldChg chg="modSp add">
        <pc:chgData name="Euclides Paim" userId="0d84fb374bcffaab" providerId="Windows Live" clId="Web-{EC18E236-7D50-4E12-AE66-F277F41B3F15}" dt="2020-10-06T17:50:21.972" v="170" actId="1076"/>
        <pc:sldMkLst>
          <pc:docMk/>
          <pc:sldMk cId="1116605020" sldId="407"/>
        </pc:sldMkLst>
        <pc:spChg chg="mod">
          <ac:chgData name="Euclides Paim" userId="0d84fb374bcffaab" providerId="Windows Live" clId="Web-{EC18E236-7D50-4E12-AE66-F277F41B3F15}" dt="2020-10-06T17:50:21.972" v="170" actId="1076"/>
          <ac:spMkLst>
            <pc:docMk/>
            <pc:sldMk cId="1116605020" sldId="407"/>
            <ac:spMk id="2" creationId="{E5AC153A-AD22-4524-8D57-9C5A5B91B9B8}"/>
          </ac:spMkLst>
        </pc:spChg>
      </pc:sldChg>
      <pc:sldChg chg="add ord">
        <pc:chgData name="Euclides Paim" userId="0d84fb374bcffaab" providerId="Windows Live" clId="Web-{EC18E236-7D50-4E12-AE66-F277F41B3F15}" dt="2020-10-06T17:53:21.909" v="196"/>
        <pc:sldMkLst>
          <pc:docMk/>
          <pc:sldMk cId="2338953046" sldId="408"/>
        </pc:sldMkLst>
      </pc:sldChg>
      <pc:sldChg chg="delSp modSp add">
        <pc:chgData name="Euclides Paim" userId="0d84fb374bcffaab" providerId="Windows Live" clId="Web-{EC18E236-7D50-4E12-AE66-F277F41B3F15}" dt="2020-10-06T17:52:42.894" v="194" actId="1076"/>
        <pc:sldMkLst>
          <pc:docMk/>
          <pc:sldMk cId="2021453914" sldId="409"/>
        </pc:sldMkLst>
        <pc:spChg chg="mod">
          <ac:chgData name="Euclides Paim" userId="0d84fb374bcffaab" providerId="Windows Live" clId="Web-{EC18E236-7D50-4E12-AE66-F277F41B3F15}" dt="2020-10-06T17:52:42.894" v="194" actId="1076"/>
          <ac:spMkLst>
            <pc:docMk/>
            <pc:sldMk cId="2021453914" sldId="409"/>
            <ac:spMk id="2" creationId="{E5AC153A-AD22-4524-8D57-9C5A5B91B9B8}"/>
          </ac:spMkLst>
        </pc:spChg>
        <pc:spChg chg="mod">
          <ac:chgData name="Euclides Paim" userId="0d84fb374bcffaab" providerId="Windows Live" clId="Web-{EC18E236-7D50-4E12-AE66-F277F41B3F15}" dt="2020-10-06T17:38:48.239" v="41"/>
          <ac:spMkLst>
            <pc:docMk/>
            <pc:sldMk cId="2021453914" sldId="409"/>
            <ac:spMk id="3" creationId="{7D5BEDC0-B9C6-4CBC-B0EA-6BD0A411D1F2}"/>
          </ac:spMkLst>
        </pc:spChg>
        <pc:grpChg chg="del">
          <ac:chgData name="Euclides Paim" userId="0d84fb374bcffaab" providerId="Windows Live" clId="Web-{EC18E236-7D50-4E12-AE66-F277F41B3F15}" dt="2020-10-06T17:52:35.394" v="193"/>
          <ac:grpSpMkLst>
            <pc:docMk/>
            <pc:sldMk cId="2021453914" sldId="409"/>
            <ac:grpSpMk id="117" creationId="{AEBEFEC6-5CBE-4A55-95C4-C4E0F1163D56}"/>
          </ac:grpSpMkLst>
        </pc:grpChg>
      </pc:sldChg>
      <pc:sldChg chg="modSp add">
        <pc:chgData name="Euclides Paim" userId="0d84fb374bcffaab" providerId="Windows Live" clId="Web-{EC18E236-7D50-4E12-AE66-F277F41B3F15}" dt="2020-10-06T17:38:38.505" v="40"/>
        <pc:sldMkLst>
          <pc:docMk/>
          <pc:sldMk cId="2535648893" sldId="410"/>
        </pc:sldMkLst>
        <pc:spChg chg="mod">
          <ac:chgData name="Euclides Paim" userId="0d84fb374bcffaab" providerId="Windows Live" clId="Web-{EC18E236-7D50-4E12-AE66-F277F41B3F15}" dt="2020-10-06T17:38:38.505" v="40"/>
          <ac:spMkLst>
            <pc:docMk/>
            <pc:sldMk cId="2535648893" sldId="410"/>
            <ac:spMk id="3" creationId="{7D5BEDC0-B9C6-4CBC-B0EA-6BD0A411D1F2}"/>
          </ac:spMkLst>
        </pc:spChg>
      </pc:sldChg>
      <pc:sldChg chg="modSp add">
        <pc:chgData name="Euclides Paim" userId="0d84fb374bcffaab" providerId="Windows Live" clId="Web-{EC18E236-7D50-4E12-AE66-F277F41B3F15}" dt="2020-10-06T18:05:30.455" v="767" actId="20577"/>
        <pc:sldMkLst>
          <pc:docMk/>
          <pc:sldMk cId="3195364848" sldId="411"/>
        </pc:sldMkLst>
        <pc:spChg chg="mod">
          <ac:chgData name="Euclides Paim" userId="0d84fb374bcffaab" providerId="Windows Live" clId="Web-{EC18E236-7D50-4E12-AE66-F277F41B3F15}" dt="2020-10-06T18:05:30.455" v="767" actId="20577"/>
          <ac:spMkLst>
            <pc:docMk/>
            <pc:sldMk cId="3195364848" sldId="411"/>
            <ac:spMk id="6" creationId="{4B1434DD-739D-48EE-822A-8E8DCC1A72EA}"/>
          </ac:spMkLst>
        </pc:spChg>
      </pc:sldChg>
      <pc:sldChg chg="modSp add">
        <pc:chgData name="Euclides Paim" userId="0d84fb374bcffaab" providerId="Windows Live" clId="Web-{EC18E236-7D50-4E12-AE66-F277F41B3F15}" dt="2020-10-06T17:38:31.020" v="39"/>
        <pc:sldMkLst>
          <pc:docMk/>
          <pc:sldMk cId="2197460065" sldId="412"/>
        </pc:sldMkLst>
        <pc:spChg chg="mod">
          <ac:chgData name="Euclides Paim" userId="0d84fb374bcffaab" providerId="Windows Live" clId="Web-{EC18E236-7D50-4E12-AE66-F277F41B3F15}" dt="2020-10-06T17:38:10.348" v="37"/>
          <ac:spMkLst>
            <pc:docMk/>
            <pc:sldMk cId="2197460065" sldId="412"/>
            <ac:spMk id="5" creationId="{633AE23D-DCED-446F-B659-B65CA66C87D9}"/>
          </ac:spMkLst>
        </pc:spChg>
        <pc:spChg chg="mod">
          <ac:chgData name="Euclides Paim" userId="0d84fb374bcffaab" providerId="Windows Live" clId="Web-{EC18E236-7D50-4E12-AE66-F277F41B3F15}" dt="2020-10-06T17:38:31.020" v="39"/>
          <ac:spMkLst>
            <pc:docMk/>
            <pc:sldMk cId="2197460065" sldId="412"/>
            <ac:spMk id="7" creationId="{F1E9E8CF-FE9E-4B81-B325-A5C58B74BD75}"/>
          </ac:spMkLst>
        </pc:spChg>
        <pc:spChg chg="mod">
          <ac:chgData name="Euclides Paim" userId="0d84fb374bcffaab" providerId="Windows Live" clId="Web-{EC18E236-7D50-4E12-AE66-F277F41B3F15}" dt="2020-10-06T17:38:23.536" v="38"/>
          <ac:spMkLst>
            <pc:docMk/>
            <pc:sldMk cId="2197460065" sldId="412"/>
            <ac:spMk id="9" creationId="{658B6992-D464-4E9E-9004-33BB3AF6F50F}"/>
          </ac:spMkLst>
        </pc:spChg>
      </pc:sldChg>
      <pc:sldChg chg="add">
        <pc:chgData name="Euclides Paim" userId="0d84fb374bcffaab" providerId="Windows Live" clId="Web-{EC18E236-7D50-4E12-AE66-F277F41B3F15}" dt="2020-10-06T17:40:02.442" v="42"/>
        <pc:sldMkLst>
          <pc:docMk/>
          <pc:sldMk cId="1843929558" sldId="413"/>
        </pc:sldMkLst>
      </pc:sldChg>
      <pc:sldChg chg="addSp modSp add">
        <pc:chgData name="Euclides Paim" userId="0d84fb374bcffaab" providerId="Windows Live" clId="Web-{EC18E236-7D50-4E12-AE66-F277F41B3F15}" dt="2020-10-06T18:54:21.433" v="778" actId="1076"/>
        <pc:sldMkLst>
          <pc:docMk/>
          <pc:sldMk cId="1893652299" sldId="414"/>
        </pc:sldMkLst>
        <pc:spChg chg="mod">
          <ac:chgData name="Euclides Paim" userId="0d84fb374bcffaab" providerId="Windows Live" clId="Web-{EC18E236-7D50-4E12-AE66-F277F41B3F15}" dt="2020-10-06T17:53:55.862" v="198" actId="20577"/>
          <ac:spMkLst>
            <pc:docMk/>
            <pc:sldMk cId="1893652299" sldId="414"/>
            <ac:spMk id="6" creationId="{13E9D260-D74B-4469-973C-3A782C3BFB24}"/>
          </ac:spMkLst>
        </pc:spChg>
        <pc:spChg chg="add mod">
          <ac:chgData name="Euclides Paim" userId="0d84fb374bcffaab" providerId="Windows Live" clId="Web-{EC18E236-7D50-4E12-AE66-F277F41B3F15}" dt="2020-10-06T18:54:21.433" v="778" actId="1076"/>
          <ac:spMkLst>
            <pc:docMk/>
            <pc:sldMk cId="1893652299" sldId="414"/>
            <ac:spMk id="8" creationId="{DF20D35E-C91A-46DD-93BC-68A56AABE3FB}"/>
          </ac:spMkLst>
        </pc:spChg>
      </pc:sldChg>
      <pc:sldChg chg="modSp add replId">
        <pc:chgData name="Euclides Paim" userId="0d84fb374bcffaab" providerId="Windows Live" clId="Web-{EC18E236-7D50-4E12-AE66-F277F41B3F15}" dt="2020-10-06T17:50:35.175" v="174" actId="20577"/>
        <pc:sldMkLst>
          <pc:docMk/>
          <pc:sldMk cId="3866959188" sldId="415"/>
        </pc:sldMkLst>
        <pc:spChg chg="mod">
          <ac:chgData name="Euclides Paim" userId="0d84fb374bcffaab" providerId="Windows Live" clId="Web-{EC18E236-7D50-4E12-AE66-F277F41B3F15}" dt="2020-10-06T17:50:35.175" v="174" actId="20577"/>
          <ac:spMkLst>
            <pc:docMk/>
            <pc:sldMk cId="3866959188" sldId="415"/>
            <ac:spMk id="2" creationId="{E5AC153A-AD22-4524-8D57-9C5A5B91B9B8}"/>
          </ac:spMkLst>
        </pc:spChg>
      </pc:sldChg>
      <pc:sldChg chg="modSp add replId">
        <pc:chgData name="Euclides Paim" userId="0d84fb374bcffaab" providerId="Windows Live" clId="Web-{EC18E236-7D50-4E12-AE66-F277F41B3F15}" dt="2020-10-06T17:51:55.253" v="188" actId="20577"/>
        <pc:sldMkLst>
          <pc:docMk/>
          <pc:sldMk cId="2683359358" sldId="416"/>
        </pc:sldMkLst>
        <pc:spChg chg="mod">
          <ac:chgData name="Euclides Paim" userId="0d84fb374bcffaab" providerId="Windows Live" clId="Web-{EC18E236-7D50-4E12-AE66-F277F41B3F15}" dt="2020-10-06T17:51:55.253" v="188" actId="20577"/>
          <ac:spMkLst>
            <pc:docMk/>
            <pc:sldMk cId="2683359358" sldId="416"/>
            <ac:spMk id="2" creationId="{E5AC153A-AD22-4524-8D57-9C5A5B91B9B8}"/>
          </ac:spMkLst>
        </pc:spChg>
        <pc:grpChg chg="mod">
          <ac:chgData name="Euclides Paim" userId="0d84fb374bcffaab" providerId="Windows Live" clId="Web-{EC18E236-7D50-4E12-AE66-F277F41B3F15}" dt="2020-10-06T17:51:04.066" v="179" actId="1076"/>
          <ac:grpSpMkLst>
            <pc:docMk/>
            <pc:sldMk cId="2683359358" sldId="416"/>
            <ac:grpSpMk id="117" creationId="{AEBEFEC6-5CBE-4A55-95C4-C4E0F1163D56}"/>
          </ac:grpSpMkLst>
        </pc:grpChg>
      </pc:sldChg>
      <pc:sldChg chg="add replId">
        <pc:chgData name="Euclides Paim" userId="0d84fb374bcffaab" providerId="Windows Live" clId="Web-{EC18E236-7D50-4E12-AE66-F277F41B3F15}" dt="2020-10-06T17:55:04.971" v="201"/>
        <pc:sldMkLst>
          <pc:docMk/>
          <pc:sldMk cId="1910779991" sldId="417"/>
        </pc:sldMkLst>
      </pc:sldChg>
      <pc:sldChg chg="modSp add replId">
        <pc:chgData name="Euclides Paim" userId="0d84fb374bcffaab" providerId="Windows Live" clId="Web-{EC18E236-7D50-4E12-AE66-F277F41B3F15}" dt="2020-10-06T18:02:01.861" v="551" actId="1076"/>
        <pc:sldMkLst>
          <pc:docMk/>
          <pc:sldMk cId="2634582146" sldId="418"/>
        </pc:sldMkLst>
        <pc:spChg chg="mod">
          <ac:chgData name="Euclides Paim" userId="0d84fb374bcffaab" providerId="Windows Live" clId="Web-{EC18E236-7D50-4E12-AE66-F277F41B3F15}" dt="2020-10-06T18:02:01.861" v="551" actId="1076"/>
          <ac:spMkLst>
            <pc:docMk/>
            <pc:sldMk cId="2634582146" sldId="418"/>
            <ac:spMk id="2" creationId="{E5AC153A-AD22-4524-8D57-9C5A5B91B9B8}"/>
          </ac:spMkLst>
        </pc:spChg>
      </pc:sldChg>
      <pc:sldChg chg="modSp add replId">
        <pc:chgData name="Euclides Paim" userId="0d84fb374bcffaab" providerId="Windows Live" clId="Web-{EC18E236-7D50-4E12-AE66-F277F41B3F15}" dt="2020-10-06T18:01:47.158" v="541" actId="20577"/>
        <pc:sldMkLst>
          <pc:docMk/>
          <pc:sldMk cId="1687349896" sldId="419"/>
        </pc:sldMkLst>
        <pc:spChg chg="mod">
          <ac:chgData name="Euclides Paim" userId="0d84fb374bcffaab" providerId="Windows Live" clId="Web-{EC18E236-7D50-4E12-AE66-F277F41B3F15}" dt="2020-10-06T18:01:47.158" v="541" actId="20577"/>
          <ac:spMkLst>
            <pc:docMk/>
            <pc:sldMk cId="1687349896" sldId="419"/>
            <ac:spMk id="2" creationId="{E5AC153A-AD22-4524-8D57-9C5A5B91B9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F4894-F784-4519-9C56-FB09D3BE1893}" type="datetimeFigureOut">
              <a:rPr lang="pt-BR"/>
              <a:t>06/10/2020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9D57E-F1B0-4986-B268-66D28F9A6467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41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98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07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55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00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10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8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8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63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022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53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14C849-749F-4401-99B3-6A8C4A7AA7D0}" type="datetimeFigureOut">
              <a:rPr lang="pt-BR" smtClean="0"/>
              <a:pPr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12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cs typeface="Calibri" panose="020F0502020204030204"/>
              </a:rPr>
              <a:t>euclides.paim@ifc.edu.br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CE7AA5-E1E6-4D1E-91AC-CA05762D0EAA}"/>
              </a:ext>
            </a:extLst>
          </p:cNvPr>
          <p:cNvSpPr txBox="1"/>
          <p:nvPr/>
        </p:nvSpPr>
        <p:spPr>
          <a:xfrm>
            <a:off x="1733910" y="3071004"/>
            <a:ext cx="87385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600" b="1" dirty="0"/>
              <a:t>Hardware e Sistemas Operacionais</a:t>
            </a:r>
            <a:endParaRPr lang="pt-BR" sz="16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BCB967-DB78-40C0-A72A-F09C5D44A7F7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5" descr="Uma imagem contendo faca&#10;&#10;Descrição gerada automaticamente">
            <a:extLst>
              <a:ext uri="{FF2B5EF4-FFF2-40B4-BE49-F238E27FC236}">
                <a16:creationId xmlns:a16="http://schemas.microsoft.com/office/drawing/2014/main" id="{772C15A6-71B8-4399-B521-028FB141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3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6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ea typeface="+mn-lt"/>
                <a:cs typeface="+mn-lt"/>
              </a:rPr>
              <a:t>euclides.paim@ifc.edu.br</a:t>
            </a:r>
            <a:endParaRPr lang="de-DE">
              <a:ea typeface="+mn-lt"/>
              <a:cs typeface="+mn-lt"/>
            </a:endParaRPr>
          </a:p>
          <a:p>
            <a:endParaRPr lang="de-DE" i="1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754704" y="3142889"/>
            <a:ext cx="69701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600" b="1" dirty="0">
                <a:cs typeface="Calibri"/>
              </a:rPr>
              <a:t>Gerência do Processador</a:t>
            </a:r>
            <a:endParaRPr lang="pt-BR" sz="20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58B6992-D464-4E9E-9004-33BB3AF6F50F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46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>
                <a:ea typeface="+mn-lt"/>
                <a:cs typeface="+mn-lt"/>
              </a:rPr>
              <a:t>Sumário</a:t>
            </a:r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1434DD-739D-48EE-822A-8E8DCC1A72EA}"/>
              </a:ext>
            </a:extLst>
          </p:cNvPr>
          <p:cNvSpPr txBox="1"/>
          <p:nvPr/>
        </p:nvSpPr>
        <p:spPr>
          <a:xfrm>
            <a:off x="253041" y="1719533"/>
            <a:ext cx="11700294" cy="4842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Gerência do processador</a:t>
            </a: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 Introdução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Funções Básicas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 </a:t>
            </a:r>
            <a:r>
              <a:rPr lang="pt-BR" sz="2000" dirty="0">
                <a:ea typeface="+mn-lt"/>
                <a:cs typeface="+mn-lt"/>
              </a:rPr>
              <a:t>Ciclo de um processo 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Critérios de Escalonamento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Utilização 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en-CA" sz="2000" i="1" dirty="0">
                <a:ea typeface="+mn-lt"/>
                <a:cs typeface="+mn-lt"/>
              </a:rPr>
              <a:t>Throughput</a:t>
            </a:r>
            <a:br>
              <a:rPr lang="pt-BR" sz="2000" i="1" dirty="0">
                <a:ea typeface="+mn-lt"/>
                <a:cs typeface="+mn-lt"/>
              </a:rPr>
            </a:br>
            <a:r>
              <a:rPr lang="pt-BR" sz="2000" i="1" dirty="0">
                <a:ea typeface="+mn-lt"/>
                <a:cs typeface="+mn-lt"/>
              </a:rPr>
              <a:t>          </a:t>
            </a:r>
            <a:r>
              <a:rPr lang="pt-BR" sz="2000" dirty="0">
                <a:ea typeface="+mn-lt"/>
                <a:cs typeface="+mn-lt"/>
              </a:rPr>
              <a:t>- Tempo de CPU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Tempo de Espera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>
                <a:ea typeface="+mn-lt"/>
                <a:cs typeface="+mn-lt"/>
              </a:rPr>
              <a:t>Turnaround</a:t>
            </a:r>
            <a:br>
              <a:rPr lang="pt-BR" sz="2000" i="1" dirty="0">
                <a:ea typeface="+mn-lt"/>
                <a:cs typeface="+mn-lt"/>
              </a:rPr>
            </a:br>
            <a:r>
              <a:rPr lang="pt-BR" sz="2000" i="1" dirty="0">
                <a:ea typeface="+mn-lt"/>
                <a:cs typeface="+mn-lt"/>
              </a:rPr>
              <a:t>          </a:t>
            </a:r>
            <a:r>
              <a:rPr lang="pt-BR" sz="2000" dirty="0">
                <a:ea typeface="+mn-lt"/>
                <a:cs typeface="+mn-lt"/>
              </a:rPr>
              <a:t>- Tempo de Resposta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Escalonamento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Não preemptivo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Preemptivo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FIFO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SJF</a:t>
            </a:r>
            <a:br>
              <a:rPr lang="pt-BR" sz="2000" dirty="0">
                <a:ea typeface="+mn-lt"/>
                <a:cs typeface="+mn-lt"/>
              </a:rPr>
            </a:br>
            <a:endParaRPr lang="pt-BR" sz="2000" dirty="0">
              <a:ea typeface="+mn-lt"/>
              <a:cs typeface="+mn-lt"/>
            </a:endParaRPr>
          </a:p>
        </p:txBody>
      </p:sp>
      <p:pic>
        <p:nvPicPr>
          <p:cNvPr id="2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E871C1AB-BD80-4112-8E35-BCEEAD91D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0">
            <a:off x="8125004" y="2179788"/>
            <a:ext cx="2541198" cy="24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6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7" descr="Uma imagem contendo mesa, circuito, verde, computador&#10;&#10;Descrição gerada automaticamente">
            <a:extLst>
              <a:ext uri="{FF2B5EF4-FFF2-40B4-BE49-F238E27FC236}">
                <a16:creationId xmlns:a16="http://schemas.microsoft.com/office/drawing/2014/main" id="{51FCBA57-21C7-4CCE-A3CF-E07D7226F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39" y="1119699"/>
            <a:ext cx="9946256" cy="559626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5FE8574-2F85-4E7C-B31F-2FDB0C445A26}"/>
              </a:ext>
            </a:extLst>
          </p:cNvPr>
          <p:cNvSpPr>
            <a:spLocks noGrp="1"/>
          </p:cNvSpPr>
          <p:nvPr/>
        </p:nvSpPr>
        <p:spPr>
          <a:xfrm>
            <a:off x="2851568" y="2995522"/>
            <a:ext cx="6474844" cy="1608827"/>
          </a:xfrm>
          <a:custGeom>
            <a:avLst/>
            <a:gdLst>
              <a:gd name="connsiteX0" fmla="*/ 0 w 6474844"/>
              <a:gd name="connsiteY0" fmla="*/ 0 h 1608827"/>
              <a:gd name="connsiteX1" fmla="*/ 523874 w 6474844"/>
              <a:gd name="connsiteY1" fmla="*/ 0 h 1608827"/>
              <a:gd name="connsiteX2" fmla="*/ 982999 w 6474844"/>
              <a:gd name="connsiteY2" fmla="*/ 0 h 1608827"/>
              <a:gd name="connsiteX3" fmla="*/ 1442124 w 6474844"/>
              <a:gd name="connsiteY3" fmla="*/ 0 h 1608827"/>
              <a:gd name="connsiteX4" fmla="*/ 1836501 w 6474844"/>
              <a:gd name="connsiteY4" fmla="*/ 0 h 1608827"/>
              <a:gd name="connsiteX5" fmla="*/ 2230878 w 6474844"/>
              <a:gd name="connsiteY5" fmla="*/ 0 h 1608827"/>
              <a:gd name="connsiteX6" fmla="*/ 2625255 w 6474844"/>
              <a:gd name="connsiteY6" fmla="*/ 0 h 1608827"/>
              <a:gd name="connsiteX7" fmla="*/ 3278626 w 6474844"/>
              <a:gd name="connsiteY7" fmla="*/ 0 h 1608827"/>
              <a:gd name="connsiteX8" fmla="*/ 3673002 w 6474844"/>
              <a:gd name="connsiteY8" fmla="*/ 0 h 1608827"/>
              <a:gd name="connsiteX9" fmla="*/ 4132128 w 6474844"/>
              <a:gd name="connsiteY9" fmla="*/ 0 h 1608827"/>
              <a:gd name="connsiteX10" fmla="*/ 4591253 w 6474844"/>
              <a:gd name="connsiteY10" fmla="*/ 0 h 1608827"/>
              <a:gd name="connsiteX11" fmla="*/ 5309372 w 6474844"/>
              <a:gd name="connsiteY11" fmla="*/ 0 h 1608827"/>
              <a:gd name="connsiteX12" fmla="*/ 5703749 w 6474844"/>
              <a:gd name="connsiteY12" fmla="*/ 0 h 1608827"/>
              <a:gd name="connsiteX13" fmla="*/ 6474844 w 6474844"/>
              <a:gd name="connsiteY13" fmla="*/ 0 h 1608827"/>
              <a:gd name="connsiteX14" fmla="*/ 6474844 w 6474844"/>
              <a:gd name="connsiteY14" fmla="*/ 568452 h 1608827"/>
              <a:gd name="connsiteX15" fmla="*/ 6474844 w 6474844"/>
              <a:gd name="connsiteY15" fmla="*/ 1120816 h 1608827"/>
              <a:gd name="connsiteX16" fmla="*/ 6474844 w 6474844"/>
              <a:gd name="connsiteY16" fmla="*/ 1608827 h 1608827"/>
              <a:gd name="connsiteX17" fmla="*/ 6080467 w 6474844"/>
              <a:gd name="connsiteY17" fmla="*/ 1608827 h 1608827"/>
              <a:gd name="connsiteX18" fmla="*/ 5621342 w 6474844"/>
              <a:gd name="connsiteY18" fmla="*/ 1608827 h 1608827"/>
              <a:gd name="connsiteX19" fmla="*/ 5097468 w 6474844"/>
              <a:gd name="connsiteY19" fmla="*/ 1608827 h 1608827"/>
              <a:gd name="connsiteX20" fmla="*/ 4508846 w 6474844"/>
              <a:gd name="connsiteY20" fmla="*/ 1608827 h 1608827"/>
              <a:gd name="connsiteX21" fmla="*/ 3984972 w 6474844"/>
              <a:gd name="connsiteY21" fmla="*/ 1608827 h 1608827"/>
              <a:gd name="connsiteX22" fmla="*/ 3590595 w 6474844"/>
              <a:gd name="connsiteY22" fmla="*/ 1608827 h 1608827"/>
              <a:gd name="connsiteX23" fmla="*/ 3001973 w 6474844"/>
              <a:gd name="connsiteY23" fmla="*/ 1608827 h 1608827"/>
              <a:gd name="connsiteX24" fmla="*/ 2413351 w 6474844"/>
              <a:gd name="connsiteY24" fmla="*/ 1608827 h 1608827"/>
              <a:gd name="connsiteX25" fmla="*/ 1759980 w 6474844"/>
              <a:gd name="connsiteY25" fmla="*/ 1608827 h 1608827"/>
              <a:gd name="connsiteX26" fmla="*/ 1041861 w 6474844"/>
              <a:gd name="connsiteY26" fmla="*/ 1608827 h 1608827"/>
              <a:gd name="connsiteX27" fmla="*/ 582736 w 6474844"/>
              <a:gd name="connsiteY27" fmla="*/ 1608827 h 1608827"/>
              <a:gd name="connsiteX28" fmla="*/ 0 w 6474844"/>
              <a:gd name="connsiteY28" fmla="*/ 1608827 h 1608827"/>
              <a:gd name="connsiteX29" fmla="*/ 0 w 6474844"/>
              <a:gd name="connsiteY29" fmla="*/ 1120816 h 1608827"/>
              <a:gd name="connsiteX30" fmla="*/ 0 w 6474844"/>
              <a:gd name="connsiteY30" fmla="*/ 632805 h 1608827"/>
              <a:gd name="connsiteX31" fmla="*/ 0 w 6474844"/>
              <a:gd name="connsiteY31" fmla="*/ 0 h 1608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474844" h="1608827" extrusionOk="0">
                <a:moveTo>
                  <a:pt x="0" y="0"/>
                </a:moveTo>
                <a:cubicBezTo>
                  <a:pt x="260654" y="-9078"/>
                  <a:pt x="334253" y="35773"/>
                  <a:pt x="523874" y="0"/>
                </a:cubicBezTo>
                <a:cubicBezTo>
                  <a:pt x="713495" y="-35773"/>
                  <a:pt x="826057" y="5201"/>
                  <a:pt x="982999" y="0"/>
                </a:cubicBezTo>
                <a:cubicBezTo>
                  <a:pt x="1139942" y="-5201"/>
                  <a:pt x="1232182" y="21375"/>
                  <a:pt x="1442124" y="0"/>
                </a:cubicBezTo>
                <a:cubicBezTo>
                  <a:pt x="1652066" y="-21375"/>
                  <a:pt x="1727820" y="22031"/>
                  <a:pt x="1836501" y="0"/>
                </a:cubicBezTo>
                <a:cubicBezTo>
                  <a:pt x="1945182" y="-22031"/>
                  <a:pt x="2080946" y="38597"/>
                  <a:pt x="2230878" y="0"/>
                </a:cubicBezTo>
                <a:cubicBezTo>
                  <a:pt x="2380810" y="-38597"/>
                  <a:pt x="2519834" y="14139"/>
                  <a:pt x="2625255" y="0"/>
                </a:cubicBezTo>
                <a:cubicBezTo>
                  <a:pt x="2730676" y="-14139"/>
                  <a:pt x="3115213" y="31410"/>
                  <a:pt x="3278626" y="0"/>
                </a:cubicBezTo>
                <a:cubicBezTo>
                  <a:pt x="3442039" y="-31410"/>
                  <a:pt x="3585284" y="1461"/>
                  <a:pt x="3673002" y="0"/>
                </a:cubicBezTo>
                <a:cubicBezTo>
                  <a:pt x="3760720" y="-1461"/>
                  <a:pt x="4029260" y="34041"/>
                  <a:pt x="4132128" y="0"/>
                </a:cubicBezTo>
                <a:cubicBezTo>
                  <a:pt x="4234996" y="-34041"/>
                  <a:pt x="4402849" y="33145"/>
                  <a:pt x="4591253" y="0"/>
                </a:cubicBezTo>
                <a:cubicBezTo>
                  <a:pt x="4779658" y="-33145"/>
                  <a:pt x="5086342" y="76318"/>
                  <a:pt x="5309372" y="0"/>
                </a:cubicBezTo>
                <a:cubicBezTo>
                  <a:pt x="5532402" y="-76318"/>
                  <a:pt x="5571588" y="25581"/>
                  <a:pt x="5703749" y="0"/>
                </a:cubicBezTo>
                <a:cubicBezTo>
                  <a:pt x="5835910" y="-25581"/>
                  <a:pt x="6245522" y="7793"/>
                  <a:pt x="6474844" y="0"/>
                </a:cubicBezTo>
                <a:cubicBezTo>
                  <a:pt x="6482848" y="166790"/>
                  <a:pt x="6449962" y="375118"/>
                  <a:pt x="6474844" y="568452"/>
                </a:cubicBezTo>
                <a:cubicBezTo>
                  <a:pt x="6499726" y="761786"/>
                  <a:pt x="6437960" y="893354"/>
                  <a:pt x="6474844" y="1120816"/>
                </a:cubicBezTo>
                <a:cubicBezTo>
                  <a:pt x="6511728" y="1348278"/>
                  <a:pt x="6452590" y="1448550"/>
                  <a:pt x="6474844" y="1608827"/>
                </a:cubicBezTo>
                <a:cubicBezTo>
                  <a:pt x="6287103" y="1612336"/>
                  <a:pt x="6248506" y="1591731"/>
                  <a:pt x="6080467" y="1608827"/>
                </a:cubicBezTo>
                <a:cubicBezTo>
                  <a:pt x="5912428" y="1625923"/>
                  <a:pt x="5843208" y="1589423"/>
                  <a:pt x="5621342" y="1608827"/>
                </a:cubicBezTo>
                <a:cubicBezTo>
                  <a:pt x="5399476" y="1628231"/>
                  <a:pt x="5357684" y="1607471"/>
                  <a:pt x="5097468" y="1608827"/>
                </a:cubicBezTo>
                <a:cubicBezTo>
                  <a:pt x="4837252" y="1610183"/>
                  <a:pt x="4699580" y="1601245"/>
                  <a:pt x="4508846" y="1608827"/>
                </a:cubicBezTo>
                <a:cubicBezTo>
                  <a:pt x="4318112" y="1616409"/>
                  <a:pt x="4155284" y="1604163"/>
                  <a:pt x="3984972" y="1608827"/>
                </a:cubicBezTo>
                <a:cubicBezTo>
                  <a:pt x="3814660" y="1613491"/>
                  <a:pt x="3778735" y="1576019"/>
                  <a:pt x="3590595" y="1608827"/>
                </a:cubicBezTo>
                <a:cubicBezTo>
                  <a:pt x="3402455" y="1641635"/>
                  <a:pt x="3271322" y="1553984"/>
                  <a:pt x="3001973" y="1608827"/>
                </a:cubicBezTo>
                <a:cubicBezTo>
                  <a:pt x="2732624" y="1663670"/>
                  <a:pt x="2667755" y="1595021"/>
                  <a:pt x="2413351" y="1608827"/>
                </a:cubicBezTo>
                <a:cubicBezTo>
                  <a:pt x="2158947" y="1622633"/>
                  <a:pt x="1977000" y="1605723"/>
                  <a:pt x="1759980" y="1608827"/>
                </a:cubicBezTo>
                <a:cubicBezTo>
                  <a:pt x="1542960" y="1611931"/>
                  <a:pt x="1241628" y="1579877"/>
                  <a:pt x="1041861" y="1608827"/>
                </a:cubicBezTo>
                <a:cubicBezTo>
                  <a:pt x="842094" y="1637777"/>
                  <a:pt x="716690" y="1595238"/>
                  <a:pt x="582736" y="1608827"/>
                </a:cubicBezTo>
                <a:cubicBezTo>
                  <a:pt x="448782" y="1622416"/>
                  <a:pt x="196743" y="1566128"/>
                  <a:pt x="0" y="1608827"/>
                </a:cubicBezTo>
                <a:cubicBezTo>
                  <a:pt x="-4142" y="1389610"/>
                  <a:pt x="56959" y="1343373"/>
                  <a:pt x="0" y="1120816"/>
                </a:cubicBezTo>
                <a:cubicBezTo>
                  <a:pt x="-56959" y="898259"/>
                  <a:pt x="45064" y="847378"/>
                  <a:pt x="0" y="632805"/>
                </a:cubicBezTo>
                <a:cubicBezTo>
                  <a:pt x="-45064" y="418232"/>
                  <a:pt x="67850" y="231623"/>
                  <a:pt x="0" y="0"/>
                </a:cubicBezTo>
                <a:close/>
              </a:path>
            </a:pathLst>
          </a:custGeom>
          <a:noFill/>
          <a:ln w="28575"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70000"/>
              </a:lnSpc>
            </a:pPr>
            <a:endParaRPr lang="en-US" sz="4600" b="1" dirty="0">
              <a:solidFill>
                <a:srgbClr val="FFFFFF"/>
              </a:solidFill>
              <a:highlight>
                <a:srgbClr val="000000"/>
              </a:highlight>
              <a:latin typeface="Calibri"/>
              <a:ea typeface="+mj-ea"/>
              <a:cs typeface="Calibri"/>
            </a:endParaRPr>
          </a:p>
          <a:p>
            <a:pPr defTabSz="914400">
              <a:lnSpc>
                <a:spcPct val="70000"/>
              </a:lnSpc>
            </a:pPr>
            <a:r>
              <a:rPr lang="pt-BR" sz="4600" b="1" dirty="0">
                <a:solidFill>
                  <a:srgbClr val="FFFFFF"/>
                </a:solidFill>
                <a:highlight>
                  <a:srgbClr val="000000"/>
                </a:highlight>
                <a:latin typeface="Calibri"/>
                <a:ea typeface="+mj-ea"/>
                <a:cs typeface="Calibri"/>
              </a:rPr>
              <a:t>Gerência do  Processador</a:t>
            </a:r>
            <a:br>
              <a:rPr lang="en-US" sz="4600" b="1" dirty="0">
                <a:solidFill>
                  <a:srgbClr val="FFFFFF"/>
                </a:solidFill>
                <a:highlight>
                  <a:srgbClr val="000000"/>
                </a:highlight>
                <a:latin typeface="Calibri"/>
                <a:ea typeface="+mj-ea"/>
                <a:cs typeface="Calibri"/>
              </a:rPr>
            </a:br>
            <a:endParaRPr lang="en-US" sz="4600" b="1">
              <a:solidFill>
                <a:srgbClr val="FFFFFF"/>
              </a:solidFill>
              <a:highlight>
                <a:srgbClr val="000000"/>
              </a:highlight>
              <a:latin typeface="Calibri"/>
              <a:ea typeface="+mj-ea"/>
              <a:cs typeface="Calibri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>
                <a:cs typeface="Calibri"/>
              </a:rPr>
              <a:t>Gerência do Processador</a:t>
            </a:r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6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Introdução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2150854"/>
            <a:ext cx="11987840" cy="199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Introdução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Nos sistemas </a:t>
            </a:r>
            <a:r>
              <a:rPr lang="pt-BR" sz="2100" dirty="0" err="1">
                <a:ea typeface="+mn-lt"/>
                <a:cs typeface="+mn-lt"/>
              </a:rPr>
              <a:t>multiprogramáveis</a:t>
            </a:r>
            <a:r>
              <a:rPr lang="pt-BR" sz="2100" dirty="0">
                <a:ea typeface="+mn-lt"/>
                <a:cs typeface="+mn-lt"/>
              </a:rPr>
              <a:t> a gerência do processador tornou-se uma das atividades mais importantes em um sistema operacional;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Diversos processos podem estar no </a:t>
            </a:r>
            <a:r>
              <a:rPr lang="pt-BR" sz="2100" i="1" dirty="0">
                <a:ea typeface="+mn-lt"/>
                <a:cs typeface="+mn-lt"/>
              </a:rPr>
              <a:t>estado de pronto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Critérios devem ser estabelecidos para determinar </a:t>
            </a:r>
            <a:r>
              <a:rPr lang="pt-BR" sz="2100" i="1" dirty="0">
                <a:ea typeface="+mn-lt"/>
                <a:cs typeface="+mn-lt"/>
              </a:rPr>
              <a:t>qual</a:t>
            </a:r>
            <a:r>
              <a:rPr lang="pt-BR" sz="2100" dirty="0">
                <a:ea typeface="+mn-lt"/>
                <a:cs typeface="+mn-lt"/>
              </a:rPr>
              <a:t> processo será escolhido para fazer uso do processador.</a:t>
            </a: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145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Introdução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460741"/>
            <a:ext cx="11987840" cy="19400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Introdução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partir do momento em que </a:t>
            </a:r>
            <a:r>
              <a:rPr lang="pt-BR" sz="2100" u="sng" dirty="0">
                <a:ea typeface="+mn-lt"/>
                <a:cs typeface="+mn-lt"/>
              </a:rPr>
              <a:t>vários processos podem estar no estado de pronto</a:t>
            </a:r>
            <a:r>
              <a:rPr lang="pt-BR" sz="2100" dirty="0">
                <a:ea typeface="+mn-lt"/>
                <a:cs typeface="+mn-lt"/>
              </a:rPr>
              <a:t>, critérios devem ser estabelecidos para determinar qual processo será escolhido para fazer uso do processador. </a:t>
            </a: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Os critérios usados para a escolha compõem a chamada </a:t>
            </a:r>
            <a:r>
              <a:rPr lang="pt-BR" sz="2100" u="sng" dirty="0">
                <a:ea typeface="+mn-lt"/>
                <a:cs typeface="+mn-lt"/>
              </a:rPr>
              <a:t>política de escalonamento</a:t>
            </a:r>
            <a:r>
              <a:rPr lang="pt-BR" sz="2100" dirty="0">
                <a:ea typeface="+mn-lt"/>
                <a:cs typeface="+mn-lt"/>
              </a:rPr>
              <a:t>, que é a base da gerência do processador e da multiprogramação em um sistema operacional.</a:t>
            </a:r>
            <a:br>
              <a:rPr lang="pt-BR" sz="2100" dirty="0">
                <a:ea typeface="+mn-lt"/>
                <a:cs typeface="+mn-lt"/>
              </a:rPr>
            </a:br>
            <a:endParaRPr lang="pt-BR" sz="2100" dirty="0">
              <a:ea typeface="+mn-lt"/>
              <a:cs typeface="+mn-lt"/>
            </a:endParaRPr>
          </a:p>
        </p:txBody>
      </p:sp>
      <p:grpSp>
        <p:nvGrpSpPr>
          <p:cNvPr id="117" name="Group 7">
            <a:extLst>
              <a:ext uri="{FF2B5EF4-FFF2-40B4-BE49-F238E27FC236}">
                <a16:creationId xmlns:a16="http://schemas.microsoft.com/office/drawing/2014/main" id="{AEBEFEC6-5CBE-4A55-95C4-C4E0F1163D56}"/>
              </a:ext>
            </a:extLst>
          </p:cNvPr>
          <p:cNvGrpSpPr>
            <a:grpSpLocks/>
          </p:cNvGrpSpPr>
          <p:nvPr/>
        </p:nvGrpSpPr>
        <p:grpSpPr bwMode="auto">
          <a:xfrm>
            <a:off x="3113534" y="3440992"/>
            <a:ext cx="5760640" cy="3417463"/>
            <a:chOff x="2998515" y="3470393"/>
            <a:chExt cx="3084" cy="1848"/>
          </a:xfrm>
        </p:grpSpPr>
        <p:sp>
          <p:nvSpPr>
            <p:cNvPr id="118" name="Line 8">
              <a:extLst>
                <a:ext uri="{FF2B5EF4-FFF2-40B4-BE49-F238E27FC236}">
                  <a16:creationId xmlns:a16="http://schemas.microsoft.com/office/drawing/2014/main" id="{50F48F94-29C6-47AF-891C-C876C5F35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919" y="3471419"/>
              <a:ext cx="36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19" name="Line 9">
              <a:extLst>
                <a:ext uri="{FF2B5EF4-FFF2-40B4-BE49-F238E27FC236}">
                  <a16:creationId xmlns:a16="http://schemas.microsoft.com/office/drawing/2014/main" id="{674A99A1-22B7-42EF-9D49-ACDE85325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783" y="3471555"/>
              <a:ext cx="182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20" name="Line 10">
              <a:extLst>
                <a:ext uri="{FF2B5EF4-FFF2-40B4-BE49-F238E27FC236}">
                  <a16:creationId xmlns:a16="http://schemas.microsoft.com/office/drawing/2014/main" id="{B18DD53F-04B6-474D-B47B-3CB35AEA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0465" y="3471555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21" name="Line 11">
              <a:extLst>
                <a:ext uri="{FF2B5EF4-FFF2-40B4-BE49-F238E27FC236}">
                  <a16:creationId xmlns:a16="http://schemas.microsoft.com/office/drawing/2014/main" id="{22033ECE-FD9C-42D7-BB96-D339929A0A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9966" y="3471509"/>
              <a:ext cx="272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122" name="Group 12">
              <a:extLst>
                <a:ext uri="{FF2B5EF4-FFF2-40B4-BE49-F238E27FC236}">
                  <a16:creationId xmlns:a16="http://schemas.microsoft.com/office/drawing/2014/main" id="{95F7B0D7-0090-47A4-9D5A-B588014FE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286" y="3470393"/>
              <a:ext cx="907" cy="281"/>
              <a:chOff x="2999286" y="3470393"/>
              <a:chExt cx="907" cy="281"/>
            </a:xfrm>
          </p:grpSpPr>
          <p:sp>
            <p:nvSpPr>
              <p:cNvPr id="226" name="Oval 13">
                <a:extLst>
                  <a:ext uri="{FF2B5EF4-FFF2-40B4-BE49-F238E27FC236}">
                    <a16:creationId xmlns:a16="http://schemas.microsoft.com/office/drawing/2014/main" id="{3BA9EFC3-35DE-4761-AA55-90CCD9564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9286" y="3470393"/>
                <a:ext cx="907" cy="28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b="1"/>
              </a:p>
            </p:txBody>
          </p:sp>
          <p:sp>
            <p:nvSpPr>
              <p:cNvPr id="227" name="Text Box 14">
                <a:extLst>
                  <a:ext uri="{FF2B5EF4-FFF2-40B4-BE49-F238E27FC236}">
                    <a16:creationId xmlns:a16="http://schemas.microsoft.com/office/drawing/2014/main" id="{2EFAD28C-2D16-4729-9D63-EDEBDB0EC3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9470" y="3470442"/>
                <a:ext cx="570" cy="20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Execução</a:t>
                </a:r>
              </a:p>
            </p:txBody>
          </p:sp>
        </p:grpSp>
        <p:grpSp>
          <p:nvGrpSpPr>
            <p:cNvPr id="123" name="Group 15">
              <a:extLst>
                <a:ext uri="{FF2B5EF4-FFF2-40B4-BE49-F238E27FC236}">
                  <a16:creationId xmlns:a16="http://schemas.microsoft.com/office/drawing/2014/main" id="{16497968-CAE6-4CF1-8F0E-85D580BCCA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8515" y="3471255"/>
              <a:ext cx="907" cy="281"/>
              <a:chOff x="2998515" y="3471255"/>
              <a:chExt cx="907" cy="281"/>
            </a:xfrm>
          </p:grpSpPr>
          <p:sp>
            <p:nvSpPr>
              <p:cNvPr id="224" name="Oval 16">
                <a:extLst>
                  <a:ext uri="{FF2B5EF4-FFF2-40B4-BE49-F238E27FC236}">
                    <a16:creationId xmlns:a16="http://schemas.microsoft.com/office/drawing/2014/main" id="{6960C833-B244-4499-9549-6DF70101E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8515" y="3471255"/>
                <a:ext cx="907" cy="28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b="1"/>
              </a:p>
            </p:txBody>
          </p:sp>
          <p:sp>
            <p:nvSpPr>
              <p:cNvPr id="225" name="Text Box 17">
                <a:extLst>
                  <a:ext uri="{FF2B5EF4-FFF2-40B4-BE49-F238E27FC236}">
                    <a16:creationId xmlns:a16="http://schemas.microsoft.com/office/drawing/2014/main" id="{6AC3010A-5E8E-4900-A9C2-01F6CF2031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8737" y="3471291"/>
                <a:ext cx="438" cy="20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Espera</a:t>
                </a:r>
              </a:p>
            </p:txBody>
          </p:sp>
        </p:grpSp>
        <p:grpSp>
          <p:nvGrpSpPr>
            <p:cNvPr id="124" name="Group 18">
              <a:extLst>
                <a:ext uri="{FF2B5EF4-FFF2-40B4-BE49-F238E27FC236}">
                  <a16:creationId xmlns:a16="http://schemas.microsoft.com/office/drawing/2014/main" id="{7586A5F2-149D-4300-B0B3-A276CDC09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0057" y="3471255"/>
              <a:ext cx="907" cy="281"/>
              <a:chOff x="3000057" y="3471255"/>
              <a:chExt cx="907" cy="281"/>
            </a:xfrm>
          </p:grpSpPr>
          <p:sp>
            <p:nvSpPr>
              <p:cNvPr id="222" name="Oval 19">
                <a:extLst>
                  <a:ext uri="{FF2B5EF4-FFF2-40B4-BE49-F238E27FC236}">
                    <a16:creationId xmlns:a16="http://schemas.microsoft.com/office/drawing/2014/main" id="{472D40F3-89E4-4D87-A785-E9661A9D2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057" y="3471255"/>
                <a:ext cx="907" cy="28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b="1"/>
              </a:p>
            </p:txBody>
          </p:sp>
          <p:sp>
            <p:nvSpPr>
              <p:cNvPr id="223" name="Text Box 20">
                <a:extLst>
                  <a:ext uri="{FF2B5EF4-FFF2-40B4-BE49-F238E27FC236}">
                    <a16:creationId xmlns:a16="http://schemas.microsoft.com/office/drawing/2014/main" id="{458327D8-2B2B-4FC2-9BB5-C05A7AE57A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0299" y="3471305"/>
                <a:ext cx="458" cy="20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>
                    <a:latin typeface="+mj-lt"/>
                  </a:rPr>
                  <a:t>Pronto</a:t>
                </a:r>
              </a:p>
            </p:txBody>
          </p:sp>
        </p:grp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8211C8F8-5A32-4C22-A025-C41999ECD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8968" y="3470648"/>
              <a:ext cx="409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26" name="Line 22">
              <a:extLst>
                <a:ext uri="{FF2B5EF4-FFF2-40B4-BE49-F238E27FC236}">
                  <a16:creationId xmlns:a16="http://schemas.microsoft.com/office/drawing/2014/main" id="{6B839595-70C3-4C9A-B36A-78698A62F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9422" y="3471419"/>
              <a:ext cx="6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27" name="Line 23">
              <a:extLst>
                <a:ext uri="{FF2B5EF4-FFF2-40B4-BE49-F238E27FC236}">
                  <a16:creationId xmlns:a16="http://schemas.microsoft.com/office/drawing/2014/main" id="{7F7CBE37-B9AB-49F2-B521-C2D8516B9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102" y="3470648"/>
              <a:ext cx="409" cy="5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28" name="Line 24">
              <a:extLst>
                <a:ext uri="{FF2B5EF4-FFF2-40B4-BE49-F238E27FC236}">
                  <a16:creationId xmlns:a16="http://schemas.microsoft.com/office/drawing/2014/main" id="{3D63A712-F6D4-4D97-938C-CEF1D9620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99933" y="3470723"/>
              <a:ext cx="370" cy="4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129" name="Group 25">
              <a:extLst>
                <a:ext uri="{FF2B5EF4-FFF2-40B4-BE49-F238E27FC236}">
                  <a16:creationId xmlns:a16="http://schemas.microsoft.com/office/drawing/2014/main" id="{B5720855-4102-4280-BA0F-37457CF224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739" y="3471782"/>
              <a:ext cx="363" cy="345"/>
              <a:chOff x="2999739" y="3471782"/>
              <a:chExt cx="2089" cy="1983"/>
            </a:xfrm>
          </p:grpSpPr>
          <p:sp>
            <p:nvSpPr>
              <p:cNvPr id="200" name="Oval 26">
                <a:extLst>
                  <a:ext uri="{FF2B5EF4-FFF2-40B4-BE49-F238E27FC236}">
                    <a16:creationId xmlns:a16="http://schemas.microsoft.com/office/drawing/2014/main" id="{35A3FEF8-820D-4998-85FF-CEF89F7DF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9739" y="3471885"/>
                <a:ext cx="2089" cy="1880"/>
              </a:xfrm>
              <a:prstGeom prst="ellipse">
                <a:avLst/>
              </a:prstGeom>
              <a:solidFill>
                <a:srgbClr val="FFFFCC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01" name="Line 27">
                <a:extLst>
                  <a:ext uri="{FF2B5EF4-FFF2-40B4-BE49-F238E27FC236}">
                    <a16:creationId xmlns:a16="http://schemas.microsoft.com/office/drawing/2014/main" id="{E5002D36-400D-47F1-89CC-E10E2ECBF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0778" y="3471782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02" name="Line 28">
                <a:extLst>
                  <a:ext uri="{FF2B5EF4-FFF2-40B4-BE49-F238E27FC236}">
                    <a16:creationId xmlns:a16="http://schemas.microsoft.com/office/drawing/2014/main" id="{0D8BB076-2262-4FE2-BDD0-097C38A69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00000" flipV="1">
                <a:off x="3000707" y="3473084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03" name="Line 29">
                <a:extLst>
                  <a:ext uri="{FF2B5EF4-FFF2-40B4-BE49-F238E27FC236}">
                    <a16:creationId xmlns:a16="http://schemas.microsoft.com/office/drawing/2014/main" id="{915F4B2C-AEE6-4B0E-B5E6-DB3B13D001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800000">
                <a:off x="2999793" y="3473085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grpSp>
            <p:nvGrpSpPr>
              <p:cNvPr id="204" name="Group 30">
                <a:extLst>
                  <a:ext uri="{FF2B5EF4-FFF2-40B4-BE49-F238E27FC236}">
                    <a16:creationId xmlns:a16="http://schemas.microsoft.com/office/drawing/2014/main" id="{E71BAFDF-7A8E-459B-BB5B-183A38D7AD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0527" y="3472138"/>
                <a:ext cx="499" cy="1405"/>
                <a:chOff x="3000527" y="3472138"/>
                <a:chExt cx="499" cy="1405"/>
              </a:xfrm>
            </p:grpSpPr>
            <p:sp>
              <p:nvSpPr>
                <p:cNvPr id="205" name="Rectangle 31">
                  <a:extLst>
                    <a:ext uri="{FF2B5EF4-FFF2-40B4-BE49-F238E27FC236}">
                      <a16:creationId xmlns:a16="http://schemas.microsoft.com/office/drawing/2014/main" id="{0A26453D-66AE-4BA8-B0A2-4F8E8A1D3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527" y="3472206"/>
                  <a:ext cx="499" cy="133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06" name="Rectangle 32">
                  <a:extLst>
                    <a:ext uri="{FF2B5EF4-FFF2-40B4-BE49-F238E27FC236}">
                      <a16:creationId xmlns:a16="http://schemas.microsoft.com/office/drawing/2014/main" id="{DC78B179-5762-439A-830B-7E90A83BAB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573" y="3472138"/>
                  <a:ext cx="408" cy="1337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07" name="Line 33">
                  <a:extLst>
                    <a:ext uri="{FF2B5EF4-FFF2-40B4-BE49-F238E27FC236}">
                      <a16:creationId xmlns:a16="http://schemas.microsoft.com/office/drawing/2014/main" id="{4378FBC9-F5CF-4D00-8802-1D0B724935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53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08" name="Line 34">
                  <a:extLst>
                    <a:ext uri="{FF2B5EF4-FFF2-40B4-BE49-F238E27FC236}">
                      <a16:creationId xmlns:a16="http://schemas.microsoft.com/office/drawing/2014/main" id="{AE68733A-8E18-46FE-8F15-0D603468A9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58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09" name="Line 35">
                  <a:extLst>
                    <a:ext uri="{FF2B5EF4-FFF2-40B4-BE49-F238E27FC236}">
                      <a16:creationId xmlns:a16="http://schemas.microsoft.com/office/drawing/2014/main" id="{ED554609-BBF6-4F02-A7B9-183DBBC855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62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0" name="Line 36">
                  <a:extLst>
                    <a:ext uri="{FF2B5EF4-FFF2-40B4-BE49-F238E27FC236}">
                      <a16:creationId xmlns:a16="http://schemas.microsoft.com/office/drawing/2014/main" id="{827136F8-AB15-4DF4-ADFA-1338D60B4F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67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1" name="Line 37">
                  <a:extLst>
                    <a:ext uri="{FF2B5EF4-FFF2-40B4-BE49-F238E27FC236}">
                      <a16:creationId xmlns:a16="http://schemas.microsoft.com/office/drawing/2014/main" id="{DD862DBA-01FF-425C-A504-1B72D0762A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71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2" name="Line 38">
                  <a:extLst>
                    <a:ext uri="{FF2B5EF4-FFF2-40B4-BE49-F238E27FC236}">
                      <a16:creationId xmlns:a16="http://schemas.microsoft.com/office/drawing/2014/main" id="{D634449B-E2DB-4BDD-80A5-61097DD35B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76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3" name="Line 39">
                  <a:extLst>
                    <a:ext uri="{FF2B5EF4-FFF2-40B4-BE49-F238E27FC236}">
                      <a16:creationId xmlns:a16="http://schemas.microsoft.com/office/drawing/2014/main" id="{6CF58586-D05E-439A-A82B-812BAE35DB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80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4" name="Line 40">
                  <a:extLst>
                    <a:ext uri="{FF2B5EF4-FFF2-40B4-BE49-F238E27FC236}">
                      <a16:creationId xmlns:a16="http://schemas.microsoft.com/office/drawing/2014/main" id="{40AAA65D-6847-40CA-8AF6-DF85621FD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85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5" name="Line 41">
                  <a:extLst>
                    <a:ext uri="{FF2B5EF4-FFF2-40B4-BE49-F238E27FC236}">
                      <a16:creationId xmlns:a16="http://schemas.microsoft.com/office/drawing/2014/main" id="{E72BA618-8A86-4033-BF35-A88ADED90C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89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6" name="Line 42">
                  <a:extLst>
                    <a:ext uri="{FF2B5EF4-FFF2-40B4-BE49-F238E27FC236}">
                      <a16:creationId xmlns:a16="http://schemas.microsoft.com/office/drawing/2014/main" id="{26AAADD6-09B5-4902-BD90-9F7720A3D6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9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7" name="Line 43">
                  <a:extLst>
                    <a:ext uri="{FF2B5EF4-FFF2-40B4-BE49-F238E27FC236}">
                      <a16:creationId xmlns:a16="http://schemas.microsoft.com/office/drawing/2014/main" id="{85B4C0CC-E6E2-4D7A-8BF8-AFC6A92D49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98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8" name="Line 44">
                  <a:extLst>
                    <a:ext uri="{FF2B5EF4-FFF2-40B4-BE49-F238E27FC236}">
                      <a16:creationId xmlns:a16="http://schemas.microsoft.com/office/drawing/2014/main" id="{C0339B9A-C6D8-45F8-8C46-6A27D8EEDE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303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19" name="Line 45">
                  <a:extLst>
                    <a:ext uri="{FF2B5EF4-FFF2-40B4-BE49-F238E27FC236}">
                      <a16:creationId xmlns:a16="http://schemas.microsoft.com/office/drawing/2014/main" id="{06BB312E-1910-4983-B55D-2DF683712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307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20" name="Line 46">
                  <a:extLst>
                    <a:ext uri="{FF2B5EF4-FFF2-40B4-BE49-F238E27FC236}">
                      <a16:creationId xmlns:a16="http://schemas.microsoft.com/office/drawing/2014/main" id="{69DBF701-88B3-44A5-9A65-6C2AEB6CE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312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21" name="Line 47">
                  <a:extLst>
                    <a:ext uri="{FF2B5EF4-FFF2-40B4-BE49-F238E27FC236}">
                      <a16:creationId xmlns:a16="http://schemas.microsoft.com/office/drawing/2014/main" id="{CBEAF9F8-6DF4-48CF-84B7-1D43B75998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0618" y="347249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</p:grpSp>
        </p:grpSp>
        <p:grpSp>
          <p:nvGrpSpPr>
            <p:cNvPr id="130" name="Group 48">
              <a:extLst>
                <a:ext uri="{FF2B5EF4-FFF2-40B4-BE49-F238E27FC236}">
                  <a16:creationId xmlns:a16="http://schemas.microsoft.com/office/drawing/2014/main" id="{956842C6-4715-4C33-BE0D-98894F1206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0284" y="3471913"/>
              <a:ext cx="363" cy="328"/>
              <a:chOff x="3000284" y="3471913"/>
              <a:chExt cx="2089" cy="1885"/>
            </a:xfrm>
          </p:grpSpPr>
          <p:sp>
            <p:nvSpPr>
              <p:cNvPr id="178" name="Oval 49">
                <a:extLst>
                  <a:ext uri="{FF2B5EF4-FFF2-40B4-BE49-F238E27FC236}">
                    <a16:creationId xmlns:a16="http://schemas.microsoft.com/office/drawing/2014/main" id="{11BA32B1-F4D9-4A7D-83C9-3D4A32D86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284" y="3471913"/>
                <a:ext cx="2089" cy="1885"/>
              </a:xfrm>
              <a:prstGeom prst="ellipse">
                <a:avLst/>
              </a:prstGeom>
              <a:solidFill>
                <a:srgbClr val="FFFFCC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79" name="Line 50">
                <a:extLst>
                  <a:ext uri="{FF2B5EF4-FFF2-40B4-BE49-F238E27FC236}">
                    <a16:creationId xmlns:a16="http://schemas.microsoft.com/office/drawing/2014/main" id="{AE294781-470F-4CA1-BD6F-6AAFC13B7B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1323" y="3471944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80" name="Line 51">
                <a:extLst>
                  <a:ext uri="{FF2B5EF4-FFF2-40B4-BE49-F238E27FC236}">
                    <a16:creationId xmlns:a16="http://schemas.microsoft.com/office/drawing/2014/main" id="{27CA9887-56E0-4FF6-AA49-AA4B082C0E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00000" flipV="1">
                <a:off x="3001252" y="3473219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81" name="Line 52">
                <a:extLst>
                  <a:ext uri="{FF2B5EF4-FFF2-40B4-BE49-F238E27FC236}">
                    <a16:creationId xmlns:a16="http://schemas.microsoft.com/office/drawing/2014/main" id="{6BC0EFC4-020D-4DFF-83C4-A88F066DB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800000">
                <a:off x="3000338" y="3473220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grpSp>
            <p:nvGrpSpPr>
              <p:cNvPr id="182" name="Group 53">
                <a:extLst>
                  <a:ext uri="{FF2B5EF4-FFF2-40B4-BE49-F238E27FC236}">
                    <a16:creationId xmlns:a16="http://schemas.microsoft.com/office/drawing/2014/main" id="{E7BEA60F-4875-468F-9AC0-9D71758CFC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1072" y="3472300"/>
                <a:ext cx="499" cy="1405"/>
                <a:chOff x="3001072" y="3472300"/>
                <a:chExt cx="499" cy="1405"/>
              </a:xfrm>
            </p:grpSpPr>
            <p:sp>
              <p:nvSpPr>
                <p:cNvPr id="183" name="Rectangle 54">
                  <a:extLst>
                    <a:ext uri="{FF2B5EF4-FFF2-40B4-BE49-F238E27FC236}">
                      <a16:creationId xmlns:a16="http://schemas.microsoft.com/office/drawing/2014/main" id="{65788949-A5F9-45BF-BC07-C8C88E0E5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1072" y="3472368"/>
                  <a:ext cx="499" cy="133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84" name="Rectangle 55">
                  <a:extLst>
                    <a:ext uri="{FF2B5EF4-FFF2-40B4-BE49-F238E27FC236}">
                      <a16:creationId xmlns:a16="http://schemas.microsoft.com/office/drawing/2014/main" id="{4F6B8E6A-4096-4B32-9D32-EE54B95F4B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1118" y="3472300"/>
                  <a:ext cx="408" cy="1337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85" name="Line 56">
                  <a:extLst>
                    <a:ext uri="{FF2B5EF4-FFF2-40B4-BE49-F238E27FC236}">
                      <a16:creationId xmlns:a16="http://schemas.microsoft.com/office/drawing/2014/main" id="{5018EE28-5792-4831-B9CA-D74369624B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69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86" name="Line 57">
                  <a:extLst>
                    <a:ext uri="{FF2B5EF4-FFF2-40B4-BE49-F238E27FC236}">
                      <a16:creationId xmlns:a16="http://schemas.microsoft.com/office/drawing/2014/main" id="{47C9417F-E529-4C7D-B26E-CFF020C231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74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87" name="Line 58">
                  <a:extLst>
                    <a:ext uri="{FF2B5EF4-FFF2-40B4-BE49-F238E27FC236}">
                      <a16:creationId xmlns:a16="http://schemas.microsoft.com/office/drawing/2014/main" id="{55DC8D4D-A930-445D-A06D-07B584EF46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78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88" name="Line 59">
                  <a:extLst>
                    <a:ext uri="{FF2B5EF4-FFF2-40B4-BE49-F238E27FC236}">
                      <a16:creationId xmlns:a16="http://schemas.microsoft.com/office/drawing/2014/main" id="{5B595D0F-4ACE-46DA-9AEF-240A6A3768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83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89" name="Line 60">
                  <a:extLst>
                    <a:ext uri="{FF2B5EF4-FFF2-40B4-BE49-F238E27FC236}">
                      <a16:creationId xmlns:a16="http://schemas.microsoft.com/office/drawing/2014/main" id="{6F469028-34FD-4972-B455-ED553FB6AE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87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0" name="Line 61">
                  <a:extLst>
                    <a:ext uri="{FF2B5EF4-FFF2-40B4-BE49-F238E27FC236}">
                      <a16:creationId xmlns:a16="http://schemas.microsoft.com/office/drawing/2014/main" id="{302E6A86-6ECD-46FD-9598-723EEE6A86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92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1" name="Line 62">
                  <a:extLst>
                    <a:ext uri="{FF2B5EF4-FFF2-40B4-BE49-F238E27FC236}">
                      <a16:creationId xmlns:a16="http://schemas.microsoft.com/office/drawing/2014/main" id="{271CC837-21C2-4283-9934-6B943EA7D3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96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2" name="Line 63">
                  <a:extLst>
                    <a:ext uri="{FF2B5EF4-FFF2-40B4-BE49-F238E27FC236}">
                      <a16:creationId xmlns:a16="http://schemas.microsoft.com/office/drawing/2014/main" id="{E8C904AA-4ADE-4139-B357-9B20C7CB77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301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3" name="Line 64">
                  <a:extLst>
                    <a:ext uri="{FF2B5EF4-FFF2-40B4-BE49-F238E27FC236}">
                      <a16:creationId xmlns:a16="http://schemas.microsoft.com/office/drawing/2014/main" id="{2FB61228-DEC6-4A89-8873-BDD0D91137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306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4" name="Line 65">
                  <a:extLst>
                    <a:ext uri="{FF2B5EF4-FFF2-40B4-BE49-F238E27FC236}">
                      <a16:creationId xmlns:a16="http://schemas.microsoft.com/office/drawing/2014/main" id="{A7ED2372-080C-4D58-9757-99A5BE71B5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310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5" name="Line 66">
                  <a:extLst>
                    <a:ext uri="{FF2B5EF4-FFF2-40B4-BE49-F238E27FC236}">
                      <a16:creationId xmlns:a16="http://schemas.microsoft.com/office/drawing/2014/main" id="{013EA68A-6A25-48A9-A3F0-AD1A8B0067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315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6" name="Line 67">
                  <a:extLst>
                    <a:ext uri="{FF2B5EF4-FFF2-40B4-BE49-F238E27FC236}">
                      <a16:creationId xmlns:a16="http://schemas.microsoft.com/office/drawing/2014/main" id="{C0799E15-DFFD-4D17-A655-7DDF82A1D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319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7" name="Line 68">
                  <a:extLst>
                    <a:ext uri="{FF2B5EF4-FFF2-40B4-BE49-F238E27FC236}">
                      <a16:creationId xmlns:a16="http://schemas.microsoft.com/office/drawing/2014/main" id="{E5BFC725-11E3-44B1-925B-246F6A35CF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324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8" name="Line 69">
                  <a:extLst>
                    <a:ext uri="{FF2B5EF4-FFF2-40B4-BE49-F238E27FC236}">
                      <a16:creationId xmlns:a16="http://schemas.microsoft.com/office/drawing/2014/main" id="{ECD49430-C320-4794-ABE2-76D1A0570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329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99" name="Line 70">
                  <a:extLst>
                    <a:ext uri="{FF2B5EF4-FFF2-40B4-BE49-F238E27FC236}">
                      <a16:creationId xmlns:a16="http://schemas.microsoft.com/office/drawing/2014/main" id="{AE34785E-5DB0-4EFB-9B57-4DB779E6D4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163" y="347262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</p:grpSp>
        </p:grpSp>
        <p:grpSp>
          <p:nvGrpSpPr>
            <p:cNvPr id="131" name="Group 71">
              <a:extLst>
                <a:ext uri="{FF2B5EF4-FFF2-40B4-BE49-F238E27FC236}">
                  <a16:creationId xmlns:a16="http://schemas.microsoft.com/office/drawing/2014/main" id="{DD792C0A-7A88-4739-81DE-A21AC8C0ED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0873" y="3471827"/>
              <a:ext cx="363" cy="345"/>
              <a:chOff x="3000873" y="3471827"/>
              <a:chExt cx="2089" cy="1983"/>
            </a:xfrm>
          </p:grpSpPr>
          <p:sp>
            <p:nvSpPr>
              <p:cNvPr id="156" name="Oval 72">
                <a:extLst>
                  <a:ext uri="{FF2B5EF4-FFF2-40B4-BE49-F238E27FC236}">
                    <a16:creationId xmlns:a16="http://schemas.microsoft.com/office/drawing/2014/main" id="{87BFDC78-FF61-4D46-9472-8CE944CF1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873" y="3471930"/>
                <a:ext cx="2089" cy="1880"/>
              </a:xfrm>
              <a:prstGeom prst="ellipse">
                <a:avLst/>
              </a:prstGeom>
              <a:solidFill>
                <a:srgbClr val="FFFFCC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57" name="Line 73">
                <a:extLst>
                  <a:ext uri="{FF2B5EF4-FFF2-40B4-BE49-F238E27FC236}">
                    <a16:creationId xmlns:a16="http://schemas.microsoft.com/office/drawing/2014/main" id="{44DEBD2F-4606-4EE8-9A5A-3548035C60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1912" y="3471827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58" name="Line 74">
                <a:extLst>
                  <a:ext uri="{FF2B5EF4-FFF2-40B4-BE49-F238E27FC236}">
                    <a16:creationId xmlns:a16="http://schemas.microsoft.com/office/drawing/2014/main" id="{1089EBE1-2D95-4114-9158-09687D520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00000" flipV="1">
                <a:off x="3001841" y="3473129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59" name="Line 75">
                <a:extLst>
                  <a:ext uri="{FF2B5EF4-FFF2-40B4-BE49-F238E27FC236}">
                    <a16:creationId xmlns:a16="http://schemas.microsoft.com/office/drawing/2014/main" id="{F94B8278-7680-48FC-A554-49335CDD08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800000">
                <a:off x="3000927" y="3473130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grpSp>
            <p:nvGrpSpPr>
              <p:cNvPr id="160" name="Group 76">
                <a:extLst>
                  <a:ext uri="{FF2B5EF4-FFF2-40B4-BE49-F238E27FC236}">
                    <a16:creationId xmlns:a16="http://schemas.microsoft.com/office/drawing/2014/main" id="{69969553-587A-475E-B8D9-44DFD4385B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1661" y="3472183"/>
                <a:ext cx="499" cy="1405"/>
                <a:chOff x="3001661" y="3472183"/>
                <a:chExt cx="499" cy="1405"/>
              </a:xfrm>
            </p:grpSpPr>
            <p:sp>
              <p:nvSpPr>
                <p:cNvPr id="161" name="Rectangle 77">
                  <a:extLst>
                    <a:ext uri="{FF2B5EF4-FFF2-40B4-BE49-F238E27FC236}">
                      <a16:creationId xmlns:a16="http://schemas.microsoft.com/office/drawing/2014/main" id="{DFD96CA2-9DFE-4D66-9DA9-92BCFAF883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1661" y="3472251"/>
                  <a:ext cx="499" cy="133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2" name="Rectangle 78">
                  <a:extLst>
                    <a:ext uri="{FF2B5EF4-FFF2-40B4-BE49-F238E27FC236}">
                      <a16:creationId xmlns:a16="http://schemas.microsoft.com/office/drawing/2014/main" id="{A24B746D-D78F-4B22-8593-78A95753C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1707" y="3472183"/>
                  <a:ext cx="408" cy="1337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3" name="Line 79">
                  <a:extLst>
                    <a:ext uri="{FF2B5EF4-FFF2-40B4-BE49-F238E27FC236}">
                      <a16:creationId xmlns:a16="http://schemas.microsoft.com/office/drawing/2014/main" id="{18FEA971-BD80-4993-A442-9190737F12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58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4" name="Line 80">
                  <a:extLst>
                    <a:ext uri="{FF2B5EF4-FFF2-40B4-BE49-F238E27FC236}">
                      <a16:creationId xmlns:a16="http://schemas.microsoft.com/office/drawing/2014/main" id="{49554A3D-872A-45B2-ACC5-643977C58F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62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5" name="Line 81">
                  <a:extLst>
                    <a:ext uri="{FF2B5EF4-FFF2-40B4-BE49-F238E27FC236}">
                      <a16:creationId xmlns:a16="http://schemas.microsoft.com/office/drawing/2014/main" id="{F50F3A70-3E68-4F90-A048-04ACC687ED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67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6" name="Line 82">
                  <a:extLst>
                    <a:ext uri="{FF2B5EF4-FFF2-40B4-BE49-F238E27FC236}">
                      <a16:creationId xmlns:a16="http://schemas.microsoft.com/office/drawing/2014/main" id="{ECE1968B-DFA3-4951-A04E-514F187B5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71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7" name="Line 83">
                  <a:extLst>
                    <a:ext uri="{FF2B5EF4-FFF2-40B4-BE49-F238E27FC236}">
                      <a16:creationId xmlns:a16="http://schemas.microsoft.com/office/drawing/2014/main" id="{D352CCD9-3712-47DD-8F77-14FED874DB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76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8" name="Line 84">
                  <a:extLst>
                    <a:ext uri="{FF2B5EF4-FFF2-40B4-BE49-F238E27FC236}">
                      <a16:creationId xmlns:a16="http://schemas.microsoft.com/office/drawing/2014/main" id="{C97943E5-FD44-4B37-B1FC-495AB408A9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80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69" name="Line 85">
                  <a:extLst>
                    <a:ext uri="{FF2B5EF4-FFF2-40B4-BE49-F238E27FC236}">
                      <a16:creationId xmlns:a16="http://schemas.microsoft.com/office/drawing/2014/main" id="{5A74F40D-8FA7-4CD8-BF7A-C0465827E0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85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0" name="Line 86">
                  <a:extLst>
                    <a:ext uri="{FF2B5EF4-FFF2-40B4-BE49-F238E27FC236}">
                      <a16:creationId xmlns:a16="http://schemas.microsoft.com/office/drawing/2014/main" id="{F71EA429-DF61-4EFB-AA9D-4CDCB0D16D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89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1" name="Line 87">
                  <a:extLst>
                    <a:ext uri="{FF2B5EF4-FFF2-40B4-BE49-F238E27FC236}">
                      <a16:creationId xmlns:a16="http://schemas.microsoft.com/office/drawing/2014/main" id="{128E7F34-6FE3-4446-ABA2-4C4D6BDAB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9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2" name="Line 88">
                  <a:extLst>
                    <a:ext uri="{FF2B5EF4-FFF2-40B4-BE49-F238E27FC236}">
                      <a16:creationId xmlns:a16="http://schemas.microsoft.com/office/drawing/2014/main" id="{703F5AC3-5D5B-4654-AF02-264A9005DD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98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3" name="Line 89">
                  <a:extLst>
                    <a:ext uri="{FF2B5EF4-FFF2-40B4-BE49-F238E27FC236}">
                      <a16:creationId xmlns:a16="http://schemas.microsoft.com/office/drawing/2014/main" id="{C3E3D885-998B-4DF6-83AE-5826EAF318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303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4" name="Line 90">
                  <a:extLst>
                    <a:ext uri="{FF2B5EF4-FFF2-40B4-BE49-F238E27FC236}">
                      <a16:creationId xmlns:a16="http://schemas.microsoft.com/office/drawing/2014/main" id="{F094C738-59AB-48AA-80D8-BE6D543840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307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5" name="Line 91">
                  <a:extLst>
                    <a:ext uri="{FF2B5EF4-FFF2-40B4-BE49-F238E27FC236}">
                      <a16:creationId xmlns:a16="http://schemas.microsoft.com/office/drawing/2014/main" id="{55939D8A-313F-4B2D-89AD-42E7BC87C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312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6" name="Line 92">
                  <a:extLst>
                    <a:ext uri="{FF2B5EF4-FFF2-40B4-BE49-F238E27FC236}">
                      <a16:creationId xmlns:a16="http://schemas.microsoft.com/office/drawing/2014/main" id="{796A1104-3FA9-4E6E-97B2-736BF175B4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317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77" name="Line 93">
                  <a:extLst>
                    <a:ext uri="{FF2B5EF4-FFF2-40B4-BE49-F238E27FC236}">
                      <a16:creationId xmlns:a16="http://schemas.microsoft.com/office/drawing/2014/main" id="{EFE7921C-457F-498F-97FA-68314F116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1752" y="347253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</p:grpSp>
        </p:grpSp>
        <p:grpSp>
          <p:nvGrpSpPr>
            <p:cNvPr id="132" name="Group 94">
              <a:extLst>
                <a:ext uri="{FF2B5EF4-FFF2-40B4-BE49-F238E27FC236}">
                  <a16:creationId xmlns:a16="http://schemas.microsoft.com/office/drawing/2014/main" id="{6E6E12F9-7B1B-45D4-AA17-259FB642CD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1236" y="3471373"/>
              <a:ext cx="363" cy="345"/>
              <a:chOff x="3001236" y="3471373"/>
              <a:chExt cx="2089" cy="1983"/>
            </a:xfrm>
          </p:grpSpPr>
          <p:sp>
            <p:nvSpPr>
              <p:cNvPr id="134" name="Oval 95">
                <a:extLst>
                  <a:ext uri="{FF2B5EF4-FFF2-40B4-BE49-F238E27FC236}">
                    <a16:creationId xmlns:a16="http://schemas.microsoft.com/office/drawing/2014/main" id="{2284CFCB-541F-46E4-85AC-18C7B8247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236" y="3471476"/>
                <a:ext cx="2089" cy="1880"/>
              </a:xfrm>
              <a:prstGeom prst="ellipse">
                <a:avLst/>
              </a:prstGeom>
              <a:solidFill>
                <a:srgbClr val="FFFFCC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35" name="Line 96">
                <a:extLst>
                  <a:ext uri="{FF2B5EF4-FFF2-40B4-BE49-F238E27FC236}">
                    <a16:creationId xmlns:a16="http://schemas.microsoft.com/office/drawing/2014/main" id="{EE7C4490-8811-4740-8BB0-4B571ECCE2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2275" y="3471373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36" name="Line 97">
                <a:extLst>
                  <a:ext uri="{FF2B5EF4-FFF2-40B4-BE49-F238E27FC236}">
                    <a16:creationId xmlns:a16="http://schemas.microsoft.com/office/drawing/2014/main" id="{BC43B335-80A3-4A73-A247-F7793E573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00000" flipV="1">
                <a:off x="3002204" y="3472675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37" name="Line 98">
                <a:extLst>
                  <a:ext uri="{FF2B5EF4-FFF2-40B4-BE49-F238E27FC236}">
                    <a16:creationId xmlns:a16="http://schemas.microsoft.com/office/drawing/2014/main" id="{37477A78-2F1E-4E18-8160-059D4C886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800000">
                <a:off x="3001290" y="3472676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grpSp>
            <p:nvGrpSpPr>
              <p:cNvPr id="138" name="Group 99">
                <a:extLst>
                  <a:ext uri="{FF2B5EF4-FFF2-40B4-BE49-F238E27FC236}">
                    <a16:creationId xmlns:a16="http://schemas.microsoft.com/office/drawing/2014/main" id="{55748E88-B1B8-4BEF-B131-525CBF83D8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2024" y="3471729"/>
                <a:ext cx="499" cy="1405"/>
                <a:chOff x="3002024" y="3471729"/>
                <a:chExt cx="499" cy="1405"/>
              </a:xfrm>
            </p:grpSpPr>
            <p:sp>
              <p:nvSpPr>
                <p:cNvPr id="139" name="Rectangle 100">
                  <a:extLst>
                    <a:ext uri="{FF2B5EF4-FFF2-40B4-BE49-F238E27FC236}">
                      <a16:creationId xmlns:a16="http://schemas.microsoft.com/office/drawing/2014/main" id="{81FDF54B-3DF7-4E7B-8C56-DC5B46164B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2024" y="3471797"/>
                  <a:ext cx="499" cy="133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0" name="Rectangle 101">
                  <a:extLst>
                    <a:ext uri="{FF2B5EF4-FFF2-40B4-BE49-F238E27FC236}">
                      <a16:creationId xmlns:a16="http://schemas.microsoft.com/office/drawing/2014/main" id="{12781CED-911B-47B5-964D-069794AA1C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2070" y="3471729"/>
                  <a:ext cx="408" cy="1337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1" name="Line 102">
                  <a:extLst>
                    <a:ext uri="{FF2B5EF4-FFF2-40B4-BE49-F238E27FC236}">
                      <a16:creationId xmlns:a16="http://schemas.microsoft.com/office/drawing/2014/main" id="{6B43642B-AE1C-4DFD-8BEB-5F5DE1674D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12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2" name="Line 103">
                  <a:extLst>
                    <a:ext uri="{FF2B5EF4-FFF2-40B4-BE49-F238E27FC236}">
                      <a16:creationId xmlns:a16="http://schemas.microsoft.com/office/drawing/2014/main" id="{F530CD07-DB96-4B5F-889A-41D9595AD7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17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3" name="Line 104">
                  <a:extLst>
                    <a:ext uri="{FF2B5EF4-FFF2-40B4-BE49-F238E27FC236}">
                      <a16:creationId xmlns:a16="http://schemas.microsoft.com/office/drawing/2014/main" id="{82426030-5249-477B-8434-DAEF73EB27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21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4" name="Line 105">
                  <a:extLst>
                    <a:ext uri="{FF2B5EF4-FFF2-40B4-BE49-F238E27FC236}">
                      <a16:creationId xmlns:a16="http://schemas.microsoft.com/office/drawing/2014/main" id="{26EDCF20-6477-4C3B-8D48-B711007022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26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5" name="Line 106">
                  <a:extLst>
                    <a:ext uri="{FF2B5EF4-FFF2-40B4-BE49-F238E27FC236}">
                      <a16:creationId xmlns:a16="http://schemas.microsoft.com/office/drawing/2014/main" id="{C8671283-2862-4AA2-A6E2-9EE0D03263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30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6" name="Line 107">
                  <a:extLst>
                    <a:ext uri="{FF2B5EF4-FFF2-40B4-BE49-F238E27FC236}">
                      <a16:creationId xmlns:a16="http://schemas.microsoft.com/office/drawing/2014/main" id="{E24745BD-96DD-4958-BEC2-16B16C4C4A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35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7" name="Line 108">
                  <a:extLst>
                    <a:ext uri="{FF2B5EF4-FFF2-40B4-BE49-F238E27FC236}">
                      <a16:creationId xmlns:a16="http://schemas.microsoft.com/office/drawing/2014/main" id="{FEC9ECC3-C280-4419-B2C9-702C853E6A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39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8" name="Line 109">
                  <a:extLst>
                    <a:ext uri="{FF2B5EF4-FFF2-40B4-BE49-F238E27FC236}">
                      <a16:creationId xmlns:a16="http://schemas.microsoft.com/office/drawing/2014/main" id="{52527814-A430-4CA1-A3BA-E1C6FC709F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4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49" name="Line 110">
                  <a:extLst>
                    <a:ext uri="{FF2B5EF4-FFF2-40B4-BE49-F238E27FC236}">
                      <a16:creationId xmlns:a16="http://schemas.microsoft.com/office/drawing/2014/main" id="{0A48F465-F5A8-4DF1-94FE-C3E06A6469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48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50" name="Line 111">
                  <a:extLst>
                    <a:ext uri="{FF2B5EF4-FFF2-40B4-BE49-F238E27FC236}">
                      <a16:creationId xmlns:a16="http://schemas.microsoft.com/office/drawing/2014/main" id="{18ECA1A2-675A-4FAF-A5E5-D015BB6063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53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51" name="Line 112">
                  <a:extLst>
                    <a:ext uri="{FF2B5EF4-FFF2-40B4-BE49-F238E27FC236}">
                      <a16:creationId xmlns:a16="http://schemas.microsoft.com/office/drawing/2014/main" id="{F02E3DE1-5169-4721-A3DC-A13851DABB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58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52" name="Line 113">
                  <a:extLst>
                    <a:ext uri="{FF2B5EF4-FFF2-40B4-BE49-F238E27FC236}">
                      <a16:creationId xmlns:a16="http://schemas.microsoft.com/office/drawing/2014/main" id="{6FF9C7ED-4C02-44B9-AD81-1B8D441173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62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53" name="Line 114">
                  <a:extLst>
                    <a:ext uri="{FF2B5EF4-FFF2-40B4-BE49-F238E27FC236}">
                      <a16:creationId xmlns:a16="http://schemas.microsoft.com/office/drawing/2014/main" id="{64762D36-F25E-4ED6-B02B-4D3875CA15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67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54" name="Line 115">
                  <a:extLst>
                    <a:ext uri="{FF2B5EF4-FFF2-40B4-BE49-F238E27FC236}">
                      <a16:creationId xmlns:a16="http://schemas.microsoft.com/office/drawing/2014/main" id="{341B85E9-2AE2-4EDB-8025-33625B6465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71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155" name="Line 116">
                  <a:extLst>
                    <a:ext uri="{FF2B5EF4-FFF2-40B4-BE49-F238E27FC236}">
                      <a16:creationId xmlns:a16="http://schemas.microsoft.com/office/drawing/2014/main" id="{115A6CF7-74FE-479C-A7F5-BB2552F484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115" y="347208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</p:grpSp>
        </p:grpSp>
        <p:sp>
          <p:nvSpPr>
            <p:cNvPr id="133" name="Text Box 117">
              <a:extLst>
                <a:ext uri="{FF2B5EF4-FFF2-40B4-BE49-F238E27FC236}">
                  <a16:creationId xmlns:a16="http://schemas.microsoft.com/office/drawing/2014/main" id="{D0DDB51E-EBD2-4BC7-9C7F-44095E6A6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179455">
              <a:off x="3000051" y="3470783"/>
              <a:ext cx="730" cy="1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b="1" dirty="0">
                  <a:solidFill>
                    <a:srgbClr val="FF0000"/>
                  </a:solidFill>
                </a:rPr>
                <a:t>Escalonamento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335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Introdução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460741"/>
            <a:ext cx="8494144" cy="4497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pt-BR" sz="2100" b="1" dirty="0">
                <a:ea typeface="+mn-lt"/>
                <a:cs typeface="+mn-lt"/>
              </a:rPr>
              <a:t> Ciclo de um processo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pt-BR" sz="20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ea typeface="+mn-lt"/>
                <a:cs typeface="+mn-lt"/>
              </a:rPr>
              <a:t>Execução na CPU (</a:t>
            </a:r>
            <a:r>
              <a:rPr lang="pt-BR" sz="2000" b="1" i="1" dirty="0">
                <a:ea typeface="+mn-lt"/>
                <a:cs typeface="+mn-lt"/>
              </a:rPr>
              <a:t>CPU </a:t>
            </a:r>
            <a:r>
              <a:rPr lang="pt-BR" sz="2000" b="1" i="1" dirty="0" err="1">
                <a:ea typeface="+mn-lt"/>
                <a:cs typeface="+mn-lt"/>
              </a:rPr>
              <a:t>Burst</a:t>
            </a:r>
            <a:r>
              <a:rPr lang="pt-BR" sz="2000" dirty="0">
                <a:ea typeface="+mn-lt"/>
                <a:cs typeface="+mn-lt"/>
              </a:rPr>
              <a:t>) seguido de espera até à finalização de um operação de I/O (</a:t>
            </a:r>
            <a:r>
              <a:rPr lang="pt-BR" sz="2000" b="1" i="1" dirty="0">
                <a:ea typeface="+mn-lt"/>
                <a:cs typeface="+mn-lt"/>
              </a:rPr>
              <a:t>I/O </a:t>
            </a:r>
            <a:r>
              <a:rPr lang="pt-BR" sz="2000" b="1" i="1" dirty="0" err="1">
                <a:ea typeface="+mn-lt"/>
                <a:cs typeface="+mn-lt"/>
              </a:rPr>
              <a:t>Burst</a:t>
            </a:r>
            <a:r>
              <a:rPr lang="pt-BR" sz="2000" dirty="0">
                <a:ea typeface="+mn-lt"/>
                <a:cs typeface="+mn-lt"/>
              </a:rPr>
              <a:t>);</a:t>
            </a:r>
            <a:endParaRPr lang="en-US" sz="200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pt-BR" sz="20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000" b="1" dirty="0">
                <a:ea typeface="+mn-lt"/>
                <a:cs typeface="+mn-lt"/>
              </a:rPr>
              <a:t>Processo I/O-</a:t>
            </a:r>
            <a:r>
              <a:rPr lang="pt-BR" sz="2000" b="1" dirty="0" err="1">
                <a:ea typeface="+mn-lt"/>
                <a:cs typeface="+mn-lt"/>
              </a:rPr>
              <a:t>bound</a:t>
            </a:r>
            <a:r>
              <a:rPr lang="pt-BR" sz="2000" b="1" dirty="0">
                <a:ea typeface="+mn-lt"/>
                <a:cs typeface="+mn-lt"/>
              </a:rPr>
              <a:t> </a:t>
            </a:r>
            <a:r>
              <a:rPr lang="pt-BR" sz="2000" dirty="0">
                <a:ea typeface="+mn-lt"/>
                <a:cs typeface="+mn-lt"/>
              </a:rPr>
              <a:t>– Gasta a maior parte do tempo executando E/S que computação;</a:t>
            </a:r>
            <a:endParaRPr lang="en-US" sz="200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ea typeface="+mn-lt"/>
                <a:cs typeface="+mn-lt"/>
              </a:rPr>
              <a:t> Vários </a:t>
            </a:r>
            <a:r>
              <a:rPr lang="pt-BR" sz="2000" i="1" dirty="0" err="1">
                <a:ea typeface="+mn-lt"/>
                <a:cs typeface="+mn-lt"/>
              </a:rPr>
              <a:t>bursts</a:t>
            </a:r>
            <a:r>
              <a:rPr lang="pt-BR" sz="2000" dirty="0">
                <a:ea typeface="+mn-lt"/>
                <a:cs typeface="+mn-lt"/>
              </a:rPr>
              <a:t> de CPU curtos;</a:t>
            </a:r>
            <a:endParaRPr lang="en-US" sz="200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pt-BR" sz="20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000" b="1" dirty="0">
                <a:ea typeface="+mn-lt"/>
                <a:cs typeface="+mn-lt"/>
              </a:rPr>
              <a:t>Processo CPU-</a:t>
            </a:r>
            <a:r>
              <a:rPr lang="pt-BR" sz="2000" b="1" dirty="0" err="1">
                <a:ea typeface="+mn-lt"/>
                <a:cs typeface="+mn-lt"/>
              </a:rPr>
              <a:t>bound</a:t>
            </a:r>
            <a:r>
              <a:rPr lang="pt-BR" sz="2000" dirty="0">
                <a:ea typeface="+mn-lt"/>
                <a:cs typeface="+mn-lt"/>
              </a:rPr>
              <a:t> – Gasta a maior parte do tempo realizando computação; </a:t>
            </a:r>
            <a:endParaRPr lang="en-US" sz="200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ea typeface="+mn-lt"/>
                <a:cs typeface="+mn-lt"/>
              </a:rPr>
              <a:t>Poucos </a:t>
            </a:r>
            <a:r>
              <a:rPr lang="pt-BR" sz="2000" i="1" dirty="0" err="1">
                <a:ea typeface="+mn-lt"/>
                <a:cs typeface="+mn-lt"/>
              </a:rPr>
              <a:t>bursts</a:t>
            </a:r>
            <a:r>
              <a:rPr lang="pt-BR" sz="2000" dirty="0">
                <a:ea typeface="+mn-lt"/>
                <a:cs typeface="+mn-lt"/>
              </a:rPr>
              <a:t> de CPU de longa duração;</a:t>
            </a:r>
            <a:endParaRPr lang="en-US" sz="200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pt-BR" sz="20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ea typeface="+mn-lt"/>
                <a:cs typeface="+mn-lt"/>
              </a:rPr>
              <a:t>Essas características influenciam no sucesso do escalonamento da CPU.</a:t>
            </a:r>
          </a:p>
        </p:txBody>
      </p:sp>
      <p:pic>
        <p:nvPicPr>
          <p:cNvPr id="6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F713E28A-CA75-42F9-B8BA-DB73CFDCE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637" y="667110"/>
            <a:ext cx="3229934" cy="618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5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Funções Básicas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95533" y="2208363"/>
            <a:ext cx="11800936" cy="24360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A política de escalonamento possui diversas funções básicas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Manter o processador ocupado a maior parte do tempo;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Balancear o uso da CPU entre processos;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Privilegiar a execução de aplicações críticas;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Oferecer tempos de resposta razoáveis para usuários interativos;</a:t>
            </a:r>
            <a:endParaRPr lang="en-US" sz="2100" dirty="0">
              <a:ea typeface="+mn-lt"/>
              <a:cs typeface="+mn-lt"/>
            </a:endParaRPr>
          </a:p>
          <a:p>
            <a:pPr lvl="1" algn="just">
              <a:lnSpc>
                <a:spcPct val="90000"/>
              </a:lnSpc>
              <a:spcBef>
                <a:spcPts val="375"/>
              </a:spcBef>
            </a:pPr>
            <a:endParaRPr lang="pt-BR" sz="2100" dirty="0"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spcBef>
                <a:spcPts val="375"/>
              </a:spcBef>
            </a:pPr>
            <a:r>
              <a:rPr lang="pt-BR" sz="2100" dirty="0">
                <a:ea typeface="+mn-lt"/>
                <a:cs typeface="+mn-lt"/>
              </a:rPr>
              <a:t>Obs.: Cada S.O possui sua política de escalonamento;</a:t>
            </a:r>
            <a:endParaRPr lang="en-US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6605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Funções Básicas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66137" y="1719533"/>
            <a:ext cx="11800936" cy="37533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Rotinas importantes do S.O na gerência do processador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Escalonador (</a:t>
            </a:r>
            <a:r>
              <a:rPr lang="pt-BR" sz="2100" b="1" i="1" dirty="0" err="1">
                <a:ea typeface="+mn-lt"/>
                <a:cs typeface="+mn-lt"/>
              </a:rPr>
              <a:t>scheduler</a:t>
            </a:r>
            <a:r>
              <a:rPr lang="pt-BR" sz="2100" dirty="0">
                <a:ea typeface="+mn-lt"/>
                <a:cs typeface="+mn-lt"/>
              </a:rPr>
              <a:t>)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dirty="0">
                <a:ea typeface="+mn-lt"/>
                <a:cs typeface="+mn-lt"/>
              </a:rPr>
              <a:t>Implementa os critérios da política de escalonamento;</a:t>
            </a:r>
            <a:endParaRPr lang="en-US" sz="2100" dirty="0">
              <a:ea typeface="+mn-lt"/>
              <a:cs typeface="+mn-lt"/>
            </a:endParaRPr>
          </a:p>
          <a:p>
            <a:pPr lvl="3" algn="just">
              <a:lnSpc>
                <a:spcPct val="90000"/>
              </a:lnSpc>
              <a:spcBef>
                <a:spcPts val="375"/>
              </a:spcBef>
            </a:pPr>
            <a:endParaRPr lang="pt-BR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b="1" i="1" dirty="0" err="1">
                <a:ea typeface="+mn-lt"/>
                <a:cs typeface="+mn-lt"/>
              </a:rPr>
              <a:t>Dispatcher</a:t>
            </a:r>
            <a:endParaRPr lang="pt-BR" sz="2100" dirty="0" err="1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dirty="0">
                <a:ea typeface="+mn-lt"/>
                <a:cs typeface="+mn-lt"/>
              </a:rPr>
              <a:t>Responsável pela troca de contexto dos processos após o escalonador determinar qual processo deve fazer uso do processador;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dirty="0">
                <a:ea typeface="+mn-lt"/>
                <a:cs typeface="+mn-lt"/>
              </a:rPr>
              <a:t>Deve ser tão rápido quanto possível;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dirty="0">
                <a:ea typeface="+mn-lt"/>
                <a:cs typeface="+mn-lt"/>
              </a:rPr>
              <a:t>O tempo que decorre entre a interrupção de execução de um processo e o início de outro é designado por </a:t>
            </a:r>
            <a:r>
              <a:rPr lang="pt-BR" sz="2100" b="1" i="1" dirty="0">
                <a:ea typeface="+mn-lt"/>
                <a:cs typeface="+mn-lt"/>
              </a:rPr>
              <a:t>latência do </a:t>
            </a:r>
            <a:r>
              <a:rPr lang="pt-BR" sz="2100" b="1" i="1" dirty="0" err="1">
                <a:ea typeface="+mn-lt"/>
                <a:cs typeface="+mn-lt"/>
              </a:rPr>
              <a:t>dispatcher</a:t>
            </a:r>
            <a:r>
              <a:rPr lang="pt-BR" sz="2100" dirty="0">
                <a:ea typeface="+mn-lt"/>
                <a:cs typeface="+mn-lt"/>
              </a:rPr>
              <a:t>.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695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Funções Básicas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345722"/>
            <a:ext cx="11800936" cy="383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Estrutura do Escalonador</a:t>
            </a:r>
            <a:endParaRPr lang="pt-BR" sz="2100" b="1" dirty="0"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B6C304-240B-4D67-ACD7-298024CD0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24000" contras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84839" y="2390316"/>
            <a:ext cx="7432624" cy="3663769"/>
          </a:xfrm>
          <a:prstGeom prst="rect">
            <a:avLst/>
          </a:prstGeom>
        </p:spPr>
      </p:pic>
      <p:sp>
        <p:nvSpPr>
          <p:cNvPr id="8" name="CaixaDeTexto 3">
            <a:extLst>
              <a:ext uri="{FF2B5EF4-FFF2-40B4-BE49-F238E27FC236}">
                <a16:creationId xmlns:a16="http://schemas.microsoft.com/office/drawing/2014/main" id="{FEE37F7E-F99E-4A46-BB39-9A7262418DA2}"/>
              </a:ext>
            </a:extLst>
          </p:cNvPr>
          <p:cNvSpPr txBox="1"/>
          <p:nvPr/>
        </p:nvSpPr>
        <p:spPr>
          <a:xfrm>
            <a:off x="8716802" y="4219149"/>
            <a:ext cx="756000" cy="369332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rgbClr val="000000"/>
                </a:solidFill>
                <a:latin typeface="Calibri"/>
                <a:cs typeface="Calibri"/>
              </a:rPr>
              <a:t>CPU</a:t>
            </a:r>
          </a:p>
        </p:txBody>
      </p:sp>
      <p:sp>
        <p:nvSpPr>
          <p:cNvPr id="9" name="CaixaDeTexto 4">
            <a:extLst>
              <a:ext uri="{FF2B5EF4-FFF2-40B4-BE49-F238E27FC236}">
                <a16:creationId xmlns:a16="http://schemas.microsoft.com/office/drawing/2014/main" id="{1E9FEA05-8FDA-4479-B317-4877248F50C6}"/>
              </a:ext>
            </a:extLst>
          </p:cNvPr>
          <p:cNvSpPr txBox="1"/>
          <p:nvPr/>
        </p:nvSpPr>
        <p:spPr>
          <a:xfrm>
            <a:off x="6320269" y="4320580"/>
            <a:ext cx="1221439" cy="369332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i="1" dirty="0" err="1">
                <a:solidFill>
                  <a:srgbClr val="000000"/>
                </a:solidFill>
                <a:latin typeface="Calibri"/>
                <a:cs typeface="Calibri"/>
              </a:rPr>
              <a:t>Dispatcher</a:t>
            </a:r>
            <a:endParaRPr lang="pt-BR" b="1" i="1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0" name="CaixaDeTexto 5">
            <a:extLst>
              <a:ext uri="{FF2B5EF4-FFF2-40B4-BE49-F238E27FC236}">
                <a16:creationId xmlns:a16="http://schemas.microsoft.com/office/drawing/2014/main" id="{04B476A0-AA51-4BAC-ABEF-97648D94A325}"/>
              </a:ext>
            </a:extLst>
          </p:cNvPr>
          <p:cNvSpPr txBox="1"/>
          <p:nvPr/>
        </p:nvSpPr>
        <p:spPr>
          <a:xfrm>
            <a:off x="4163733" y="4323158"/>
            <a:ext cx="1389509" cy="369332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rgbClr val="000000"/>
                </a:solidFill>
                <a:latin typeface="Calibri"/>
                <a:cs typeface="Calibri"/>
              </a:rPr>
              <a:t>Escalonador</a:t>
            </a:r>
          </a:p>
        </p:txBody>
      </p:sp>
      <p:sp>
        <p:nvSpPr>
          <p:cNvPr id="13" name="Triângulo isósceles 12">
            <a:extLst>
              <a:ext uri="{FF2B5EF4-FFF2-40B4-BE49-F238E27FC236}">
                <a16:creationId xmlns:a16="http://schemas.microsoft.com/office/drawing/2014/main" id="{2026DFDE-B33B-4D57-A6F9-194E2A9BA479}"/>
              </a:ext>
            </a:extLst>
          </p:cNvPr>
          <p:cNvSpPr/>
          <p:nvPr/>
        </p:nvSpPr>
        <p:spPr>
          <a:xfrm rot="5400000">
            <a:off x="5588203" y="2778932"/>
            <a:ext cx="201647" cy="20590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4" name="Triângulo isósceles 13">
            <a:extLst>
              <a:ext uri="{FF2B5EF4-FFF2-40B4-BE49-F238E27FC236}">
                <a16:creationId xmlns:a16="http://schemas.microsoft.com/office/drawing/2014/main" id="{1799409C-F2AB-4C3E-820C-F9296FE5C688}"/>
              </a:ext>
            </a:extLst>
          </p:cNvPr>
          <p:cNvSpPr/>
          <p:nvPr/>
        </p:nvSpPr>
        <p:spPr>
          <a:xfrm rot="16200000">
            <a:off x="6617609" y="5347027"/>
            <a:ext cx="201647" cy="20590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40B02B30-167E-41C3-942C-B2443C7E50E6}"/>
              </a:ext>
            </a:extLst>
          </p:cNvPr>
          <p:cNvSpPr txBox="1"/>
          <p:nvPr/>
        </p:nvSpPr>
        <p:spPr>
          <a:xfrm>
            <a:off x="2323738" y="2348040"/>
            <a:ext cx="1851035" cy="369332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rgbClr val="000000"/>
                </a:solidFill>
                <a:latin typeface="Calibri"/>
                <a:cs typeface="Calibri"/>
              </a:rPr>
              <a:t>Fila de processos</a:t>
            </a:r>
          </a:p>
        </p:txBody>
      </p:sp>
      <p:sp>
        <p:nvSpPr>
          <p:cNvPr id="11" name="CaixaDeTexto 6">
            <a:extLst>
              <a:ext uri="{FF2B5EF4-FFF2-40B4-BE49-F238E27FC236}">
                <a16:creationId xmlns:a16="http://schemas.microsoft.com/office/drawing/2014/main" id="{5A4AC803-9A1C-4A28-95DD-66FA4DDFD3F9}"/>
              </a:ext>
            </a:extLst>
          </p:cNvPr>
          <p:cNvSpPr txBox="1"/>
          <p:nvPr/>
        </p:nvSpPr>
        <p:spPr>
          <a:xfrm>
            <a:off x="5586073" y="2721237"/>
            <a:ext cx="1966053" cy="646331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rgbClr val="000000"/>
                </a:solidFill>
                <a:latin typeface="Calibri"/>
                <a:cs typeface="Calibri"/>
              </a:rPr>
              <a:t>Seleciona um processo</a:t>
            </a:r>
          </a:p>
        </p:txBody>
      </p:sp>
      <p:sp>
        <p:nvSpPr>
          <p:cNvPr id="12" name="CaixaDeTexto 7">
            <a:extLst>
              <a:ext uri="{FF2B5EF4-FFF2-40B4-BE49-F238E27FC236}">
                <a16:creationId xmlns:a16="http://schemas.microsoft.com/office/drawing/2014/main" id="{F6ED8AB0-8B73-4651-8094-B0A15372E960}"/>
              </a:ext>
            </a:extLst>
          </p:cNvPr>
          <p:cNvSpPr txBox="1"/>
          <p:nvPr/>
        </p:nvSpPr>
        <p:spPr>
          <a:xfrm>
            <a:off x="4472608" y="5244144"/>
            <a:ext cx="2361886" cy="646331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rgbClr val="000000"/>
                </a:solidFill>
                <a:latin typeface="Calibri"/>
                <a:cs typeface="Calibri"/>
              </a:rPr>
              <a:t>Coloca o processo em execução</a:t>
            </a:r>
          </a:p>
        </p:txBody>
      </p:sp>
    </p:spTree>
    <p:extLst>
      <p:ext uri="{BB962C8B-B14F-4D97-AF65-F5344CB8AC3E}">
        <p14:creationId xmlns:p14="http://schemas.microsoft.com/office/powerpoint/2010/main" val="50125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Critérios de 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95533" y="1762665"/>
            <a:ext cx="11800936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>
                <a:ea typeface="+mn-lt"/>
                <a:cs typeface="+mn-lt"/>
              </a:rPr>
              <a:t>A política de escalonamento depende das características do sistema operacional.</a:t>
            </a:r>
            <a:endParaRPr lang="pt-BR"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Em sistemas de </a:t>
            </a:r>
            <a:r>
              <a:rPr lang="pt-BR" sz="2100" b="1" dirty="0">
                <a:ea typeface="+mn-lt"/>
                <a:cs typeface="+mn-lt"/>
              </a:rPr>
              <a:t>tempo compartilhado</a:t>
            </a:r>
            <a:r>
              <a:rPr lang="pt-BR" sz="2100" dirty="0">
                <a:ea typeface="+mn-lt"/>
                <a:cs typeface="+mn-lt"/>
              </a:rPr>
              <a:t> o escalonamento trata todos os processos de forma igual, evitando, que um processo fique indefinidamente esperando pelo uso do processador.</a:t>
            </a:r>
          </a:p>
          <a:p>
            <a:endParaRPr lang="pt-BR" sz="21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Em sistemas de </a:t>
            </a:r>
            <a:r>
              <a:rPr lang="pt-BR" sz="2100" b="1" dirty="0">
                <a:ea typeface="+mn-lt"/>
                <a:cs typeface="+mn-lt"/>
              </a:rPr>
              <a:t>tempo real</a:t>
            </a:r>
            <a:r>
              <a:rPr lang="pt-BR" sz="2100" dirty="0">
                <a:ea typeface="+mn-lt"/>
                <a:cs typeface="+mn-lt"/>
              </a:rPr>
              <a:t> o escalonamento sempre prioriza a execução de processos críticos , com alta prioridade, em detrimento de outros processos.</a:t>
            </a:r>
            <a:br>
              <a:rPr lang="pt-BR" sz="2100" dirty="0">
                <a:ea typeface="+mn-lt"/>
                <a:cs typeface="+mn-lt"/>
              </a:rPr>
            </a:br>
            <a:br>
              <a:rPr lang="pt-BR" sz="2100" dirty="0">
                <a:ea typeface="+mn-lt"/>
                <a:cs typeface="+mn-lt"/>
              </a:rPr>
            </a:br>
            <a:endParaRPr lang="pt-BR" sz="2100" dirty="0">
              <a:ea typeface="+mn-lt"/>
              <a:cs typeface="+mn-lt"/>
            </a:endParaRPr>
          </a:p>
          <a:p>
            <a:r>
              <a:rPr lang="pt-BR" sz="2100" dirty="0">
                <a:ea typeface="+mn-lt"/>
                <a:cs typeface="+mn-lt"/>
              </a:rPr>
              <a:t>Os principais critérios que são considerados em uma política de escalonamento são os seguintes:</a:t>
            </a:r>
          </a:p>
        </p:txBody>
      </p:sp>
    </p:spTree>
    <p:extLst>
      <p:ext uri="{BB962C8B-B14F-4D97-AF65-F5344CB8AC3E}">
        <p14:creationId xmlns:p14="http://schemas.microsoft.com/office/powerpoint/2010/main" val="110172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Critérios de 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95533" y="1446363"/>
            <a:ext cx="1180093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Utilização do processador</a:t>
            </a: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Quase em todos os sistemas é esperado que o processador esteja a maior parte do tempo ocupado.</a:t>
            </a:r>
            <a:br>
              <a:rPr lang="pt-BR" sz="2100" dirty="0">
                <a:ea typeface="+mn-lt"/>
                <a:cs typeface="+mn-lt"/>
              </a:rPr>
            </a:br>
            <a:endParaRPr lang="pt-BR" sz="21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2100" b="1" i="1" dirty="0" err="1">
                <a:ea typeface="+mn-lt"/>
                <a:cs typeface="+mn-lt"/>
              </a:rPr>
              <a:t>Throughput</a:t>
            </a:r>
            <a:br>
              <a:rPr lang="pt-BR" sz="2100" b="1" i="1" dirty="0">
                <a:ea typeface="+mn-lt"/>
                <a:cs typeface="+mn-lt"/>
              </a:rPr>
            </a:br>
            <a:r>
              <a:rPr lang="pt-BR" sz="2100" i="1" dirty="0" err="1">
                <a:ea typeface="+mn-lt"/>
                <a:cs typeface="+mn-lt"/>
              </a:rPr>
              <a:t>Throughput</a:t>
            </a:r>
            <a:r>
              <a:rPr lang="pt-BR" sz="2100" dirty="0">
                <a:ea typeface="+mn-lt"/>
                <a:cs typeface="+mn-lt"/>
              </a:rPr>
              <a:t> representa o número de processos executados em um determinado intervalo de tempo.</a:t>
            </a:r>
            <a:endParaRPr lang="en-US" sz="2100" dirty="0">
              <a:ea typeface="+mn-lt"/>
              <a:cs typeface="+mn-lt"/>
            </a:endParaRPr>
          </a:p>
          <a:p>
            <a:endParaRPr lang="en-US" sz="2100" dirty="0">
              <a:ea typeface="+mn-lt"/>
              <a:cs typeface="+mn-lt"/>
            </a:endParaRPr>
          </a:p>
          <a:p>
            <a:endParaRPr lang="en-US" sz="21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Tempo de Processador / Tempo de CPU</a:t>
            </a: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É o tempo que um processo leva no estado de execução durante seu processamento.  A política de escalonamento não influencia este tempo que depende apenas do programa executado e do volume de dados processado.</a:t>
            </a:r>
            <a:endParaRPr lang="en-US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4582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Critérios de 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95533" y="1388854"/>
            <a:ext cx="11800936" cy="4939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Tempo de Espera</a:t>
            </a: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Tempo de espera é o tempo total que um processo permanece na fila de pronto durante seu processamento, aguardando para ser executado.</a:t>
            </a:r>
            <a:br>
              <a:rPr lang="pt-BR" sz="2100" dirty="0">
                <a:ea typeface="+mn-lt"/>
                <a:cs typeface="+mn-lt"/>
              </a:rPr>
            </a:br>
            <a:endParaRPr lang="pt-BR" sz="210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Tempo de </a:t>
            </a:r>
            <a:r>
              <a:rPr lang="pt-BR" sz="2100" b="1" i="1" dirty="0">
                <a:ea typeface="+mn-lt"/>
                <a:cs typeface="+mn-lt"/>
              </a:rPr>
              <a:t>Turnaround</a:t>
            </a:r>
            <a:br>
              <a:rPr lang="pt-BR" sz="2100" b="1" i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Tempo de turnaround é o tempo que um processo leva desde a sua criação até seu término.</a:t>
            </a:r>
            <a:endParaRPr lang="en-US" sz="2100" dirty="0">
              <a:ea typeface="+mn-lt"/>
              <a:cs typeface="+mn-lt"/>
            </a:endParaRPr>
          </a:p>
          <a:p>
            <a:endParaRPr lang="en-US" sz="2100" dirty="0">
              <a:ea typeface="+mn-lt"/>
              <a:cs typeface="+mn-lt"/>
            </a:endParaRPr>
          </a:p>
          <a:p>
            <a:endParaRPr lang="en-US" sz="21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2100" b="1" dirty="0">
                <a:ea typeface="+mn-lt"/>
                <a:cs typeface="+mn-lt"/>
              </a:rPr>
              <a:t>Tempo de Resposta</a:t>
            </a: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Tempo de resposta é o tempo decorrido entre uma requisição ao sistema e o instante em que a resposta é exibida.</a:t>
            </a:r>
            <a:br>
              <a:rPr lang="pt-BR" sz="2100" dirty="0">
                <a:ea typeface="+mn-lt"/>
                <a:cs typeface="+mn-lt"/>
              </a:rPr>
            </a:br>
            <a:endParaRPr lang="pt-BR" sz="2100" dirty="0">
              <a:ea typeface="+mn-lt"/>
              <a:cs typeface="+mn-lt"/>
            </a:endParaRPr>
          </a:p>
          <a:p>
            <a:r>
              <a:rPr lang="pt-BR" sz="2100" dirty="0">
                <a:ea typeface="+mn-lt"/>
                <a:cs typeface="+mn-lt"/>
              </a:rPr>
              <a:t>Em todos os casos, uma política de escalonamento sempre busca otimizar o uso do processador e o </a:t>
            </a:r>
            <a:r>
              <a:rPr lang="pt-BR" sz="2100" i="1" dirty="0" err="1">
                <a:ea typeface="+mn-lt"/>
                <a:cs typeface="+mn-lt"/>
              </a:rPr>
              <a:t>throughput</a:t>
            </a:r>
            <a:r>
              <a:rPr lang="pt-BR" sz="2100" dirty="0">
                <a:ea typeface="+mn-lt"/>
                <a:cs typeface="+mn-lt"/>
              </a:rPr>
              <a:t>.</a:t>
            </a:r>
            <a:endParaRPr lang="en-US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7349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503873"/>
            <a:ext cx="11800936" cy="3855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Escalonamento Não-Preemptivo</a:t>
            </a: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Nenhum evento externo pode ocasionar a perda do uso da CPU pelo processo que está em execução;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processo somente sai do </a:t>
            </a:r>
            <a:r>
              <a:rPr lang="pt-BR" sz="2100" i="1" dirty="0">
                <a:ea typeface="+mn-lt"/>
                <a:cs typeface="+mn-lt"/>
              </a:rPr>
              <a:t>estado de execução </a:t>
            </a:r>
            <a:r>
              <a:rPr lang="pt-BR" sz="2100" dirty="0">
                <a:ea typeface="+mn-lt"/>
                <a:cs typeface="+mn-lt"/>
              </a:rPr>
              <a:t>(perde o processador) caso:</a:t>
            </a:r>
            <a:endParaRPr lang="en-US" sz="2100" dirty="0">
              <a:ea typeface="+mn-lt"/>
              <a:cs typeface="+mn-lt"/>
            </a:endParaRPr>
          </a:p>
          <a:p>
            <a:pPr marL="10287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Termine seu processamento; </a:t>
            </a:r>
            <a:endParaRPr lang="en-US" sz="2100" dirty="0">
              <a:ea typeface="+mn-lt"/>
              <a:cs typeface="+mn-lt"/>
            </a:endParaRPr>
          </a:p>
          <a:p>
            <a:pPr marL="10287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Execute instruções do próprio código que ocasionem uma mudança para o </a:t>
            </a:r>
            <a:r>
              <a:rPr lang="pt-BR" sz="2100" i="1" dirty="0">
                <a:ea typeface="+mn-lt"/>
                <a:cs typeface="+mn-lt"/>
              </a:rPr>
              <a:t>estado de espera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Escalonamento Preemptivo</a:t>
            </a: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sistema operacional pode interromper um processo em execução e passá-lo para o </a:t>
            </a:r>
            <a:r>
              <a:rPr lang="pt-BR" sz="2100" i="1" dirty="0">
                <a:ea typeface="+mn-lt"/>
                <a:cs typeface="+mn-lt"/>
              </a:rPr>
              <a:t>estado de pronto</a:t>
            </a:r>
            <a:r>
              <a:rPr lang="pt-BR" sz="2100" dirty="0">
                <a:ea typeface="+mn-lt"/>
                <a:cs typeface="+mn-lt"/>
              </a:rPr>
              <a:t>, com o objetivo de alocar outro processo na CPU.</a:t>
            </a: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0779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345722"/>
            <a:ext cx="11800936" cy="48823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Escalonamento FIFO (</a:t>
            </a:r>
            <a:r>
              <a:rPr lang="pt-BR" sz="2100" b="1" i="1" dirty="0" err="1">
                <a:ea typeface="+mn-lt"/>
                <a:cs typeface="+mn-lt"/>
              </a:rPr>
              <a:t>first</a:t>
            </a:r>
            <a:r>
              <a:rPr lang="pt-BR" sz="2100" b="1" i="1" dirty="0">
                <a:ea typeface="+mn-lt"/>
                <a:cs typeface="+mn-lt"/>
              </a:rPr>
              <a:t> in, </a:t>
            </a:r>
            <a:r>
              <a:rPr lang="pt-BR" sz="2100" b="1" i="1" dirty="0" err="1">
                <a:ea typeface="+mn-lt"/>
                <a:cs typeface="+mn-lt"/>
              </a:rPr>
              <a:t>first</a:t>
            </a:r>
            <a:r>
              <a:rPr lang="pt-BR" sz="2100" b="1" i="1" dirty="0">
                <a:ea typeface="+mn-lt"/>
                <a:cs typeface="+mn-lt"/>
              </a:rPr>
              <a:t> out</a:t>
            </a:r>
            <a:r>
              <a:rPr lang="pt-BR" sz="2100" b="1" dirty="0">
                <a:ea typeface="+mn-lt"/>
                <a:cs typeface="+mn-lt"/>
              </a:rPr>
              <a:t>) </a:t>
            </a:r>
            <a:endParaRPr lang="en-US" sz="210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Também conhecido como FCFS (</a:t>
            </a:r>
            <a:r>
              <a:rPr lang="pt-BR" sz="2100" i="1" dirty="0" err="1">
                <a:ea typeface="+mn-lt"/>
                <a:cs typeface="+mn-lt"/>
              </a:rPr>
              <a:t>first</a:t>
            </a:r>
            <a:r>
              <a:rPr lang="pt-BR" sz="2100" i="1" dirty="0">
                <a:ea typeface="+mn-lt"/>
                <a:cs typeface="+mn-lt"/>
              </a:rPr>
              <a:t> come, </a:t>
            </a:r>
            <a:r>
              <a:rPr lang="pt-BR" sz="2100" i="1" dirty="0" err="1">
                <a:ea typeface="+mn-lt"/>
                <a:cs typeface="+mn-lt"/>
              </a:rPr>
              <a:t>first</a:t>
            </a:r>
            <a:r>
              <a:rPr lang="pt-BR" sz="2100" i="1" dirty="0">
                <a:ea typeface="+mn-lt"/>
                <a:cs typeface="+mn-lt"/>
              </a:rPr>
              <a:t> </a:t>
            </a:r>
            <a:r>
              <a:rPr lang="pt-BR" sz="2100" i="1" dirty="0" err="1">
                <a:ea typeface="+mn-lt"/>
                <a:cs typeface="+mn-lt"/>
              </a:rPr>
              <a:t>served</a:t>
            </a:r>
            <a:r>
              <a:rPr lang="pt-BR" sz="2100" dirty="0">
                <a:ea typeface="+mn-lt"/>
                <a:cs typeface="+mn-lt"/>
              </a:rPr>
              <a:t>);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O processo que chegar primeiro ao </a:t>
            </a:r>
            <a:r>
              <a:rPr lang="pt-BR" sz="2100" i="1" dirty="0">
                <a:ea typeface="+mn-lt"/>
                <a:cs typeface="+mn-lt"/>
              </a:rPr>
              <a:t>estado de pronto </a:t>
            </a:r>
            <a:r>
              <a:rPr lang="pt-BR" sz="2100" dirty="0">
                <a:ea typeface="+mn-lt"/>
                <a:cs typeface="+mn-lt"/>
              </a:rPr>
              <a:t>é selecionado para execução;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Algoritmo do tipo não-preemptivo;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Funcionamento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Processos no </a:t>
            </a:r>
            <a:r>
              <a:rPr lang="pt-BR" sz="2100" i="1" dirty="0">
                <a:ea typeface="+mn-lt"/>
                <a:cs typeface="+mn-lt"/>
              </a:rPr>
              <a:t>estado de pronto</a:t>
            </a:r>
            <a:r>
              <a:rPr lang="pt-BR" sz="2100" dirty="0">
                <a:ea typeface="+mn-lt"/>
                <a:cs typeface="+mn-lt"/>
              </a:rPr>
              <a:t> são inseridos no final da fila;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Processo que está no início da fila é o próximo a executar;</a:t>
            </a:r>
            <a:endParaRPr lang="en-US" sz="210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Processo executa até que: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Libere explicitamente o processador;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Realize uma chamada de sistema (espera);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Termine sua execução.</a:t>
            </a: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01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345722"/>
            <a:ext cx="11800936" cy="383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Funcionamento do Escalonamento FIFO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46D62A2B-7B52-497D-9F3A-1671199EE0F2}"/>
              </a:ext>
            </a:extLst>
          </p:cNvPr>
          <p:cNvGrpSpPr/>
          <p:nvPr/>
        </p:nvGrpSpPr>
        <p:grpSpPr>
          <a:xfrm>
            <a:off x="1127448" y="1772816"/>
            <a:ext cx="9793089" cy="4113702"/>
            <a:chOff x="1127448" y="1772816"/>
            <a:chExt cx="8280403" cy="3184526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17F4A42-1757-40B0-99DB-F5F5CC0DE7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8488" y="2780878"/>
              <a:ext cx="1439863" cy="519113"/>
              <a:chOff x="6888488" y="2780878"/>
              <a:chExt cx="907" cy="327"/>
            </a:xfrm>
          </p:grpSpPr>
          <p:sp>
            <p:nvSpPr>
              <p:cNvPr id="96" name="Oval 8">
                <a:extLst>
                  <a:ext uri="{FF2B5EF4-FFF2-40B4-BE49-F238E27FC236}">
                    <a16:creationId xmlns:a16="http://schemas.microsoft.com/office/drawing/2014/main" id="{96A52099-1943-4B35-803B-2B9DC5E42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8488" y="2780878"/>
                <a:ext cx="907" cy="3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97" name="Text Box 9">
                <a:extLst>
                  <a:ext uri="{FF2B5EF4-FFF2-40B4-BE49-F238E27FC236}">
                    <a16:creationId xmlns:a16="http://schemas.microsoft.com/office/drawing/2014/main" id="{23EEF091-1AAA-4E72-86D4-FE37FBA185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88648" y="2780952"/>
                <a:ext cx="567" cy="18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Execução</a:t>
                </a: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BBD3F0A2-D1A9-49AA-85A9-87A33A647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5738" y="4438229"/>
              <a:ext cx="1439863" cy="519113"/>
              <a:chOff x="3935738" y="4438229"/>
              <a:chExt cx="907" cy="327"/>
            </a:xfrm>
          </p:grpSpPr>
          <p:sp>
            <p:nvSpPr>
              <p:cNvPr id="94" name="Oval 11">
                <a:extLst>
                  <a:ext uri="{FF2B5EF4-FFF2-40B4-BE49-F238E27FC236}">
                    <a16:creationId xmlns:a16="http://schemas.microsoft.com/office/drawing/2014/main" id="{AF27B05A-670B-4C50-B26B-58B53AB4B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5738" y="4438229"/>
                <a:ext cx="907" cy="3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95" name="Text Box 12">
                <a:extLst>
                  <a:ext uri="{FF2B5EF4-FFF2-40B4-BE49-F238E27FC236}">
                    <a16:creationId xmlns:a16="http://schemas.microsoft.com/office/drawing/2014/main" id="{211CE3D1-671F-43B7-9D96-89D25A5BE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5990" y="4438291"/>
                <a:ext cx="435" cy="18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Espera</a:t>
                </a:r>
              </a:p>
            </p:txBody>
          </p:sp>
        </p:grpSp>
        <p:sp>
          <p:nvSpPr>
            <p:cNvPr id="9" name="Line 17">
              <a:extLst>
                <a:ext uri="{FF2B5EF4-FFF2-40B4-BE49-F238E27FC236}">
                  <a16:creationId xmlns:a16="http://schemas.microsoft.com/office/drawing/2014/main" id="{024C803D-9078-40A1-8E1C-2FEFC5E2D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310" y="3077735"/>
              <a:ext cx="649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10" name="Group 20">
              <a:extLst>
                <a:ext uri="{FF2B5EF4-FFF2-40B4-BE49-F238E27FC236}">
                  <a16:creationId xmlns:a16="http://schemas.microsoft.com/office/drawing/2014/main" id="{DDB86BFF-7DAC-49A8-B9A9-AB0B3E270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598" y="2790400"/>
              <a:ext cx="576262" cy="547809"/>
              <a:chOff x="3216598" y="2790400"/>
              <a:chExt cx="2086" cy="1983"/>
            </a:xfrm>
          </p:grpSpPr>
          <p:sp>
            <p:nvSpPr>
              <p:cNvPr id="72" name="Oval 21">
                <a:extLst>
                  <a:ext uri="{FF2B5EF4-FFF2-40B4-BE49-F238E27FC236}">
                    <a16:creationId xmlns:a16="http://schemas.microsoft.com/office/drawing/2014/main" id="{4AB2A919-FF40-4CC2-93CF-DAA144C2B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598" y="2790503"/>
                <a:ext cx="2086" cy="1880"/>
              </a:xfrm>
              <a:prstGeom prst="ellipse">
                <a:avLst/>
              </a:prstGeom>
              <a:solidFill>
                <a:srgbClr val="FFFFCC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3" name="Line 22">
                <a:extLst>
                  <a:ext uri="{FF2B5EF4-FFF2-40B4-BE49-F238E27FC236}">
                    <a16:creationId xmlns:a16="http://schemas.microsoft.com/office/drawing/2014/main" id="{9FA8EF4B-BC90-4C59-B41A-729F64153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641" y="279040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4" name="Line 23">
                <a:extLst>
                  <a:ext uri="{FF2B5EF4-FFF2-40B4-BE49-F238E27FC236}">
                    <a16:creationId xmlns:a16="http://schemas.microsoft.com/office/drawing/2014/main" id="{9F482DE6-C594-450E-BDB6-44558F9FE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00000" flipV="1">
                <a:off x="3217570" y="279170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5" name="Line 24">
                <a:extLst>
                  <a:ext uri="{FF2B5EF4-FFF2-40B4-BE49-F238E27FC236}">
                    <a16:creationId xmlns:a16="http://schemas.microsoft.com/office/drawing/2014/main" id="{88F98854-5C1D-481E-9FBE-7D17876C7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800000">
                <a:off x="3216656" y="279170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grpSp>
            <p:nvGrpSpPr>
              <p:cNvPr id="76" name="Group 25">
                <a:extLst>
                  <a:ext uri="{FF2B5EF4-FFF2-40B4-BE49-F238E27FC236}">
                    <a16:creationId xmlns:a16="http://schemas.microsoft.com/office/drawing/2014/main" id="{568B295D-75E2-4C29-B696-58C842E9C4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7390" y="2790757"/>
                <a:ext cx="499" cy="1405"/>
                <a:chOff x="3217390" y="2790757"/>
                <a:chExt cx="499" cy="1405"/>
              </a:xfrm>
            </p:grpSpPr>
            <p:sp>
              <p:nvSpPr>
                <p:cNvPr id="77" name="Rectangle 26">
                  <a:extLst>
                    <a:ext uri="{FF2B5EF4-FFF2-40B4-BE49-F238E27FC236}">
                      <a16:creationId xmlns:a16="http://schemas.microsoft.com/office/drawing/2014/main" id="{019F7740-4C2E-4B74-ACD2-88F4F24AE3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7390" y="2790825"/>
                  <a:ext cx="499" cy="133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78" name="Rectangle 27">
                  <a:extLst>
                    <a:ext uri="{FF2B5EF4-FFF2-40B4-BE49-F238E27FC236}">
                      <a16:creationId xmlns:a16="http://schemas.microsoft.com/office/drawing/2014/main" id="{73DAA468-D323-477F-B857-969748A442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7436" y="2790757"/>
                  <a:ext cx="408" cy="1337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79" name="Line 28">
                  <a:extLst>
                    <a:ext uri="{FF2B5EF4-FFF2-40B4-BE49-F238E27FC236}">
                      <a16:creationId xmlns:a16="http://schemas.microsoft.com/office/drawing/2014/main" id="{13BFD8C5-AE88-4C6F-985C-EF085C6892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15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0" name="Line 29">
                  <a:extLst>
                    <a:ext uri="{FF2B5EF4-FFF2-40B4-BE49-F238E27FC236}">
                      <a16:creationId xmlns:a16="http://schemas.microsoft.com/office/drawing/2014/main" id="{D680DAC2-C78D-46A5-817A-03712C3EA0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19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1" name="Line 30">
                  <a:extLst>
                    <a:ext uri="{FF2B5EF4-FFF2-40B4-BE49-F238E27FC236}">
                      <a16:creationId xmlns:a16="http://schemas.microsoft.com/office/drawing/2014/main" id="{7C7EA82B-6D81-4257-83BA-B42B6067A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24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2" name="Line 31">
                  <a:extLst>
                    <a:ext uri="{FF2B5EF4-FFF2-40B4-BE49-F238E27FC236}">
                      <a16:creationId xmlns:a16="http://schemas.microsoft.com/office/drawing/2014/main" id="{8C3EB6CA-7198-43F5-ADA4-17475C649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28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3" name="Line 32">
                  <a:extLst>
                    <a:ext uri="{FF2B5EF4-FFF2-40B4-BE49-F238E27FC236}">
                      <a16:creationId xmlns:a16="http://schemas.microsoft.com/office/drawing/2014/main" id="{C8BD636B-F677-4545-89FF-5A1FB73F37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33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4" name="Line 33">
                  <a:extLst>
                    <a:ext uri="{FF2B5EF4-FFF2-40B4-BE49-F238E27FC236}">
                      <a16:creationId xmlns:a16="http://schemas.microsoft.com/office/drawing/2014/main" id="{366A18F8-16CF-460B-ADE4-5266DB2321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38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5" name="Line 34">
                  <a:extLst>
                    <a:ext uri="{FF2B5EF4-FFF2-40B4-BE49-F238E27FC236}">
                      <a16:creationId xmlns:a16="http://schemas.microsoft.com/office/drawing/2014/main" id="{7349E792-DC5E-437F-AA49-28A592EF40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42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6" name="Line 35">
                  <a:extLst>
                    <a:ext uri="{FF2B5EF4-FFF2-40B4-BE49-F238E27FC236}">
                      <a16:creationId xmlns:a16="http://schemas.microsoft.com/office/drawing/2014/main" id="{F774C96F-21BA-44A5-A3C3-1A0B014B4E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47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7" name="Line 36">
                  <a:extLst>
                    <a:ext uri="{FF2B5EF4-FFF2-40B4-BE49-F238E27FC236}">
                      <a16:creationId xmlns:a16="http://schemas.microsoft.com/office/drawing/2014/main" id="{3DD87AB6-A4A5-4C5A-8DEA-0BFB33A963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51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8" name="Line 37">
                  <a:extLst>
                    <a:ext uri="{FF2B5EF4-FFF2-40B4-BE49-F238E27FC236}">
                      <a16:creationId xmlns:a16="http://schemas.microsoft.com/office/drawing/2014/main" id="{4B4D4662-BCF5-4A8E-94B6-E07AEE8EB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56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89" name="Line 38">
                  <a:extLst>
                    <a:ext uri="{FF2B5EF4-FFF2-40B4-BE49-F238E27FC236}">
                      <a16:creationId xmlns:a16="http://schemas.microsoft.com/office/drawing/2014/main" id="{055F2888-B2F0-450E-9104-0B906E1D2D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60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90" name="Line 39">
                  <a:extLst>
                    <a:ext uri="{FF2B5EF4-FFF2-40B4-BE49-F238E27FC236}">
                      <a16:creationId xmlns:a16="http://schemas.microsoft.com/office/drawing/2014/main" id="{F1D60F82-032D-4A3E-AE43-B8A64A7E6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65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91" name="Line 40">
                  <a:extLst>
                    <a:ext uri="{FF2B5EF4-FFF2-40B4-BE49-F238E27FC236}">
                      <a16:creationId xmlns:a16="http://schemas.microsoft.com/office/drawing/2014/main" id="{60C81FFC-3AAF-49F2-895E-EED5A77600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69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92" name="Line 41">
                  <a:extLst>
                    <a:ext uri="{FF2B5EF4-FFF2-40B4-BE49-F238E27FC236}">
                      <a16:creationId xmlns:a16="http://schemas.microsoft.com/office/drawing/2014/main" id="{021D0BF3-B433-44A4-98C6-6A9B82B3DE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7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93" name="Line 42">
                  <a:extLst>
                    <a:ext uri="{FF2B5EF4-FFF2-40B4-BE49-F238E27FC236}">
                      <a16:creationId xmlns:a16="http://schemas.microsoft.com/office/drawing/2014/main" id="{D4F9CD0C-00ED-439E-93FC-A3B4682B24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481" y="279110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</p:grpSp>
        </p:grpSp>
        <p:grpSp>
          <p:nvGrpSpPr>
            <p:cNvPr id="11" name="Group 43">
              <a:extLst>
                <a:ext uri="{FF2B5EF4-FFF2-40B4-BE49-F238E27FC236}">
                  <a16:creationId xmlns:a16="http://schemas.microsoft.com/office/drawing/2014/main" id="{72E77630-EA22-4534-B1AB-7401A54CD6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0563" y="2790400"/>
              <a:ext cx="576263" cy="547809"/>
              <a:chOff x="4440563" y="2790400"/>
              <a:chExt cx="2086" cy="1983"/>
            </a:xfrm>
          </p:grpSpPr>
          <p:sp>
            <p:nvSpPr>
              <p:cNvPr id="50" name="Oval 44">
                <a:extLst>
                  <a:ext uri="{FF2B5EF4-FFF2-40B4-BE49-F238E27FC236}">
                    <a16:creationId xmlns:a16="http://schemas.microsoft.com/office/drawing/2014/main" id="{E4D8BAB1-2786-48FD-8DE6-FBE06245E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0563" y="2790503"/>
                <a:ext cx="2086" cy="1880"/>
              </a:xfrm>
              <a:prstGeom prst="ellipse">
                <a:avLst/>
              </a:prstGeom>
              <a:solidFill>
                <a:srgbClr val="FFFFCC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51" name="Line 45">
                <a:extLst>
                  <a:ext uri="{FF2B5EF4-FFF2-40B4-BE49-F238E27FC236}">
                    <a16:creationId xmlns:a16="http://schemas.microsoft.com/office/drawing/2014/main" id="{9CA7E252-7763-4D9A-B1D7-DCF5A148B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1606" y="279040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52" name="Line 46">
                <a:extLst>
                  <a:ext uri="{FF2B5EF4-FFF2-40B4-BE49-F238E27FC236}">
                    <a16:creationId xmlns:a16="http://schemas.microsoft.com/office/drawing/2014/main" id="{5EE03690-4732-420F-802C-3CE841E924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00000" flipV="1">
                <a:off x="4441535" y="279170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53" name="Line 47">
                <a:extLst>
                  <a:ext uri="{FF2B5EF4-FFF2-40B4-BE49-F238E27FC236}">
                    <a16:creationId xmlns:a16="http://schemas.microsoft.com/office/drawing/2014/main" id="{F733E738-F984-4CCD-A75A-8B3EA7D3A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800000">
                <a:off x="4440621" y="279170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grpSp>
            <p:nvGrpSpPr>
              <p:cNvPr id="54" name="Group 48">
                <a:extLst>
                  <a:ext uri="{FF2B5EF4-FFF2-40B4-BE49-F238E27FC236}">
                    <a16:creationId xmlns:a16="http://schemas.microsoft.com/office/drawing/2014/main" id="{AFB18AC6-A329-481F-9A96-349455AE22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1355" y="2790757"/>
                <a:ext cx="499" cy="1405"/>
                <a:chOff x="4441355" y="2790757"/>
                <a:chExt cx="499" cy="1405"/>
              </a:xfrm>
            </p:grpSpPr>
            <p:sp>
              <p:nvSpPr>
                <p:cNvPr id="55" name="Rectangle 49">
                  <a:extLst>
                    <a:ext uri="{FF2B5EF4-FFF2-40B4-BE49-F238E27FC236}">
                      <a16:creationId xmlns:a16="http://schemas.microsoft.com/office/drawing/2014/main" id="{231C8979-32F5-428F-A673-2B9AB9A960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355" y="2790825"/>
                  <a:ext cx="499" cy="133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56" name="Rectangle 50">
                  <a:extLst>
                    <a:ext uri="{FF2B5EF4-FFF2-40B4-BE49-F238E27FC236}">
                      <a16:creationId xmlns:a16="http://schemas.microsoft.com/office/drawing/2014/main" id="{D1DC2FE2-46CB-48FA-BAA4-B35B70059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401" y="2790757"/>
                  <a:ext cx="408" cy="1337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57" name="Line 51">
                  <a:extLst>
                    <a:ext uri="{FF2B5EF4-FFF2-40B4-BE49-F238E27FC236}">
                      <a16:creationId xmlns:a16="http://schemas.microsoft.com/office/drawing/2014/main" id="{9145EA96-D907-42E2-8545-2AC485570F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15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58" name="Line 52">
                  <a:extLst>
                    <a:ext uri="{FF2B5EF4-FFF2-40B4-BE49-F238E27FC236}">
                      <a16:creationId xmlns:a16="http://schemas.microsoft.com/office/drawing/2014/main" id="{0EC5A054-CA0F-4838-9078-ECFCBC0513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19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59" name="Line 53">
                  <a:extLst>
                    <a:ext uri="{FF2B5EF4-FFF2-40B4-BE49-F238E27FC236}">
                      <a16:creationId xmlns:a16="http://schemas.microsoft.com/office/drawing/2014/main" id="{50D004F2-2404-472A-A373-73D33E0A9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24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0" name="Line 54">
                  <a:extLst>
                    <a:ext uri="{FF2B5EF4-FFF2-40B4-BE49-F238E27FC236}">
                      <a16:creationId xmlns:a16="http://schemas.microsoft.com/office/drawing/2014/main" id="{68D52FF2-55FB-49B2-9D02-E6524941F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28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1" name="Line 55">
                  <a:extLst>
                    <a:ext uri="{FF2B5EF4-FFF2-40B4-BE49-F238E27FC236}">
                      <a16:creationId xmlns:a16="http://schemas.microsoft.com/office/drawing/2014/main" id="{BD2CD1C4-8A01-4C7D-976F-232B1A3EEF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33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2" name="Line 56">
                  <a:extLst>
                    <a:ext uri="{FF2B5EF4-FFF2-40B4-BE49-F238E27FC236}">
                      <a16:creationId xmlns:a16="http://schemas.microsoft.com/office/drawing/2014/main" id="{D46CC054-484D-42E6-AEF3-191F14E81C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38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3" name="Line 57">
                  <a:extLst>
                    <a:ext uri="{FF2B5EF4-FFF2-40B4-BE49-F238E27FC236}">
                      <a16:creationId xmlns:a16="http://schemas.microsoft.com/office/drawing/2014/main" id="{D9F9B967-3A6D-4D7F-BFB8-5A8D6DCFF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42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4" name="Line 58">
                  <a:extLst>
                    <a:ext uri="{FF2B5EF4-FFF2-40B4-BE49-F238E27FC236}">
                      <a16:creationId xmlns:a16="http://schemas.microsoft.com/office/drawing/2014/main" id="{E7CBF28F-E77F-4A8F-B523-7485F0A4E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47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5" name="Line 59">
                  <a:extLst>
                    <a:ext uri="{FF2B5EF4-FFF2-40B4-BE49-F238E27FC236}">
                      <a16:creationId xmlns:a16="http://schemas.microsoft.com/office/drawing/2014/main" id="{B4EBC154-725F-409F-AFA4-8B4265E8CF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51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6" name="Line 60">
                  <a:extLst>
                    <a:ext uri="{FF2B5EF4-FFF2-40B4-BE49-F238E27FC236}">
                      <a16:creationId xmlns:a16="http://schemas.microsoft.com/office/drawing/2014/main" id="{F38C1675-9180-4090-80D6-D95ADE9216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56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7" name="Line 61">
                  <a:extLst>
                    <a:ext uri="{FF2B5EF4-FFF2-40B4-BE49-F238E27FC236}">
                      <a16:creationId xmlns:a16="http://schemas.microsoft.com/office/drawing/2014/main" id="{4B943165-C63B-427C-8281-388B28F969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60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8" name="Line 62">
                  <a:extLst>
                    <a:ext uri="{FF2B5EF4-FFF2-40B4-BE49-F238E27FC236}">
                      <a16:creationId xmlns:a16="http://schemas.microsoft.com/office/drawing/2014/main" id="{978E1102-C382-483D-AEA7-39394DCAD2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65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69" name="Line 63">
                  <a:extLst>
                    <a:ext uri="{FF2B5EF4-FFF2-40B4-BE49-F238E27FC236}">
                      <a16:creationId xmlns:a16="http://schemas.microsoft.com/office/drawing/2014/main" id="{068B5FEC-6ED1-457C-917A-551C8A2CA3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69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70" name="Line 64">
                  <a:extLst>
                    <a:ext uri="{FF2B5EF4-FFF2-40B4-BE49-F238E27FC236}">
                      <a16:creationId xmlns:a16="http://schemas.microsoft.com/office/drawing/2014/main" id="{02D299F9-B816-4283-B7AD-B3045DBE1E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7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71" name="Line 65">
                  <a:extLst>
                    <a:ext uri="{FF2B5EF4-FFF2-40B4-BE49-F238E27FC236}">
                      <a16:creationId xmlns:a16="http://schemas.microsoft.com/office/drawing/2014/main" id="{9EEDECB8-D1CF-484A-ADCC-2F9D520F19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446" y="279110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</p:grpSp>
        </p:grpSp>
        <p:grpSp>
          <p:nvGrpSpPr>
            <p:cNvPr id="12" name="Group 113">
              <a:extLst>
                <a:ext uri="{FF2B5EF4-FFF2-40B4-BE49-F238E27FC236}">
                  <a16:creationId xmlns:a16="http://schemas.microsoft.com/office/drawing/2014/main" id="{2D4FD157-5A2F-4278-929C-F68815F9CD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7448" y="2780879"/>
              <a:ext cx="1439862" cy="519113"/>
              <a:chOff x="1127448" y="2780879"/>
              <a:chExt cx="907" cy="327"/>
            </a:xfrm>
          </p:grpSpPr>
          <p:sp>
            <p:nvSpPr>
              <p:cNvPr id="48" name="Oval 114">
                <a:extLst>
                  <a:ext uri="{FF2B5EF4-FFF2-40B4-BE49-F238E27FC236}">
                    <a16:creationId xmlns:a16="http://schemas.microsoft.com/office/drawing/2014/main" id="{5FD329B7-CBCE-4DEA-9B8D-65236C9C9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448" y="2780879"/>
                <a:ext cx="907" cy="3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49" name="Text Box 115">
                <a:extLst>
                  <a:ext uri="{FF2B5EF4-FFF2-40B4-BE49-F238E27FC236}">
                    <a16:creationId xmlns:a16="http://schemas.microsoft.com/office/drawing/2014/main" id="{84B6EE54-3027-4241-A3D3-9537816BB9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653" y="2780947"/>
                <a:ext cx="474" cy="18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Criação</a:t>
                </a:r>
              </a:p>
            </p:txBody>
          </p:sp>
        </p:grpSp>
        <p:sp>
          <p:nvSpPr>
            <p:cNvPr id="13" name="Line 116">
              <a:extLst>
                <a:ext uri="{FF2B5EF4-FFF2-40B4-BE49-F238E27FC236}">
                  <a16:creationId xmlns:a16="http://schemas.microsoft.com/office/drawing/2014/main" id="{A3268FF1-0CD6-44B7-8A1A-9F9B22753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1276" y="3077735"/>
              <a:ext cx="649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14" name="Group 117">
              <a:extLst>
                <a:ext uri="{FF2B5EF4-FFF2-40B4-BE49-F238E27FC236}">
                  <a16:creationId xmlns:a16="http://schemas.microsoft.com/office/drawing/2014/main" id="{9AE6B62D-0455-4C49-9552-837E33C3A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64523" y="2790400"/>
              <a:ext cx="576262" cy="547809"/>
              <a:chOff x="5664523" y="2790400"/>
              <a:chExt cx="2086" cy="1983"/>
            </a:xfrm>
          </p:grpSpPr>
          <p:sp>
            <p:nvSpPr>
              <p:cNvPr id="26" name="Oval 118">
                <a:extLst>
                  <a:ext uri="{FF2B5EF4-FFF2-40B4-BE49-F238E27FC236}">
                    <a16:creationId xmlns:a16="http://schemas.microsoft.com/office/drawing/2014/main" id="{3CBAE416-E44C-4B6E-B3DE-A6A5CF71D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4523" y="2790503"/>
                <a:ext cx="2086" cy="1880"/>
              </a:xfrm>
              <a:prstGeom prst="ellipse">
                <a:avLst/>
              </a:prstGeom>
              <a:solidFill>
                <a:srgbClr val="FFFFCC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7" name="Line 119">
                <a:extLst>
                  <a:ext uri="{FF2B5EF4-FFF2-40B4-BE49-F238E27FC236}">
                    <a16:creationId xmlns:a16="http://schemas.microsoft.com/office/drawing/2014/main" id="{670E4E53-454E-4900-A79C-121D71A56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65566" y="279040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8" name="Line 120">
                <a:extLst>
                  <a:ext uri="{FF2B5EF4-FFF2-40B4-BE49-F238E27FC236}">
                    <a16:creationId xmlns:a16="http://schemas.microsoft.com/office/drawing/2014/main" id="{4695B2B8-7BD5-4B39-9123-F2D118860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00000" flipV="1">
                <a:off x="5665495" y="279170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9" name="Line 121">
                <a:extLst>
                  <a:ext uri="{FF2B5EF4-FFF2-40B4-BE49-F238E27FC236}">
                    <a16:creationId xmlns:a16="http://schemas.microsoft.com/office/drawing/2014/main" id="{EB7BFD5F-33E5-415E-8A34-99A78A2D3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800000">
                <a:off x="5664581" y="279170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grpSp>
            <p:nvGrpSpPr>
              <p:cNvPr id="30" name="Group 122">
                <a:extLst>
                  <a:ext uri="{FF2B5EF4-FFF2-40B4-BE49-F238E27FC236}">
                    <a16:creationId xmlns:a16="http://schemas.microsoft.com/office/drawing/2014/main" id="{A5E83AC2-5A2F-45B0-906B-FF3FEB40B3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65315" y="2790757"/>
                <a:ext cx="499" cy="1405"/>
                <a:chOff x="5665315" y="2790757"/>
                <a:chExt cx="499" cy="1405"/>
              </a:xfrm>
            </p:grpSpPr>
            <p:sp>
              <p:nvSpPr>
                <p:cNvPr id="31" name="Rectangle 123">
                  <a:extLst>
                    <a:ext uri="{FF2B5EF4-FFF2-40B4-BE49-F238E27FC236}">
                      <a16:creationId xmlns:a16="http://schemas.microsoft.com/office/drawing/2014/main" id="{353C5048-A39C-46D1-B185-54722A4AD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65315" y="2790825"/>
                  <a:ext cx="499" cy="133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2" name="Rectangle 124">
                  <a:extLst>
                    <a:ext uri="{FF2B5EF4-FFF2-40B4-BE49-F238E27FC236}">
                      <a16:creationId xmlns:a16="http://schemas.microsoft.com/office/drawing/2014/main" id="{5A848CE1-51B7-4B08-B502-0F09A0D0F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65361" y="2790757"/>
                  <a:ext cx="408" cy="1337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3" name="Line 125">
                  <a:extLst>
                    <a:ext uri="{FF2B5EF4-FFF2-40B4-BE49-F238E27FC236}">
                      <a16:creationId xmlns:a16="http://schemas.microsoft.com/office/drawing/2014/main" id="{94C78D30-0331-4375-A067-92B34000CD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15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4" name="Line 126">
                  <a:extLst>
                    <a:ext uri="{FF2B5EF4-FFF2-40B4-BE49-F238E27FC236}">
                      <a16:creationId xmlns:a16="http://schemas.microsoft.com/office/drawing/2014/main" id="{1CBC9E36-4BF9-40F2-BDF2-A6209CE79F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19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5" name="Line 127">
                  <a:extLst>
                    <a:ext uri="{FF2B5EF4-FFF2-40B4-BE49-F238E27FC236}">
                      <a16:creationId xmlns:a16="http://schemas.microsoft.com/office/drawing/2014/main" id="{AF9A15CE-F24B-4AD8-9B97-9BA709E21F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24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6" name="Line 128">
                  <a:extLst>
                    <a:ext uri="{FF2B5EF4-FFF2-40B4-BE49-F238E27FC236}">
                      <a16:creationId xmlns:a16="http://schemas.microsoft.com/office/drawing/2014/main" id="{4298C814-47B1-48E4-A1D1-55984EB2D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28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7" name="Line 129">
                  <a:extLst>
                    <a:ext uri="{FF2B5EF4-FFF2-40B4-BE49-F238E27FC236}">
                      <a16:creationId xmlns:a16="http://schemas.microsoft.com/office/drawing/2014/main" id="{A1EECBC6-AC16-4706-A8C9-A581A96739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33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8" name="Line 130">
                  <a:extLst>
                    <a:ext uri="{FF2B5EF4-FFF2-40B4-BE49-F238E27FC236}">
                      <a16:creationId xmlns:a16="http://schemas.microsoft.com/office/drawing/2014/main" id="{EBF0EA5A-F4D9-4B4E-AA7A-147505C7C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38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39" name="Line 131">
                  <a:extLst>
                    <a:ext uri="{FF2B5EF4-FFF2-40B4-BE49-F238E27FC236}">
                      <a16:creationId xmlns:a16="http://schemas.microsoft.com/office/drawing/2014/main" id="{E92A0BE7-F309-40DF-BDA4-342A2C92D6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42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0" name="Line 132">
                  <a:extLst>
                    <a:ext uri="{FF2B5EF4-FFF2-40B4-BE49-F238E27FC236}">
                      <a16:creationId xmlns:a16="http://schemas.microsoft.com/office/drawing/2014/main" id="{88CC79FA-3725-442B-A402-523A783020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47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1" name="Line 133">
                  <a:extLst>
                    <a:ext uri="{FF2B5EF4-FFF2-40B4-BE49-F238E27FC236}">
                      <a16:creationId xmlns:a16="http://schemas.microsoft.com/office/drawing/2014/main" id="{BC528C98-43FC-4BEA-A946-266D0E9B77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51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2" name="Line 134">
                  <a:extLst>
                    <a:ext uri="{FF2B5EF4-FFF2-40B4-BE49-F238E27FC236}">
                      <a16:creationId xmlns:a16="http://schemas.microsoft.com/office/drawing/2014/main" id="{6EFEF6A5-E12A-4745-A052-1D4A8A90E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56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3" name="Line 135">
                  <a:extLst>
                    <a:ext uri="{FF2B5EF4-FFF2-40B4-BE49-F238E27FC236}">
                      <a16:creationId xmlns:a16="http://schemas.microsoft.com/office/drawing/2014/main" id="{0E24453C-2AB1-4DAD-AD79-465F943499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60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4" name="Line 136">
                  <a:extLst>
                    <a:ext uri="{FF2B5EF4-FFF2-40B4-BE49-F238E27FC236}">
                      <a16:creationId xmlns:a16="http://schemas.microsoft.com/office/drawing/2014/main" id="{697F0CAA-95C7-4712-A463-D376FEBF24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65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5" name="Line 137">
                  <a:extLst>
                    <a:ext uri="{FF2B5EF4-FFF2-40B4-BE49-F238E27FC236}">
                      <a16:creationId xmlns:a16="http://schemas.microsoft.com/office/drawing/2014/main" id="{B6377377-F14C-4AA5-81C3-8E5FABA89B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69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6" name="Line 138">
                  <a:extLst>
                    <a:ext uri="{FF2B5EF4-FFF2-40B4-BE49-F238E27FC236}">
                      <a16:creationId xmlns:a16="http://schemas.microsoft.com/office/drawing/2014/main" id="{5E1F0D6A-AD3C-4378-9899-0439CF58BD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7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7" name="Line 139">
                  <a:extLst>
                    <a:ext uri="{FF2B5EF4-FFF2-40B4-BE49-F238E27FC236}">
                      <a16:creationId xmlns:a16="http://schemas.microsoft.com/office/drawing/2014/main" id="{ACF4FA50-FCC0-4B35-A20A-5D0F5E4F5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65406" y="279110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</p:grpSp>
        </p:grpSp>
        <p:sp>
          <p:nvSpPr>
            <p:cNvPr id="15" name="Line 140">
              <a:extLst>
                <a:ext uri="{FF2B5EF4-FFF2-40B4-BE49-F238E27FC236}">
                  <a16:creationId xmlns:a16="http://schemas.microsoft.com/office/drawing/2014/main" id="{A99FF675-82A9-4119-A3ED-7B16E7F3C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5235" y="3077735"/>
              <a:ext cx="649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" name="Line 164">
              <a:extLst>
                <a:ext uri="{FF2B5EF4-FFF2-40B4-BE49-F238E27FC236}">
                  <a16:creationId xmlns:a16="http://schemas.microsoft.com/office/drawing/2014/main" id="{2675DC7F-115A-4783-B7BA-8E5FB0C9E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9201" y="3077735"/>
              <a:ext cx="649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" name="Line 165">
              <a:extLst>
                <a:ext uri="{FF2B5EF4-FFF2-40B4-BE49-F238E27FC236}">
                  <a16:creationId xmlns:a16="http://schemas.microsoft.com/office/drawing/2014/main" id="{6D5882C8-CFAA-49C6-8CB7-60B804F86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9210" y="3366663"/>
              <a:ext cx="0" cy="13668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" name="Line 166">
              <a:extLst>
                <a:ext uri="{FF2B5EF4-FFF2-40B4-BE49-F238E27FC236}">
                  <a16:creationId xmlns:a16="http://schemas.microsoft.com/office/drawing/2014/main" id="{A210D33C-712F-4353-9619-09C7E9E19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5598" y="4733497"/>
              <a:ext cx="2233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Line 168">
              <a:extLst>
                <a:ext uri="{FF2B5EF4-FFF2-40B4-BE49-F238E27FC236}">
                  <a16:creationId xmlns:a16="http://schemas.microsoft.com/office/drawing/2014/main" id="{6A14552A-658F-4CC9-A162-F47E9431DE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6235" y="4733497"/>
              <a:ext cx="10810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Line 169">
              <a:extLst>
                <a:ext uri="{FF2B5EF4-FFF2-40B4-BE49-F238E27FC236}">
                  <a16:creationId xmlns:a16="http://schemas.microsoft.com/office/drawing/2014/main" id="{6646A187-0E97-4A24-8830-E898E39CA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235" y="3077735"/>
              <a:ext cx="0" cy="16557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21" name="Group 170">
              <a:extLst>
                <a:ext uri="{FF2B5EF4-FFF2-40B4-BE49-F238E27FC236}">
                  <a16:creationId xmlns:a16="http://schemas.microsoft.com/office/drawing/2014/main" id="{D6D62841-274A-4ACF-8EAE-FD624A23C8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7988" y="1772816"/>
              <a:ext cx="1439863" cy="519113"/>
              <a:chOff x="7967988" y="1772816"/>
              <a:chExt cx="907" cy="327"/>
            </a:xfrm>
          </p:grpSpPr>
          <p:sp>
            <p:nvSpPr>
              <p:cNvPr id="24" name="Oval 171">
                <a:extLst>
                  <a:ext uri="{FF2B5EF4-FFF2-40B4-BE49-F238E27FC236}">
                    <a16:creationId xmlns:a16="http://schemas.microsoft.com/office/drawing/2014/main" id="{20A3026E-8A8B-4F13-BD15-4EC9DFEE1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7988" y="1772816"/>
                <a:ext cx="907" cy="3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5" name="Text Box 172">
                <a:extLst>
                  <a:ext uri="{FF2B5EF4-FFF2-40B4-BE49-F238E27FC236}">
                    <a16:creationId xmlns:a16="http://schemas.microsoft.com/office/drawing/2014/main" id="{76343D30-443E-4FFF-BBD2-905E02E046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68180" y="1772880"/>
                <a:ext cx="515" cy="18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Término</a:t>
                </a:r>
              </a:p>
            </p:txBody>
          </p:sp>
        </p:grpSp>
        <p:sp>
          <p:nvSpPr>
            <p:cNvPr id="22" name="Line 173">
              <a:extLst>
                <a:ext uri="{FF2B5EF4-FFF2-40B4-BE49-F238E27FC236}">
                  <a16:creationId xmlns:a16="http://schemas.microsoft.com/office/drawing/2014/main" id="{46FB6A92-FA36-4EB3-A13F-991530E908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63947" y="2299690"/>
              <a:ext cx="508842" cy="4811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Text Box 174">
              <a:extLst>
                <a:ext uri="{FF2B5EF4-FFF2-40B4-BE49-F238E27FC236}">
                  <a16:creationId xmlns:a16="http://schemas.microsoft.com/office/drawing/2014/main" id="{B4724462-31C3-4491-B077-E30D6B081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9319" y="2401694"/>
              <a:ext cx="3613811" cy="30973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000" dirty="0">
                  <a:latin typeface="Calibri"/>
                  <a:cs typeface="Calibri"/>
                </a:rPr>
                <a:t>Fila dos processos no estado de Pronto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995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234997"/>
              </p:ext>
            </p:extLst>
          </p:nvPr>
        </p:nvGraphicFramePr>
        <p:xfrm>
          <a:off x="356610" y="2175052"/>
          <a:ext cx="5112567" cy="19333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4174">
                  <a:extLst>
                    <a:ext uri="{9D8B030D-6E8A-4147-A177-3AD203B41FA5}">
                      <a16:colId xmlns:a16="http://schemas.microsoft.com/office/drawing/2014/main" val="83950496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127059597"/>
                    </a:ext>
                  </a:extLst>
                </a:gridCol>
                <a:gridCol w="1800201">
                  <a:extLst>
                    <a:ext uri="{9D8B030D-6E8A-4147-A177-3AD203B41FA5}">
                      <a16:colId xmlns:a16="http://schemas.microsoft.com/office/drawing/2014/main" val="750961474"/>
                    </a:ext>
                  </a:extLst>
                </a:gridCol>
              </a:tblGrid>
              <a:tr h="790393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Calibri"/>
                        </a:rPr>
                        <a:t>Processo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Calibri"/>
                        </a:rPr>
                        <a:t>Ordem de chegada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900" dirty="0">
                          <a:latin typeface="Calibri"/>
                        </a:rPr>
                        <a:t>Duração do CPU </a:t>
                      </a:r>
                      <a:r>
                        <a:rPr lang="pt-BR" sz="1900" i="1" dirty="0" err="1">
                          <a:latin typeface="Calibri"/>
                        </a:rPr>
                        <a:t>burst</a:t>
                      </a:r>
                      <a:endParaRPr lang="pt-BR" sz="1900" i="1"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5863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661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3818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751824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759614" y="6001339"/>
            <a:ext cx="4501938" cy="67710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1900" b="1" dirty="0">
                <a:latin typeface="Calibri"/>
                <a:cs typeface="Calibri"/>
              </a:rPr>
              <a:t>Tempo de espera para</a:t>
            </a:r>
            <a:r>
              <a:rPr lang="pt-BR" sz="1900" dirty="0">
                <a:latin typeface="Calibri"/>
                <a:cs typeface="Calibri"/>
              </a:rPr>
              <a:t>: P1=0, P2=24, P3=27</a:t>
            </a:r>
          </a:p>
          <a:p>
            <a:r>
              <a:rPr lang="pt-BR" sz="1900" b="1" dirty="0">
                <a:latin typeface="Calibri"/>
                <a:cs typeface="Calibri"/>
              </a:rPr>
              <a:t>Tempo médio de espera</a:t>
            </a:r>
            <a:r>
              <a:rPr lang="pt-BR" sz="1900" dirty="0">
                <a:latin typeface="Calibri"/>
                <a:cs typeface="Calibri"/>
              </a:rPr>
              <a:t>: (0+24+27)/3 =17</a:t>
            </a:r>
          </a:p>
        </p:txBody>
      </p:sp>
      <p:graphicFrame>
        <p:nvGraphicFramePr>
          <p:cNvPr id="101" name="Tabela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474127"/>
              </p:ext>
            </p:extLst>
          </p:nvPr>
        </p:nvGraphicFramePr>
        <p:xfrm>
          <a:off x="6729696" y="2157814"/>
          <a:ext cx="5112567" cy="19333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4174">
                  <a:extLst>
                    <a:ext uri="{9D8B030D-6E8A-4147-A177-3AD203B41FA5}">
                      <a16:colId xmlns:a16="http://schemas.microsoft.com/office/drawing/2014/main" val="83950496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127059597"/>
                    </a:ext>
                  </a:extLst>
                </a:gridCol>
                <a:gridCol w="1800201">
                  <a:extLst>
                    <a:ext uri="{9D8B030D-6E8A-4147-A177-3AD203B41FA5}">
                      <a16:colId xmlns:a16="http://schemas.microsoft.com/office/drawing/2014/main" val="750961474"/>
                    </a:ext>
                  </a:extLst>
                </a:gridCol>
              </a:tblGrid>
              <a:tr h="790393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Calibri"/>
                        </a:rPr>
                        <a:t>Processo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Calibri"/>
                        </a:rPr>
                        <a:t>Ordem de chegada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900" dirty="0">
                          <a:latin typeface="Calibri"/>
                        </a:rPr>
                        <a:t>Duração do CPU </a:t>
                      </a:r>
                      <a:r>
                        <a:rPr lang="pt-BR" sz="1900" i="1" dirty="0" err="1">
                          <a:latin typeface="Calibri"/>
                        </a:rPr>
                        <a:t>burst</a:t>
                      </a:r>
                      <a:endParaRPr lang="pt-BR" sz="1900" i="1"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5863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661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3818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24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751824"/>
                  </a:ext>
                </a:extLst>
              </a:tr>
            </a:tbl>
          </a:graphicData>
        </a:graphic>
      </p:graphicFrame>
      <p:sp>
        <p:nvSpPr>
          <p:cNvPr id="103" name="CaixaDeTexto 102"/>
          <p:cNvSpPr txBox="1"/>
          <p:nvPr/>
        </p:nvSpPr>
        <p:spPr>
          <a:xfrm>
            <a:off x="7060980" y="6006789"/>
            <a:ext cx="4365682" cy="67710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1900" b="1" dirty="0">
                <a:latin typeface="Calibri"/>
                <a:cs typeface="Calibri"/>
              </a:rPr>
              <a:t>Tempo de espera para: </a:t>
            </a:r>
            <a:r>
              <a:rPr lang="pt-BR" sz="1900" dirty="0">
                <a:latin typeface="Calibri"/>
                <a:cs typeface="Calibri"/>
              </a:rPr>
              <a:t>P2=0, P3 = 3, P1=6</a:t>
            </a:r>
          </a:p>
          <a:p>
            <a:r>
              <a:rPr lang="pt-BR" sz="1900" b="1" dirty="0">
                <a:latin typeface="Calibri"/>
                <a:cs typeface="Calibri"/>
              </a:rPr>
              <a:t>Tempo médio de espera: </a:t>
            </a:r>
            <a:r>
              <a:rPr lang="pt-BR" sz="1900" dirty="0">
                <a:latin typeface="Calibri"/>
                <a:cs typeface="Calibri"/>
              </a:rPr>
              <a:t>(0+3+6)/3 =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425305" y="1540176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latin typeface="Calibri"/>
                <a:cs typeface="Calibri"/>
              </a:rPr>
              <a:t>Cenário 1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8685302" y="1540176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latin typeface="Calibri"/>
                <a:cs typeface="Calibri"/>
              </a:rPr>
              <a:t>Cenário 2</a:t>
            </a:r>
          </a:p>
        </p:txBody>
      </p:sp>
      <p:grpSp>
        <p:nvGrpSpPr>
          <p:cNvPr id="20" name="Agrupar 19"/>
          <p:cNvGrpSpPr/>
          <p:nvPr/>
        </p:nvGrpSpPr>
        <p:grpSpPr>
          <a:xfrm>
            <a:off x="30218" y="4480769"/>
            <a:ext cx="5616606" cy="1410638"/>
            <a:chOff x="16885" y="4322618"/>
            <a:chExt cx="5616606" cy="1410638"/>
          </a:xfrm>
        </p:grpSpPr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048" y="4322618"/>
              <a:ext cx="5412443" cy="1410638"/>
            </a:xfrm>
            <a:prstGeom prst="rect">
              <a:avLst/>
            </a:prstGeom>
          </p:spPr>
        </p:pic>
        <p:sp>
          <p:nvSpPr>
            <p:cNvPr id="106" name="CaixaDeTexto 105"/>
            <p:cNvSpPr txBox="1"/>
            <p:nvPr/>
          </p:nvSpPr>
          <p:spPr>
            <a:xfrm>
              <a:off x="16885" y="4378038"/>
              <a:ext cx="864000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500" dirty="0">
                  <a:latin typeface="+mj-lt"/>
                </a:rPr>
                <a:t>P1, P2, P3</a:t>
              </a:r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6274437" y="4548463"/>
            <a:ext cx="5711154" cy="1262547"/>
            <a:chOff x="6191830" y="4390312"/>
            <a:chExt cx="5711154" cy="1262547"/>
          </a:xfrm>
        </p:grpSpPr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0333" y="4390312"/>
              <a:ext cx="5492651" cy="1262547"/>
            </a:xfrm>
            <a:prstGeom prst="rect">
              <a:avLst/>
            </a:prstGeom>
          </p:spPr>
        </p:pic>
        <p:sp>
          <p:nvSpPr>
            <p:cNvPr id="107" name="CaixaDeTexto 106"/>
            <p:cNvSpPr txBox="1"/>
            <p:nvPr/>
          </p:nvSpPr>
          <p:spPr>
            <a:xfrm>
              <a:off x="6191830" y="4390312"/>
              <a:ext cx="864000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500" dirty="0">
                  <a:latin typeface="+mj-lt"/>
                </a:rPr>
                <a:t>P2, P3, P1</a:t>
              </a:r>
            </a:p>
          </p:txBody>
        </p:sp>
      </p:grpSp>
      <p:cxnSp>
        <p:nvCxnSpPr>
          <p:cNvPr id="22" name="Conector reto 21"/>
          <p:cNvCxnSpPr/>
          <p:nvPr/>
        </p:nvCxnSpPr>
        <p:spPr>
          <a:xfrm flipH="1">
            <a:off x="6108700" y="1800358"/>
            <a:ext cx="14377" cy="491362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7289259B-C896-4524-B394-FCA383B6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C6A6761-12F7-411C-BCC1-172AD80DB258}"/>
              </a:ext>
            </a:extLst>
          </p:cNvPr>
          <p:cNvSpPr txBox="1"/>
          <p:nvPr/>
        </p:nvSpPr>
        <p:spPr>
          <a:xfrm>
            <a:off x="2610930" y="253044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216002-9B7D-47F7-A520-B285EF5E2C56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F9CCB7-A2FE-4B0C-8732-0A3814A4C95C}"/>
              </a:ext>
            </a:extLst>
          </p:cNvPr>
          <p:cNvSpPr txBox="1"/>
          <p:nvPr/>
        </p:nvSpPr>
        <p:spPr>
          <a:xfrm>
            <a:off x="37382" y="1173194"/>
            <a:ext cx="11800936" cy="383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Funcionamento do Escalonamento FIFO</a:t>
            </a:r>
          </a:p>
        </p:txBody>
      </p:sp>
    </p:spTree>
    <p:extLst>
      <p:ext uri="{BB962C8B-B14F-4D97-AF65-F5344CB8AC3E}">
        <p14:creationId xmlns:p14="http://schemas.microsoft.com/office/powerpoint/2010/main" val="111008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95533" y="1892062"/>
            <a:ext cx="11800936" cy="3222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Escalonamento FIFO (</a:t>
            </a:r>
            <a:r>
              <a:rPr lang="pt-BR" sz="2100" b="1" i="1" dirty="0" err="1">
                <a:ea typeface="+mn-lt"/>
                <a:cs typeface="+mn-lt"/>
              </a:rPr>
              <a:t>first</a:t>
            </a:r>
            <a:r>
              <a:rPr lang="pt-BR" sz="2100" b="1" i="1" dirty="0">
                <a:ea typeface="+mn-lt"/>
                <a:cs typeface="+mn-lt"/>
              </a:rPr>
              <a:t> in, </a:t>
            </a:r>
            <a:r>
              <a:rPr lang="pt-BR" sz="2100" b="1" i="1" dirty="0" err="1">
                <a:ea typeface="+mn-lt"/>
                <a:cs typeface="+mn-lt"/>
              </a:rPr>
              <a:t>first</a:t>
            </a:r>
            <a:r>
              <a:rPr lang="pt-BR" sz="2100" b="1" i="1" dirty="0">
                <a:ea typeface="+mn-lt"/>
                <a:cs typeface="+mn-lt"/>
              </a:rPr>
              <a:t> out</a:t>
            </a:r>
            <a:r>
              <a:rPr lang="pt-BR" sz="2100" b="1" dirty="0">
                <a:ea typeface="+mn-lt"/>
                <a:cs typeface="+mn-lt"/>
              </a:rPr>
              <a:t>) 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Vantagens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Algoritmo simples;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Utiliza a estrutura FILA;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Problema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Processos CPU-</a:t>
            </a:r>
            <a:r>
              <a:rPr lang="pt-BR" sz="2100" dirty="0" err="1">
                <a:ea typeface="+mn-lt"/>
                <a:cs typeface="+mn-lt"/>
              </a:rPr>
              <a:t>bound</a:t>
            </a:r>
            <a:r>
              <a:rPr lang="pt-BR" sz="2100" dirty="0">
                <a:ea typeface="+mn-lt"/>
                <a:cs typeface="+mn-lt"/>
              </a:rPr>
              <a:t> são privilegiados no uso da CPU sobre os processos I/O-</a:t>
            </a:r>
            <a:r>
              <a:rPr lang="pt-BR" sz="2100" dirty="0" err="1">
                <a:ea typeface="+mn-lt"/>
                <a:cs typeface="+mn-lt"/>
              </a:rPr>
              <a:t>bound</a:t>
            </a:r>
            <a:r>
              <a:rPr lang="pt-BR" sz="2100" dirty="0">
                <a:ea typeface="+mn-lt"/>
                <a:cs typeface="+mn-lt"/>
              </a:rPr>
              <a:t>.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0655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460741"/>
            <a:ext cx="11800936" cy="40954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SJF (</a:t>
            </a:r>
            <a:r>
              <a:rPr lang="pt-BR" sz="2100" b="1" i="1" dirty="0" err="1">
                <a:ea typeface="+mn-lt"/>
                <a:cs typeface="+mn-lt"/>
              </a:rPr>
              <a:t>Shortest</a:t>
            </a:r>
            <a:r>
              <a:rPr lang="pt-BR" sz="2100" b="1" i="1" dirty="0">
                <a:ea typeface="+mn-lt"/>
                <a:cs typeface="+mn-lt"/>
              </a:rPr>
              <a:t> </a:t>
            </a:r>
            <a:r>
              <a:rPr lang="pt-BR" sz="2100" b="1" i="1" dirty="0" err="1">
                <a:ea typeface="+mn-lt"/>
                <a:cs typeface="+mn-lt"/>
              </a:rPr>
              <a:t>Job</a:t>
            </a:r>
            <a:r>
              <a:rPr lang="pt-BR" sz="2100" b="1" i="1" dirty="0">
                <a:ea typeface="+mn-lt"/>
                <a:cs typeface="+mn-lt"/>
              </a:rPr>
              <a:t> </a:t>
            </a:r>
            <a:r>
              <a:rPr lang="pt-BR" sz="2100" b="1" i="1" dirty="0" err="1">
                <a:ea typeface="+mn-lt"/>
                <a:cs typeface="+mn-lt"/>
              </a:rPr>
              <a:t>First</a:t>
            </a:r>
            <a:r>
              <a:rPr lang="pt-BR" sz="2100" b="1" dirty="0">
                <a:ea typeface="+mn-lt"/>
                <a:cs typeface="+mn-lt"/>
              </a:rPr>
              <a:t>)</a:t>
            </a: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Seleciona o processo que </a:t>
            </a:r>
            <a:r>
              <a:rPr lang="pt-BR" sz="2100" i="1" dirty="0">
                <a:ea typeface="+mn-lt"/>
                <a:cs typeface="+mn-lt"/>
              </a:rPr>
              <a:t>tiver o menor tempo </a:t>
            </a:r>
            <a:r>
              <a:rPr lang="pt-BR" sz="2100" dirty="0">
                <a:ea typeface="+mn-lt"/>
                <a:cs typeface="+mn-lt"/>
              </a:rPr>
              <a:t>de processador  (</a:t>
            </a:r>
            <a:r>
              <a:rPr lang="pt-BR" sz="2100" b="1" i="1" dirty="0">
                <a:ea typeface="+mn-lt"/>
                <a:cs typeface="+mn-lt"/>
              </a:rPr>
              <a:t>CPU </a:t>
            </a:r>
            <a:r>
              <a:rPr lang="pt-BR" sz="2100" b="1" i="1" dirty="0" err="1">
                <a:ea typeface="+mn-lt"/>
                <a:cs typeface="+mn-lt"/>
              </a:rPr>
              <a:t>burst</a:t>
            </a:r>
            <a:r>
              <a:rPr lang="pt-BR" sz="2100" dirty="0">
                <a:ea typeface="+mn-lt"/>
                <a:cs typeface="+mn-lt"/>
              </a:rPr>
              <a:t>) ainda por executar;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Cada processo é associado com o tempo de utilização da CPU;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Se dois processos tiverem seus </a:t>
            </a:r>
            <a:r>
              <a:rPr lang="pt-BR" sz="2100" i="1" dirty="0">
                <a:ea typeface="+mn-lt"/>
                <a:cs typeface="+mn-lt"/>
              </a:rPr>
              <a:t>CPU </a:t>
            </a:r>
            <a:r>
              <a:rPr lang="pt-BR" sz="2100" i="1" dirty="0" err="1">
                <a:ea typeface="+mn-lt"/>
                <a:cs typeface="+mn-lt"/>
              </a:rPr>
              <a:t>burst</a:t>
            </a:r>
            <a:r>
              <a:rPr lang="pt-BR" sz="2100" dirty="0">
                <a:ea typeface="+mn-lt"/>
                <a:cs typeface="+mn-lt"/>
              </a:rPr>
              <a:t> de mesma duração?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escalonamento FIFO será usado para </a:t>
            </a:r>
            <a:r>
              <a:rPr lang="pt-BR" sz="2100" i="1" dirty="0">
                <a:ea typeface="+mn-lt"/>
                <a:cs typeface="+mn-lt"/>
              </a:rPr>
              <a:t>desempate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Dois esquemas</a:t>
            </a:r>
            <a:endParaRPr lang="pt-BR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Não-preemptivo: </a:t>
            </a:r>
            <a:r>
              <a:rPr lang="pt-BR" sz="2100" dirty="0">
                <a:ea typeface="+mn-lt"/>
                <a:cs typeface="+mn-lt"/>
              </a:rPr>
              <a:t>processo em execução não é interrompido até que termine seu </a:t>
            </a:r>
            <a:r>
              <a:rPr lang="pt-BR" sz="2100" i="1" dirty="0">
                <a:ea typeface="+mn-lt"/>
                <a:cs typeface="+mn-lt"/>
              </a:rPr>
              <a:t>CPU </a:t>
            </a:r>
            <a:r>
              <a:rPr lang="pt-BR" sz="2100" i="1" dirty="0" err="1">
                <a:ea typeface="+mn-lt"/>
                <a:cs typeface="+mn-lt"/>
              </a:rPr>
              <a:t>burst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Preemptivo</a:t>
            </a:r>
            <a:r>
              <a:rPr lang="pt-BR" sz="2100" dirty="0">
                <a:ea typeface="+mn-lt"/>
                <a:cs typeface="+mn-lt"/>
              </a:rPr>
              <a:t>: se chegar novo processo com </a:t>
            </a:r>
            <a:r>
              <a:rPr lang="pt-BR" sz="2100" i="1" dirty="0">
                <a:ea typeface="+mn-lt"/>
                <a:cs typeface="+mn-lt"/>
              </a:rPr>
              <a:t>CPU </a:t>
            </a:r>
            <a:r>
              <a:rPr lang="pt-BR" sz="2100" i="1" dirty="0" err="1">
                <a:ea typeface="+mn-lt"/>
                <a:cs typeface="+mn-lt"/>
              </a:rPr>
              <a:t>burst</a:t>
            </a:r>
            <a:r>
              <a:rPr lang="pt-BR" sz="2100" i="1" dirty="0">
                <a:ea typeface="+mn-lt"/>
                <a:cs typeface="+mn-lt"/>
              </a:rPr>
              <a:t> </a:t>
            </a:r>
            <a:r>
              <a:rPr lang="pt-BR" sz="2100" b="1" dirty="0">
                <a:solidFill>
                  <a:srgbClr val="FF0000"/>
                </a:solidFill>
                <a:ea typeface="+mn-lt"/>
                <a:cs typeface="+mn-lt"/>
              </a:rPr>
              <a:t>menor</a:t>
            </a:r>
            <a:r>
              <a:rPr lang="pt-BR" sz="2100" dirty="0">
                <a:ea typeface="+mn-lt"/>
                <a:cs typeface="+mn-lt"/>
              </a:rPr>
              <a:t> do que tempo restante processo atual, interrompe atual.</a:t>
            </a: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9774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69543"/>
              </p:ext>
            </p:extLst>
          </p:nvPr>
        </p:nvGraphicFramePr>
        <p:xfrm>
          <a:off x="523479" y="1752309"/>
          <a:ext cx="5112567" cy="23143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4174">
                  <a:extLst>
                    <a:ext uri="{9D8B030D-6E8A-4147-A177-3AD203B41FA5}">
                      <a16:colId xmlns:a16="http://schemas.microsoft.com/office/drawing/2014/main" val="83950496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127059597"/>
                    </a:ext>
                  </a:extLst>
                </a:gridCol>
                <a:gridCol w="1800201">
                  <a:extLst>
                    <a:ext uri="{9D8B030D-6E8A-4147-A177-3AD203B41FA5}">
                      <a16:colId xmlns:a16="http://schemas.microsoft.com/office/drawing/2014/main" val="750961474"/>
                    </a:ext>
                  </a:extLst>
                </a:gridCol>
              </a:tblGrid>
              <a:tr h="790393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+mj-lt"/>
                        </a:rPr>
                        <a:t>Processo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+mj-lt"/>
                        </a:rPr>
                        <a:t>Tempo de chegada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900" dirty="0">
                          <a:latin typeface="+mj-lt"/>
                        </a:rPr>
                        <a:t>Duração do CPU </a:t>
                      </a:r>
                      <a:r>
                        <a:rPr lang="pt-BR" sz="1900" dirty="0" err="1">
                          <a:latin typeface="+mj-lt"/>
                        </a:rPr>
                        <a:t>burst</a:t>
                      </a:r>
                      <a:endParaRPr lang="pt-BR" sz="19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5863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661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3818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7518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965738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8417439" y="2255331"/>
            <a:ext cx="3464075" cy="26776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pt-BR" sz="2100" b="1" dirty="0">
                <a:latin typeface="Arial"/>
                <a:cs typeface="Arial"/>
              </a:rPr>
              <a:t>Tempo de espera para: </a:t>
            </a:r>
          </a:p>
          <a:p>
            <a:r>
              <a:rPr lang="pt-BR" sz="2100" b="1" dirty="0">
                <a:latin typeface="Arial"/>
                <a:cs typeface="Arial"/>
              </a:rPr>
              <a:t>      </a:t>
            </a:r>
            <a:r>
              <a:rPr lang="pt-BR" sz="2100" dirty="0">
                <a:latin typeface="Arial"/>
                <a:cs typeface="Arial"/>
              </a:rPr>
              <a:t>P1=0-0=0</a:t>
            </a:r>
          </a:p>
          <a:p>
            <a:r>
              <a:rPr lang="pt-BR" sz="2100" dirty="0">
                <a:latin typeface="Arial"/>
                <a:cs typeface="Arial"/>
              </a:rPr>
              <a:t>      P2=8-2=6</a:t>
            </a:r>
          </a:p>
          <a:p>
            <a:r>
              <a:rPr lang="pt-BR" sz="2100" dirty="0">
                <a:latin typeface="Arial"/>
                <a:cs typeface="Arial"/>
              </a:rPr>
              <a:t>      P3=7-4=3</a:t>
            </a:r>
          </a:p>
          <a:p>
            <a:r>
              <a:rPr lang="pt-BR" sz="2100" dirty="0">
                <a:latin typeface="Arial"/>
                <a:cs typeface="Arial"/>
              </a:rPr>
              <a:t>      P4=12-5=7</a:t>
            </a:r>
          </a:p>
          <a:p>
            <a:endParaRPr lang="pt-BR" sz="2100" dirty="0">
              <a:latin typeface="Arial"/>
              <a:cs typeface="Arial"/>
            </a:endParaRPr>
          </a:p>
          <a:p>
            <a:r>
              <a:rPr lang="pt-BR" sz="2100" b="1" dirty="0">
                <a:latin typeface="Arial"/>
                <a:cs typeface="Arial"/>
              </a:rPr>
              <a:t>Tempo médio de espera:</a:t>
            </a:r>
            <a:endParaRPr lang="pt-BR" sz="2100" dirty="0">
              <a:latin typeface="Arial"/>
              <a:cs typeface="Arial"/>
            </a:endParaRPr>
          </a:p>
          <a:p>
            <a:r>
              <a:rPr lang="pt-BR" sz="2100" dirty="0">
                <a:latin typeface="Arial"/>
                <a:cs typeface="Arial"/>
              </a:rPr>
              <a:t>       (0 + 6 + 3 + 7)/4 = 4</a:t>
            </a:r>
          </a:p>
        </p:txBody>
      </p:sp>
      <p:grpSp>
        <p:nvGrpSpPr>
          <p:cNvPr id="6" name="Agrupar 5"/>
          <p:cNvGrpSpPr/>
          <p:nvPr/>
        </p:nvGrpSpPr>
        <p:grpSpPr>
          <a:xfrm>
            <a:off x="335360" y="4470468"/>
            <a:ext cx="6890120" cy="1406804"/>
            <a:chOff x="2636926" y="4038304"/>
            <a:chExt cx="7350195" cy="175186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6926" y="4038304"/>
              <a:ext cx="7350195" cy="1751860"/>
            </a:xfrm>
            <a:prstGeom prst="rect">
              <a:avLst/>
            </a:prstGeom>
          </p:spPr>
        </p:pic>
        <p:sp>
          <p:nvSpPr>
            <p:cNvPr id="5" name="Elipse 4"/>
            <p:cNvSpPr/>
            <p:nvPr/>
          </p:nvSpPr>
          <p:spPr>
            <a:xfrm>
              <a:off x="5720720" y="4880114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ipse 9"/>
            <p:cNvSpPr/>
            <p:nvPr/>
          </p:nvSpPr>
          <p:spPr>
            <a:xfrm>
              <a:off x="6312023" y="4880114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/>
            <p:cNvSpPr/>
            <p:nvPr/>
          </p:nvSpPr>
          <p:spPr>
            <a:xfrm>
              <a:off x="7936582" y="4884793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/>
            <p:cNvSpPr/>
            <p:nvPr/>
          </p:nvSpPr>
          <p:spPr>
            <a:xfrm>
              <a:off x="9673751" y="4880114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263352" y="6238473"/>
            <a:ext cx="11592317" cy="43088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70C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200" b="1" dirty="0">
                <a:latin typeface="Calibri"/>
                <a:ea typeface="Tahoma" panose="020B0604030504040204" pitchFamily="34" charset="0"/>
                <a:cs typeface="Calibri"/>
              </a:rPr>
              <a:t>Tempo de espera para P* = </a:t>
            </a:r>
            <a:r>
              <a:rPr lang="pt-BR" sz="2200" dirty="0">
                <a:latin typeface="Calibri"/>
                <a:ea typeface="Tahoma" panose="020B0604030504040204" pitchFamily="34" charset="0"/>
                <a:cs typeface="Calibri"/>
              </a:rPr>
              <a:t>Tempo para usar a CPU - Tempo chegada</a:t>
            </a:r>
          </a:p>
        </p:txBody>
      </p: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DB7EDB8-EBC5-4C81-B497-36CDCD452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B44DF86-C32E-46F8-A34F-4518492408DD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FDFBE53-4BFF-4B63-8052-68D2E3A90483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0224761-19F3-4619-AECA-FC20FF1EA7A9}"/>
              </a:ext>
            </a:extLst>
          </p:cNvPr>
          <p:cNvSpPr txBox="1"/>
          <p:nvPr/>
        </p:nvSpPr>
        <p:spPr>
          <a:xfrm>
            <a:off x="123645" y="1115683"/>
            <a:ext cx="669697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b="1">
                <a:latin typeface="Calibri"/>
                <a:cs typeface="Calibri"/>
              </a:rPr>
              <a:t>Exemplo escalonamento usando SJF – </a:t>
            </a:r>
            <a:r>
              <a:rPr lang="pt-BR" sz="2100" b="1">
                <a:solidFill>
                  <a:srgbClr val="996600"/>
                </a:solidFill>
                <a:latin typeface="Calibri"/>
                <a:cs typeface="Calibri"/>
              </a:rPr>
              <a:t>Não preemptivo </a:t>
            </a:r>
            <a:r>
              <a:rPr lang="pt-BR" sz="2100">
                <a:latin typeface="Calibri"/>
                <a:cs typeface="Calibri"/>
              </a:rPr>
              <a:t>​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2441893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57353"/>
              </p:ext>
            </p:extLst>
          </p:nvPr>
        </p:nvGraphicFramePr>
        <p:xfrm>
          <a:off x="853793" y="1527674"/>
          <a:ext cx="5112567" cy="23143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4174">
                  <a:extLst>
                    <a:ext uri="{9D8B030D-6E8A-4147-A177-3AD203B41FA5}">
                      <a16:colId xmlns:a16="http://schemas.microsoft.com/office/drawing/2014/main" val="83950496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127059597"/>
                    </a:ext>
                  </a:extLst>
                </a:gridCol>
                <a:gridCol w="1800201">
                  <a:extLst>
                    <a:ext uri="{9D8B030D-6E8A-4147-A177-3AD203B41FA5}">
                      <a16:colId xmlns:a16="http://schemas.microsoft.com/office/drawing/2014/main" val="750961474"/>
                    </a:ext>
                  </a:extLst>
                </a:gridCol>
              </a:tblGrid>
              <a:tr h="790393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+mj-lt"/>
                        </a:rPr>
                        <a:t>Processo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>
                          <a:latin typeface="+mj-lt"/>
                        </a:rPr>
                        <a:t>Tempo de chegada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900" dirty="0">
                          <a:latin typeface="+mj-lt"/>
                        </a:rPr>
                        <a:t>Duração do CPU </a:t>
                      </a:r>
                      <a:r>
                        <a:rPr lang="pt-BR" sz="1900" dirty="0" err="1">
                          <a:latin typeface="+mj-lt"/>
                        </a:rPr>
                        <a:t>burst</a:t>
                      </a:r>
                      <a:endParaRPr lang="pt-BR" sz="19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5863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661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3818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7518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P4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dirty="0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965738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7535340" y="1412776"/>
            <a:ext cx="3888432" cy="26776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100" b="1" dirty="0">
                <a:latin typeface="Arial"/>
                <a:cs typeface="Arial"/>
              </a:rPr>
              <a:t>Tempo de espera para:</a:t>
            </a:r>
          </a:p>
          <a:p>
            <a:pPr lvl="1"/>
            <a:r>
              <a:rPr lang="nn-NO" sz="2100" dirty="0">
                <a:latin typeface="Arial"/>
                <a:cs typeface="Arial"/>
              </a:rPr>
              <a:t>P1 = (0-0)+(11-2) = 9</a:t>
            </a:r>
          </a:p>
          <a:p>
            <a:pPr lvl="1"/>
            <a:r>
              <a:rPr lang="nn-NO" sz="2100" dirty="0">
                <a:latin typeface="Arial"/>
                <a:cs typeface="Arial"/>
              </a:rPr>
              <a:t>P2 = (2-2)+(5-4) = 1</a:t>
            </a:r>
          </a:p>
          <a:p>
            <a:pPr lvl="1"/>
            <a:r>
              <a:rPr lang="nn-NO" sz="2100" dirty="0">
                <a:latin typeface="Arial"/>
                <a:cs typeface="Arial"/>
              </a:rPr>
              <a:t>P3 = (4-4) = 0</a:t>
            </a:r>
          </a:p>
          <a:p>
            <a:pPr lvl="1"/>
            <a:r>
              <a:rPr lang="nn-NO" sz="2100" dirty="0">
                <a:latin typeface="Arial"/>
                <a:cs typeface="Arial"/>
              </a:rPr>
              <a:t>P4 = (7-5) = 2</a:t>
            </a:r>
          </a:p>
          <a:p>
            <a:pPr lvl="1"/>
            <a:endParaRPr lang="pt-BR" sz="2100" dirty="0">
              <a:latin typeface="Arial"/>
              <a:cs typeface="Arial"/>
            </a:endParaRPr>
          </a:p>
          <a:p>
            <a:r>
              <a:rPr lang="pt-BR" sz="2100" b="1" dirty="0">
                <a:latin typeface="Arial"/>
                <a:cs typeface="Arial"/>
              </a:rPr>
              <a:t>Tempo médio de espera</a:t>
            </a:r>
            <a:r>
              <a:rPr lang="pt-BR" sz="2100" dirty="0">
                <a:latin typeface="Arial"/>
                <a:cs typeface="Arial"/>
              </a:rPr>
              <a:t>:</a:t>
            </a:r>
          </a:p>
          <a:p>
            <a:r>
              <a:rPr lang="pt-BR" sz="2100" dirty="0">
                <a:latin typeface="Arial"/>
                <a:cs typeface="Arial"/>
              </a:rPr>
              <a:t>         (9 + 1 + 0 +2)/4 = 3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598" y="5971685"/>
            <a:ext cx="11592317" cy="707886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70C0"/>
            </a:solidFill>
            <a:prstDash val="sysDot"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b="1" dirty="0">
                <a:latin typeface="Calibri"/>
                <a:ea typeface="Tahoma"/>
                <a:cs typeface="Tahoma"/>
              </a:rPr>
              <a:t>Tempo de espera para P* = (Tempo para usar a CPU1 - Tempo chegada) + (Tempo para usar a CPU2 – Tempo saída CPU2) + ... + (Tempo para usar a </a:t>
            </a:r>
            <a:r>
              <a:rPr lang="pt-BR" sz="2000" b="1" dirty="0" err="1">
                <a:latin typeface="Calibri"/>
                <a:ea typeface="Tahoma"/>
                <a:cs typeface="Tahoma"/>
              </a:rPr>
              <a:t>CPUn</a:t>
            </a:r>
            <a:r>
              <a:rPr lang="pt-BR" sz="2000" b="1" dirty="0">
                <a:latin typeface="Calibri"/>
                <a:ea typeface="Tahoma"/>
                <a:cs typeface="Tahoma"/>
              </a:rPr>
              <a:t>-vez – Tempo saída </a:t>
            </a:r>
            <a:r>
              <a:rPr lang="pt-BR" sz="2000" b="1" dirty="0" err="1">
                <a:latin typeface="Calibri"/>
                <a:ea typeface="Tahoma"/>
                <a:cs typeface="Tahoma"/>
              </a:rPr>
              <a:t>CPUn</a:t>
            </a:r>
            <a:r>
              <a:rPr lang="pt-BR" sz="2000" b="1" dirty="0">
                <a:latin typeface="Calibri"/>
                <a:ea typeface="Tahoma"/>
                <a:cs typeface="Tahoma"/>
              </a:rPr>
              <a:t>-vez)</a:t>
            </a:r>
          </a:p>
        </p:txBody>
      </p:sp>
      <p:grpSp>
        <p:nvGrpSpPr>
          <p:cNvPr id="29" name="Agrupar 28"/>
          <p:cNvGrpSpPr/>
          <p:nvPr/>
        </p:nvGrpSpPr>
        <p:grpSpPr>
          <a:xfrm>
            <a:off x="617884" y="4103981"/>
            <a:ext cx="5473792" cy="1417732"/>
            <a:chOff x="617884" y="3945831"/>
            <a:chExt cx="5689452" cy="1575882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884" y="3945831"/>
              <a:ext cx="5689452" cy="1575882"/>
            </a:xfrm>
            <a:prstGeom prst="rect">
              <a:avLst/>
            </a:prstGeom>
          </p:spPr>
        </p:pic>
        <p:cxnSp>
          <p:nvCxnSpPr>
            <p:cNvPr id="13" name="Conector de Seta Reta 12"/>
            <p:cNvCxnSpPr/>
            <p:nvPr/>
          </p:nvCxnSpPr>
          <p:spPr>
            <a:xfrm flipV="1">
              <a:off x="776139" y="4255116"/>
              <a:ext cx="0" cy="972000"/>
            </a:xfrm>
            <a:prstGeom prst="straightConnector1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/>
            <p:nvPr/>
          </p:nvCxnSpPr>
          <p:spPr>
            <a:xfrm flipV="1">
              <a:off x="1364903" y="4255116"/>
              <a:ext cx="0" cy="1044000"/>
            </a:xfrm>
            <a:prstGeom prst="straightConnector1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/>
            <p:nvPr/>
          </p:nvCxnSpPr>
          <p:spPr>
            <a:xfrm flipV="1">
              <a:off x="2106191" y="4236066"/>
              <a:ext cx="0" cy="1044000"/>
            </a:xfrm>
            <a:prstGeom prst="straightConnector1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/>
            <p:nvPr/>
          </p:nvCxnSpPr>
          <p:spPr>
            <a:xfrm flipV="1">
              <a:off x="2622947" y="4255116"/>
              <a:ext cx="0" cy="1044000"/>
            </a:xfrm>
            <a:prstGeom prst="straightConnector1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Conector de Seta Reta 26"/>
          <p:cNvCxnSpPr/>
          <p:nvPr/>
        </p:nvCxnSpPr>
        <p:spPr>
          <a:xfrm flipV="1">
            <a:off x="8040216" y="4619645"/>
            <a:ext cx="0" cy="607471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8112345" y="4753899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Chegada de um processo</a:t>
            </a:r>
          </a:p>
        </p:txBody>
      </p: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D9E98B80-0427-4087-9C6A-60782EB53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AA087A6-A5D1-49E3-9B3E-F302E7DAE5E3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FD02C6-A591-4005-B55A-311B359E4715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7D0CE70-22C7-40A2-985F-4B27634C75A3}"/>
              </a:ext>
            </a:extLst>
          </p:cNvPr>
          <p:cNvSpPr txBox="1"/>
          <p:nvPr/>
        </p:nvSpPr>
        <p:spPr>
          <a:xfrm>
            <a:off x="123645" y="1115683"/>
            <a:ext cx="669697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b="1" dirty="0">
                <a:latin typeface="Calibri"/>
                <a:cs typeface="Calibri"/>
              </a:rPr>
              <a:t>Exemplo escalonamento usando SJF – </a:t>
            </a:r>
            <a:r>
              <a:rPr lang="pt-BR" sz="2100" b="1" dirty="0">
                <a:solidFill>
                  <a:srgbClr val="996600"/>
                </a:solidFill>
                <a:latin typeface="Calibri"/>
                <a:cs typeface="Calibri"/>
              </a:rPr>
              <a:t>Preemptivo </a:t>
            </a:r>
            <a:r>
              <a:rPr lang="pt-BR" sz="2100" dirty="0">
                <a:latin typeface="Calibri"/>
                <a:cs typeface="Calibri"/>
              </a:rPr>
              <a:t>​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2564044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do Processador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Escalonamento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532628"/>
            <a:ext cx="11800936" cy="44889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SJF (</a:t>
            </a:r>
            <a:r>
              <a:rPr lang="pt-BR" sz="2100" b="1" i="1" err="1">
                <a:ea typeface="+mn-lt"/>
                <a:cs typeface="+mn-lt"/>
              </a:rPr>
              <a:t>Shortest</a:t>
            </a:r>
            <a:r>
              <a:rPr lang="pt-BR" sz="2100" b="1" i="1" dirty="0">
                <a:ea typeface="+mn-lt"/>
                <a:cs typeface="+mn-lt"/>
              </a:rPr>
              <a:t> </a:t>
            </a:r>
            <a:r>
              <a:rPr lang="pt-BR" sz="2100" b="1" i="1" err="1">
                <a:ea typeface="+mn-lt"/>
                <a:cs typeface="+mn-lt"/>
              </a:rPr>
              <a:t>Job</a:t>
            </a:r>
            <a:r>
              <a:rPr lang="pt-BR" sz="2100" b="1" i="1" dirty="0">
                <a:ea typeface="+mn-lt"/>
                <a:cs typeface="+mn-lt"/>
              </a:rPr>
              <a:t> </a:t>
            </a:r>
            <a:r>
              <a:rPr lang="pt-BR" sz="2100" b="1" i="1" err="1">
                <a:ea typeface="+mn-lt"/>
                <a:cs typeface="+mn-lt"/>
              </a:rPr>
              <a:t>First</a:t>
            </a:r>
            <a:r>
              <a:rPr lang="pt-BR" sz="2100" b="1" dirty="0">
                <a:ea typeface="+mn-lt"/>
                <a:cs typeface="+mn-lt"/>
              </a:rPr>
              <a:t>)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Vantagens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Minimiza o </a:t>
            </a:r>
            <a:r>
              <a:rPr lang="pt-BR" sz="2100" b="1" i="1" dirty="0">
                <a:ea typeface="+mn-lt"/>
                <a:cs typeface="+mn-lt"/>
              </a:rPr>
              <a:t>tempo médio de espera </a:t>
            </a:r>
            <a:r>
              <a:rPr lang="pt-BR" sz="2100" dirty="0">
                <a:ea typeface="+mn-lt"/>
                <a:cs typeface="+mn-lt"/>
              </a:rPr>
              <a:t>de um conjunto de processos;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Dificuldades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Não é possível que o S.O </a:t>
            </a:r>
            <a:r>
              <a:rPr lang="pt-BR" sz="2100" b="1" i="1" dirty="0">
                <a:ea typeface="+mn-lt"/>
                <a:cs typeface="+mn-lt"/>
              </a:rPr>
              <a:t>saiba exatamente</a:t>
            </a:r>
            <a:r>
              <a:rPr lang="pt-BR" sz="2100" dirty="0">
                <a:ea typeface="+mn-lt"/>
                <a:cs typeface="+mn-lt"/>
              </a:rPr>
              <a:t> quanto tempo um processo permanecerá utilizando a CPU na próxima vez em que for selecionado;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É possível </a:t>
            </a:r>
            <a:r>
              <a:rPr lang="pt-BR" sz="2100" b="1" i="1" dirty="0">
                <a:ea typeface="+mn-lt"/>
                <a:cs typeface="+mn-lt"/>
              </a:rPr>
              <a:t>prever</a:t>
            </a:r>
            <a:r>
              <a:rPr lang="pt-BR" sz="2100" dirty="0">
                <a:ea typeface="+mn-lt"/>
                <a:cs typeface="+mn-lt"/>
              </a:rPr>
              <a:t> o tempo com base no seu comportamento passado.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Comparação SJF x FIFO</a:t>
            </a:r>
            <a:endParaRPr lang="en-US" sz="2100" b="1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SJF possui vantagem sobre o FIFO, pois reduz o tempo médio de espera dos </a:t>
            </a:r>
            <a:r>
              <a:rPr lang="pt-BR" sz="2100">
                <a:ea typeface="+mn-lt"/>
                <a:cs typeface="+mn-lt"/>
              </a:rPr>
              <a:t>processos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No SJF é possível haver </a:t>
            </a:r>
            <a:r>
              <a:rPr lang="pt-BR" sz="2100" i="1" err="1">
                <a:ea typeface="+mn-lt"/>
                <a:cs typeface="+mn-lt"/>
              </a:rPr>
              <a:t>starvation</a:t>
            </a:r>
            <a:r>
              <a:rPr lang="pt-BR" sz="2100" dirty="0">
                <a:ea typeface="+mn-lt"/>
                <a:cs typeface="+mn-lt"/>
              </a:rPr>
              <a:t> para processos com tempo de CPU (</a:t>
            </a:r>
            <a:r>
              <a:rPr lang="pt-BR" sz="2100" i="1" dirty="0">
                <a:ea typeface="+mn-lt"/>
                <a:cs typeface="+mn-lt"/>
              </a:rPr>
              <a:t>CPU </a:t>
            </a:r>
            <a:r>
              <a:rPr lang="pt-BR" sz="2100" i="1" err="1">
                <a:ea typeface="+mn-lt"/>
                <a:cs typeface="+mn-lt"/>
              </a:rPr>
              <a:t>burst</a:t>
            </a:r>
            <a:r>
              <a:rPr lang="pt-BR" sz="2100" dirty="0">
                <a:ea typeface="+mn-lt"/>
                <a:cs typeface="+mn-lt"/>
              </a:rPr>
              <a:t>) muito longo. </a:t>
            </a: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10362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2800" b="1">
                <a:ea typeface="+mn-lt"/>
                <a:cs typeface="+mn-lt"/>
              </a:rPr>
              <a:t>Wrap-up</a:t>
            </a:r>
            <a:endParaRPr lang="en-AU"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6" descr="Uma imagem contendo água, campo&#10;&#10;Descrição gerada automaticamente">
            <a:extLst>
              <a:ext uri="{FF2B5EF4-FFF2-40B4-BE49-F238E27FC236}">
                <a16:creationId xmlns:a16="http://schemas.microsoft.com/office/drawing/2014/main" id="{38D925A8-AA34-499D-9FAB-3D5BF6B2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0000">
            <a:off x="8031193" y="2636484"/>
            <a:ext cx="2743200" cy="1268730"/>
          </a:xfrm>
          <a:prstGeom prst="rect">
            <a:avLst/>
          </a:prstGeom>
        </p:spPr>
      </p:pic>
      <p:pic>
        <p:nvPicPr>
          <p:cNvPr id="7" name="Imagem 7">
            <a:extLst>
              <a:ext uri="{FF2B5EF4-FFF2-40B4-BE49-F238E27FC236}">
                <a16:creationId xmlns:a16="http://schemas.microsoft.com/office/drawing/2014/main" id="{3D1B892B-A210-4289-80DA-85D5658C0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822189"/>
            <a:ext cx="2743200" cy="9645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3E9D260-D74B-4469-973C-3A782C3BFB24}"/>
              </a:ext>
            </a:extLst>
          </p:cNvPr>
          <p:cNvSpPr txBox="1"/>
          <p:nvPr/>
        </p:nvSpPr>
        <p:spPr>
          <a:xfrm>
            <a:off x="253041" y="1719533"/>
            <a:ext cx="11700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000" i="1" dirty="0"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20D35E-C91A-46DD-93BC-68A56AABE3FB}"/>
              </a:ext>
            </a:extLst>
          </p:cNvPr>
          <p:cNvSpPr txBox="1"/>
          <p:nvPr/>
        </p:nvSpPr>
        <p:spPr>
          <a:xfrm>
            <a:off x="253041" y="1518250"/>
            <a:ext cx="1170029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,Sans-Serif"/>
              <a:buChar char="•"/>
            </a:pPr>
            <a:r>
              <a:rPr lang="pt-BR" sz="2000" b="1" dirty="0">
                <a:ea typeface="+mn-lt"/>
                <a:cs typeface="+mn-lt"/>
              </a:rPr>
              <a:t>Gerência do processador</a:t>
            </a:r>
            <a:br>
              <a:rPr lang="pt-BR" sz="2000" b="1" dirty="0">
                <a:ea typeface="+mn-lt"/>
                <a:cs typeface="+mn-lt"/>
              </a:rPr>
            </a:br>
            <a:r>
              <a:rPr lang="pt-BR" sz="2000" b="1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 Introdução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Funções Básicas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 Ciclo de um processo 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Critérios de Escalonamento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Utilização 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 </a:t>
            </a:r>
            <a:r>
              <a:rPr lang="en-CA" sz="2000" i="1" dirty="0">
                <a:ea typeface="+mn-lt"/>
                <a:cs typeface="+mn-lt"/>
              </a:rPr>
              <a:t>Throughput</a:t>
            </a:r>
            <a:br>
              <a:rPr lang="en-CA" sz="2000" i="1" dirty="0">
                <a:ea typeface="+mn-lt"/>
                <a:cs typeface="+mn-lt"/>
              </a:rPr>
            </a:br>
            <a:r>
              <a:rPr lang="en-CA" sz="2000" i="1" dirty="0">
                <a:ea typeface="+mn-lt"/>
                <a:cs typeface="+mn-lt"/>
              </a:rPr>
              <a:t>          </a:t>
            </a:r>
            <a:r>
              <a:rPr lang="pt-BR" sz="2000" dirty="0">
                <a:ea typeface="+mn-lt"/>
                <a:cs typeface="+mn-lt"/>
              </a:rPr>
              <a:t>- Tempo de CPU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Tempo de Espera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 </a:t>
            </a:r>
            <a:r>
              <a:rPr lang="pt-BR" sz="2000" i="1" dirty="0">
                <a:ea typeface="+mn-lt"/>
                <a:cs typeface="+mn-lt"/>
              </a:rPr>
              <a:t>Turnaround</a:t>
            </a:r>
            <a:br>
              <a:rPr lang="pt-BR" sz="2000" i="1" dirty="0">
                <a:ea typeface="+mn-lt"/>
                <a:cs typeface="+mn-lt"/>
              </a:rPr>
            </a:br>
            <a:r>
              <a:rPr lang="pt-BR" sz="2000" i="1" dirty="0">
                <a:ea typeface="+mn-lt"/>
                <a:cs typeface="+mn-lt"/>
              </a:rPr>
              <a:t>          </a:t>
            </a:r>
            <a:r>
              <a:rPr lang="pt-BR" sz="2000" dirty="0">
                <a:ea typeface="+mn-lt"/>
                <a:cs typeface="+mn-lt"/>
              </a:rPr>
              <a:t>- Tempo de Resposta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Escalonamento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Não preemptivo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Preemptivo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FIFO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SJF</a:t>
            </a:r>
          </a:p>
        </p:txBody>
      </p:sp>
    </p:spTree>
    <p:extLst>
      <p:ext uri="{BB962C8B-B14F-4D97-AF65-F5344CB8AC3E}">
        <p14:creationId xmlns:p14="http://schemas.microsoft.com/office/powerpoint/2010/main" val="1893652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5056759-2C96-4276-98FD-111B055E32BB}"/>
              </a:ext>
            </a:extLst>
          </p:cNvPr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Referências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F49848-D5CE-4E78-BDD8-AB55CFBBAC21}"/>
              </a:ext>
            </a:extLst>
          </p:cNvPr>
          <p:cNvSpPr/>
          <p:nvPr/>
        </p:nvSpPr>
        <p:spPr>
          <a:xfrm>
            <a:off x="122610" y="1241340"/>
            <a:ext cx="11990154" cy="5439368"/>
          </a:xfrm>
          <a:prstGeom prst="rect">
            <a:avLst/>
          </a:prstGeom>
          <a:solidFill>
            <a:schemeClr val="bg1"/>
          </a:solidFill>
          <a:ln w="12700">
            <a:solidFill>
              <a:srgbClr val="03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BÁSICA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DEITEL, Harvey M.; DEITEL, Paul J.; CHOFFNES, David R.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3ª Edição. São Paulo: Pearson Prentice Hall, 2005. {681.31:519.687 D325s} (5 exemplares)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SILBERSCHATZ, Abraham; GALVIN, Peter Baer; GAGNE, Greg.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Fundamentos de 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 6ª edição. Rio de Janeiro: LTC, 2004. {681.31:519.687 S582f}(4 exemplares)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TANENBAUM, Andrew S. 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Sistemas operacionais modernos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  São Paulo: Pearson Prentice Hall, 2009. 5ex.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lvl="1" algn="just">
              <a:lnSpc>
                <a:spcPct val="90000"/>
              </a:lnSpc>
              <a:spcBef>
                <a:spcPts val="375"/>
              </a:spcBef>
            </a:pP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COMPLEMENTAR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HILL, Benjamin Mako; BACON, Jono.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O livro oficial de ubuntu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Porto Alegre: Artmed, 2008. 3ex.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MACHADO, Francis Berenger; MAIA, Luiz Paulo.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Arquitetura de 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Rio de Janeiro: LTC,2007. 10ex.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MACHADO, Francis B.; MAIA, Luiz Paulo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. Arquitetura de 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5ª  Edição. Rio de Janeiro: Editora Livros Técnicos e Científicos, 2013. {681.31:519.687  M149a}(8 exemplares)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NEGUS, Christopher.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Linux edição especial: a bíblia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Rio de Janeiro: Alta Books, 2007. 2ex.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OLIVEIRA, Rômulo Silva de; CARISSIMI, Alexandre da Silva; TOSCANI, Simão. Sistemas operacionais. Porto Alegre: Bookman, 2010. 5ex.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AHO, Alfred V. et al.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Compiladores: princípios, técnicas e ferramentas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2. ed. São Paulo, SP: Pearson Addison Wesley, 2008. {005.453 C737}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3929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Personalizada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Personalizada 1">
      <a:majorFont>
        <a:latin typeface="HP Simplifi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0</Notes>
  <HiddenSlides>2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24</vt:i4>
      </vt:variant>
    </vt:vector>
  </HeadingPairs>
  <TitlesOfParts>
    <vt:vector size="26" baseType="lpstr">
      <vt:lpstr>Tema do Office</vt:lpstr>
      <vt:lpstr>HDOfficeLightV0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2538</cp:revision>
  <dcterms:created xsi:type="dcterms:W3CDTF">2012-07-30T23:50:35Z</dcterms:created>
  <dcterms:modified xsi:type="dcterms:W3CDTF">2020-10-06T18:54:22Z</dcterms:modified>
</cp:coreProperties>
</file>