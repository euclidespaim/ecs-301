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47" r:id="rId2"/>
  </p:sldMasterIdLst>
  <p:notesMasterIdLst>
    <p:notesMasterId r:id="rId35"/>
  </p:notesMasterIdLst>
  <p:sldIdLst>
    <p:sldId id="428" r:id="rId3"/>
    <p:sldId id="449" r:id="rId4"/>
    <p:sldId id="448" r:id="rId5"/>
    <p:sldId id="451" r:id="rId6"/>
    <p:sldId id="450" r:id="rId7"/>
    <p:sldId id="452" r:id="rId8"/>
    <p:sldId id="453" r:id="rId9"/>
    <p:sldId id="454" r:id="rId10"/>
    <p:sldId id="455" r:id="rId11"/>
    <p:sldId id="456" r:id="rId12"/>
    <p:sldId id="457" r:id="rId13"/>
    <p:sldId id="458" r:id="rId14"/>
    <p:sldId id="459" r:id="rId15"/>
    <p:sldId id="460" r:id="rId16"/>
    <p:sldId id="461" r:id="rId17"/>
    <p:sldId id="462" r:id="rId18"/>
    <p:sldId id="464" r:id="rId19"/>
    <p:sldId id="463" r:id="rId20"/>
    <p:sldId id="465" r:id="rId21"/>
    <p:sldId id="467" r:id="rId22"/>
    <p:sldId id="466" r:id="rId23"/>
    <p:sldId id="468" r:id="rId24"/>
    <p:sldId id="469" r:id="rId25"/>
    <p:sldId id="470" r:id="rId26"/>
    <p:sldId id="471" r:id="rId27"/>
    <p:sldId id="472" r:id="rId28"/>
    <p:sldId id="473" r:id="rId29"/>
    <p:sldId id="474" r:id="rId30"/>
    <p:sldId id="475" r:id="rId31"/>
    <p:sldId id="476" r:id="rId32"/>
    <p:sldId id="430" r:id="rId33"/>
    <p:sldId id="429" r:id="rId3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3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B9EA7E-4D4D-4E8F-969C-17266D302EF1}" v="118" dt="2020-02-09T12:12:13.372"/>
    <p1510:client id="{0EAAA988-2C68-4BCF-83CD-AE9F026FE6BB}" v="116" dt="2020-08-07T13:02:08.316"/>
    <p1510:client id="{143A7383-A703-4B01-BFA6-9D49624151EF}" v="2327" dt="2019-10-30T23:29:10.569"/>
    <p1510:client id="{1870CAAA-6112-4EF5-189E-CAC462A6C950}" v="1109" dt="2020-08-31T21:11:10.252"/>
    <p1510:client id="{1A2A0786-CE7E-4209-0480-B9109996D086}" v="389" dt="2020-08-28T20:19:32.566"/>
    <p1510:client id="{1B0FA6D5-760C-40F9-A76A-C66A23210A88}" v="423" dt="2019-11-29T11:24:33.104"/>
    <p1510:client id="{1BB82EB3-19AB-4BFF-BCFB-C90F68260413}" v="7" dt="2020-08-31T18:32:38.913"/>
    <p1510:client id="{23242F81-3CE7-4A36-BDB6-B7B7A984F465}" v="2" dt="2019-10-18T12:58:11.033"/>
    <p1510:client id="{2A55021F-E700-4BF7-B87F-25A17069A1AB}" v="313" dt="2019-10-14T20:03:47.839"/>
    <p1510:client id="{2FDF496E-7993-41B8-29BC-FCE736FC7F76}" v="694" dt="2020-08-28T21:30:08.702"/>
    <p1510:client id="{32DF7CB5-D15C-450C-AACF-44E92E8C81C2}" v="2735" dt="2020-11-23T19:44:32.928"/>
    <p1510:client id="{34201E48-31EE-428E-0F5D-E7EE42343631}" v="1040" dt="2020-08-31T19:58:14.847"/>
    <p1510:client id="{361FB914-AB24-452E-8D82-D9724BC21E12}" v="802" dt="2020-08-25T20:52:37.440"/>
    <p1510:client id="{442FC9E3-A72F-4F1E-842F-D3DB983CCA19}" v="59" dt="2019-11-19T17:43:47.056"/>
    <p1510:client id="{47312A0A-2580-4E6C-A6BF-A0E372B9B604}" v="152" dt="2019-10-17T21:43:15.538"/>
    <p1510:client id="{4772D096-53B3-4388-93E6-0FAF17EF4F1D}" v="550" dt="2020-02-07T16:07:06.407"/>
    <p1510:client id="{4F52E309-D824-46DE-8290-CE0DA95FBED1}" v="1479" dt="2020-08-26T19:41:59.662"/>
    <p1510:client id="{51A4D553-2689-475F-B85B-5409472BB271}" v="5" dt="2020-08-07T14:09:46.701"/>
    <p1510:client id="{5300BF01-0C64-4874-8B4E-5FFAD2FB9BC5}" v="61" dt="2020-08-26T21:16:43.328"/>
    <p1510:client id="{5539FE0C-B27A-414B-9E4C-7AE9BF724BFE}" v="1132" dt="2019-11-19T19:16:19.306"/>
    <p1510:client id="{5F46334F-8F3E-45ED-A882-0BFA29D5861B}" v="13" dt="2020-11-24T12:15:50.486"/>
    <p1510:client id="{5FB961D9-0F7A-485C-80E1-AD1F928BDA22}" v="522" dt="2020-09-23T20:17:38.953"/>
    <p1510:client id="{6D7EA119-5084-4D11-BAED-8CE51403B43E}" v="1" dt="2020-08-25T19:39:39"/>
    <p1510:client id="{7201E0C9-B949-4F13-BE14-9B556989ADDF}" v="132" dt="2020-08-24T20:15:46.668"/>
    <p1510:client id="{7E5D80FC-4E43-446C-90BF-9E97AB994AD7}" v="25" dt="2019-11-21T13:47:59.916"/>
    <p1510:client id="{801B7D5C-A1E8-4E19-BC6A-1ACBA6F45069}" v="32" dt="2019-10-31T13:02:16.459"/>
    <p1510:client id="{80F0ADE8-BE68-40A6-936D-FC7EFF5864AA}" v="54" dt="2020-11-09T12:53:27.138"/>
    <p1510:client id="{8277D4A4-4E4E-44B6-0963-BEA43C028769}" v="729" dt="2020-08-28T19:10:59.485"/>
    <p1510:client id="{8AE34065-CF1F-4955-89B5-2F7369EF095C}" v="749" dt="2019-11-21T21:40:32.565"/>
    <p1510:client id="{8E0CB0C3-2A50-464A-8C06-101B4A252542}" v="404" dt="2019-11-21T12:56:24.293"/>
    <p1510:client id="{946D074D-AD5F-43BB-92E6-812D08736660}" v="153" dt="2019-10-10T18:38:13.703"/>
    <p1510:client id="{952FA1BF-CC87-45AC-8B59-0B2DA5A9E9B8}" v="334" dt="2020-08-25T19:59:01.640"/>
    <p1510:client id="{9F7126B5-9B7A-4541-A261-76C16665FCD0}" v="1130" dt="2020-08-25T19:34:11.625"/>
    <p1510:client id="{BA9926B3-85FC-4715-BFE8-F787715085B5}" v="13" dt="2020-12-14T13:02:00.078"/>
    <p1510:client id="{C2B792DB-D4AA-4DA2-BCD0-B318FF19AA8D}" v="64" dt="2020-02-09T13:43:01.647"/>
    <p1510:client id="{C309FB53-0EB5-4CF4-ABBD-C22AC887ED01}" v="8" dt="2020-08-24T19:51:14.897"/>
    <p1510:client id="{CD129751-6C35-40FD-81C7-F417742B84B2}" v="1123" dt="2020-08-25T15:05:05.594"/>
    <p1510:client id="{D21A5906-9B93-48DF-9D8B-6957E841F45C}" v="37" dt="2020-10-19T19:52:03.276"/>
    <p1510:client id="{D899B664-AD11-42C6-8917-B7B35A927E2C}" v="582" dt="2019-10-15T21:42:19.228"/>
    <p1510:client id="{D8B7BC65-859C-47D7-0F1A-396E25E009BF}" v="1884" dt="2020-08-27T18:41:28.509"/>
    <p1510:client id="{E5A72817-02E0-44B0-1358-F57C1DC66DF1}" v="303" dt="2020-08-31T18:54:04.278"/>
    <p1510:client id="{EC70F95B-7482-460D-A349-FFE2D60658D2}" v="259" dt="2020-08-07T14:26:48.667"/>
    <p1510:client id="{F2FACACA-56B9-404A-9400-D308A3009EE7}" v="6" dt="2020-08-25T21:04:20.908"/>
    <p1510:client id="{F410FB9A-662C-4572-9B0C-7779FF7BD594}" v="6" dt="2020-09-21T19:05:00.402"/>
    <p1510:client id="{F51956DF-0D82-4507-8963-D6195A21818B}" v="971" dt="2020-08-28T18:37:51.783"/>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93D81CF-94F2-401A-BA57-92F5A7B2D0C5}" styleName="Estilo Mé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Estilo Claro 3 - Ênfase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clides Paim" userId="0d84fb374bcffaab" providerId="Windows Live" clId="Web-{D21A5906-9B93-48DF-9D8B-6957E841F45C}"/>
    <pc:docChg chg="addSld delSld modSld">
      <pc:chgData name="Euclides Paim" userId="0d84fb374bcffaab" providerId="Windows Live" clId="Web-{D21A5906-9B93-48DF-9D8B-6957E841F45C}" dt="2020-10-19T19:52:03.276" v="36"/>
      <pc:docMkLst>
        <pc:docMk/>
      </pc:docMkLst>
      <pc:sldChg chg="del">
        <pc:chgData name="Euclides Paim" userId="0d84fb374bcffaab" providerId="Windows Live" clId="Web-{D21A5906-9B93-48DF-9D8B-6957E841F45C}" dt="2020-10-19T14:22:48.222" v="1"/>
        <pc:sldMkLst>
          <pc:docMk/>
          <pc:sldMk cId="1912989895" sldId="257"/>
        </pc:sldMkLst>
      </pc:sldChg>
      <pc:sldChg chg="modSp">
        <pc:chgData name="Euclides Paim" userId="0d84fb374bcffaab" providerId="Windows Live" clId="Web-{D21A5906-9B93-48DF-9D8B-6957E841F45C}" dt="2020-10-19T14:23:00.785" v="3"/>
        <pc:sldMkLst>
          <pc:docMk/>
          <pc:sldMk cId="899282184" sldId="258"/>
        </pc:sldMkLst>
        <pc:spChg chg="mod">
          <ac:chgData name="Euclides Paim" userId="0d84fb374bcffaab" providerId="Windows Live" clId="Web-{D21A5906-9B93-48DF-9D8B-6957E841F45C}" dt="2020-10-19T14:23:00.785" v="3"/>
          <ac:spMkLst>
            <pc:docMk/>
            <pc:sldMk cId="899282184" sldId="258"/>
            <ac:spMk id="7" creationId="{F1E9E8CF-FE9E-4B81-B325-A5C58B74BD75}"/>
          </ac:spMkLst>
        </pc:spChg>
        <pc:spChg chg="mod">
          <ac:chgData name="Euclides Paim" userId="0d84fb374bcffaab" providerId="Windows Live" clId="Web-{D21A5906-9B93-48DF-9D8B-6957E841F45C}" dt="2020-10-19T14:22:56.972" v="2"/>
          <ac:spMkLst>
            <pc:docMk/>
            <pc:sldMk cId="899282184" sldId="258"/>
            <ac:spMk id="9" creationId="{658B6992-D464-4E9E-9004-33BB3AF6F50F}"/>
          </ac:spMkLst>
        </pc:spChg>
      </pc:sldChg>
      <pc:sldChg chg="modSp">
        <pc:chgData name="Euclides Paim" userId="0d84fb374bcffaab" providerId="Windows Live" clId="Web-{D21A5906-9B93-48DF-9D8B-6957E841F45C}" dt="2020-10-19T14:23:11.160" v="4"/>
        <pc:sldMkLst>
          <pc:docMk/>
          <pc:sldMk cId="4062819139" sldId="278"/>
        </pc:sldMkLst>
        <pc:spChg chg="mod">
          <ac:chgData name="Euclides Paim" userId="0d84fb374bcffaab" providerId="Windows Live" clId="Web-{D21A5906-9B93-48DF-9D8B-6957E841F45C}" dt="2020-10-19T14:23:11.160" v="4"/>
          <ac:spMkLst>
            <pc:docMk/>
            <pc:sldMk cId="4062819139" sldId="278"/>
            <ac:spMk id="3" creationId="{7D5BEDC0-B9C6-4CBC-B0EA-6BD0A411D1F2}"/>
          </ac:spMkLst>
        </pc:spChg>
      </pc:sldChg>
      <pc:sldChg chg="modSp del">
        <pc:chgData name="Euclides Paim" userId="0d84fb374bcffaab" providerId="Windows Live" clId="Web-{D21A5906-9B93-48DF-9D8B-6957E841F45C}" dt="2020-10-19T19:50:48.805" v="34"/>
        <pc:sldMkLst>
          <pc:docMk/>
          <pc:sldMk cId="4240500451" sldId="301"/>
        </pc:sldMkLst>
        <pc:spChg chg="mod">
          <ac:chgData name="Euclides Paim" userId="0d84fb374bcffaab" providerId="Windows Live" clId="Web-{D21A5906-9B93-48DF-9D8B-6957E841F45C}" dt="2020-10-19T14:25:52.493" v="33"/>
          <ac:spMkLst>
            <pc:docMk/>
            <pc:sldMk cId="4240500451" sldId="301"/>
            <ac:spMk id="3" creationId="{7D5BEDC0-B9C6-4CBC-B0EA-6BD0A411D1F2}"/>
          </ac:spMkLst>
        </pc:spChg>
      </pc:sldChg>
      <pc:sldChg chg="modSp">
        <pc:chgData name="Euclides Paim" userId="0d84fb374bcffaab" providerId="Windows Live" clId="Web-{D21A5906-9B93-48DF-9D8B-6957E841F45C}" dt="2020-10-19T14:23:19.645" v="5"/>
        <pc:sldMkLst>
          <pc:docMk/>
          <pc:sldMk cId="541632847" sldId="385"/>
        </pc:sldMkLst>
        <pc:spChg chg="mod">
          <ac:chgData name="Euclides Paim" userId="0d84fb374bcffaab" providerId="Windows Live" clId="Web-{D21A5906-9B93-48DF-9D8B-6957E841F45C}" dt="2020-10-19T14:23:19.645" v="5"/>
          <ac:spMkLst>
            <pc:docMk/>
            <pc:sldMk cId="541632847" sldId="385"/>
            <ac:spMk id="3" creationId="{7D5BEDC0-B9C6-4CBC-B0EA-6BD0A411D1F2}"/>
          </ac:spMkLst>
        </pc:spChg>
      </pc:sldChg>
      <pc:sldChg chg="modSp">
        <pc:chgData name="Euclides Paim" userId="0d84fb374bcffaab" providerId="Windows Live" clId="Web-{D21A5906-9B93-48DF-9D8B-6957E841F45C}" dt="2020-10-19T14:23:26.488" v="6"/>
        <pc:sldMkLst>
          <pc:docMk/>
          <pc:sldMk cId="1303100967" sldId="398"/>
        </pc:sldMkLst>
        <pc:spChg chg="mod">
          <ac:chgData name="Euclides Paim" userId="0d84fb374bcffaab" providerId="Windows Live" clId="Web-{D21A5906-9B93-48DF-9D8B-6957E841F45C}" dt="2020-10-19T14:23:26.488" v="6"/>
          <ac:spMkLst>
            <pc:docMk/>
            <pc:sldMk cId="1303100967" sldId="398"/>
            <ac:spMk id="3" creationId="{7D5BEDC0-B9C6-4CBC-B0EA-6BD0A411D1F2}"/>
          </ac:spMkLst>
        </pc:spChg>
      </pc:sldChg>
      <pc:sldChg chg="modSp">
        <pc:chgData name="Euclides Paim" userId="0d84fb374bcffaab" providerId="Windows Live" clId="Web-{D21A5906-9B93-48DF-9D8B-6957E841F45C}" dt="2020-10-19T14:23:31.426" v="7"/>
        <pc:sldMkLst>
          <pc:docMk/>
          <pc:sldMk cId="2826445169" sldId="399"/>
        </pc:sldMkLst>
        <pc:spChg chg="mod">
          <ac:chgData name="Euclides Paim" userId="0d84fb374bcffaab" providerId="Windows Live" clId="Web-{D21A5906-9B93-48DF-9D8B-6957E841F45C}" dt="2020-10-19T14:23:31.426" v="7"/>
          <ac:spMkLst>
            <pc:docMk/>
            <pc:sldMk cId="2826445169" sldId="399"/>
            <ac:spMk id="3" creationId="{7D5BEDC0-B9C6-4CBC-B0EA-6BD0A411D1F2}"/>
          </ac:spMkLst>
        </pc:spChg>
      </pc:sldChg>
      <pc:sldChg chg="modSp">
        <pc:chgData name="Euclides Paim" userId="0d84fb374bcffaab" providerId="Windows Live" clId="Web-{D21A5906-9B93-48DF-9D8B-6957E841F45C}" dt="2020-10-19T14:23:36.645" v="8"/>
        <pc:sldMkLst>
          <pc:docMk/>
          <pc:sldMk cId="382828230" sldId="400"/>
        </pc:sldMkLst>
        <pc:spChg chg="mod">
          <ac:chgData name="Euclides Paim" userId="0d84fb374bcffaab" providerId="Windows Live" clId="Web-{D21A5906-9B93-48DF-9D8B-6957E841F45C}" dt="2020-10-19T14:23:36.645" v="8"/>
          <ac:spMkLst>
            <pc:docMk/>
            <pc:sldMk cId="382828230" sldId="400"/>
            <ac:spMk id="3" creationId="{7D5BEDC0-B9C6-4CBC-B0EA-6BD0A411D1F2}"/>
          </ac:spMkLst>
        </pc:spChg>
      </pc:sldChg>
      <pc:sldChg chg="modSp">
        <pc:chgData name="Euclides Paim" userId="0d84fb374bcffaab" providerId="Windows Live" clId="Web-{D21A5906-9B93-48DF-9D8B-6957E841F45C}" dt="2020-10-19T14:23:50.942" v="11"/>
        <pc:sldMkLst>
          <pc:docMk/>
          <pc:sldMk cId="3668246103" sldId="401"/>
        </pc:sldMkLst>
        <pc:spChg chg="mod">
          <ac:chgData name="Euclides Paim" userId="0d84fb374bcffaab" providerId="Windows Live" clId="Web-{D21A5906-9B93-48DF-9D8B-6957E841F45C}" dt="2020-10-19T14:23:50.942" v="11"/>
          <ac:spMkLst>
            <pc:docMk/>
            <pc:sldMk cId="3668246103" sldId="401"/>
            <ac:spMk id="3" creationId="{7D5BEDC0-B9C6-4CBC-B0EA-6BD0A411D1F2}"/>
          </ac:spMkLst>
        </pc:spChg>
      </pc:sldChg>
      <pc:sldChg chg="modSp">
        <pc:chgData name="Euclides Paim" userId="0d84fb374bcffaab" providerId="Windows Live" clId="Web-{D21A5906-9B93-48DF-9D8B-6957E841F45C}" dt="2020-10-19T14:23:46.036" v="10"/>
        <pc:sldMkLst>
          <pc:docMk/>
          <pc:sldMk cId="2157755160" sldId="402"/>
        </pc:sldMkLst>
        <pc:spChg chg="mod">
          <ac:chgData name="Euclides Paim" userId="0d84fb374bcffaab" providerId="Windows Live" clId="Web-{D21A5906-9B93-48DF-9D8B-6957E841F45C}" dt="2020-10-19T14:23:46.036" v="10"/>
          <ac:spMkLst>
            <pc:docMk/>
            <pc:sldMk cId="2157755160" sldId="402"/>
            <ac:spMk id="3" creationId="{7D5BEDC0-B9C6-4CBC-B0EA-6BD0A411D1F2}"/>
          </ac:spMkLst>
        </pc:spChg>
      </pc:sldChg>
      <pc:sldChg chg="modSp">
        <pc:chgData name="Euclides Paim" userId="0d84fb374bcffaab" providerId="Windows Live" clId="Web-{D21A5906-9B93-48DF-9D8B-6957E841F45C}" dt="2020-10-19T14:23:41.786" v="9"/>
        <pc:sldMkLst>
          <pc:docMk/>
          <pc:sldMk cId="1720129074" sldId="403"/>
        </pc:sldMkLst>
        <pc:spChg chg="mod">
          <ac:chgData name="Euclides Paim" userId="0d84fb374bcffaab" providerId="Windows Live" clId="Web-{D21A5906-9B93-48DF-9D8B-6957E841F45C}" dt="2020-10-19T14:23:41.786" v="9"/>
          <ac:spMkLst>
            <pc:docMk/>
            <pc:sldMk cId="1720129074" sldId="403"/>
            <ac:spMk id="3" creationId="{7D5BEDC0-B9C6-4CBC-B0EA-6BD0A411D1F2}"/>
          </ac:spMkLst>
        </pc:spChg>
      </pc:sldChg>
      <pc:sldChg chg="modSp">
        <pc:chgData name="Euclides Paim" userId="0d84fb374bcffaab" providerId="Windows Live" clId="Web-{D21A5906-9B93-48DF-9D8B-6957E841F45C}" dt="2020-10-19T14:23:58.240" v="12"/>
        <pc:sldMkLst>
          <pc:docMk/>
          <pc:sldMk cId="3501233667" sldId="405"/>
        </pc:sldMkLst>
        <pc:spChg chg="mod">
          <ac:chgData name="Euclides Paim" userId="0d84fb374bcffaab" providerId="Windows Live" clId="Web-{D21A5906-9B93-48DF-9D8B-6957E841F45C}" dt="2020-10-19T14:23:58.240" v="12"/>
          <ac:spMkLst>
            <pc:docMk/>
            <pc:sldMk cId="3501233667" sldId="405"/>
            <ac:spMk id="3" creationId="{7D5BEDC0-B9C6-4CBC-B0EA-6BD0A411D1F2}"/>
          </ac:spMkLst>
        </pc:spChg>
      </pc:sldChg>
      <pc:sldChg chg="modSp">
        <pc:chgData name="Euclides Paim" userId="0d84fb374bcffaab" providerId="Windows Live" clId="Web-{D21A5906-9B93-48DF-9D8B-6957E841F45C}" dt="2020-10-19T14:24:04.615" v="13"/>
        <pc:sldMkLst>
          <pc:docMk/>
          <pc:sldMk cId="1041809911" sldId="407"/>
        </pc:sldMkLst>
        <pc:spChg chg="mod">
          <ac:chgData name="Euclides Paim" userId="0d84fb374bcffaab" providerId="Windows Live" clId="Web-{D21A5906-9B93-48DF-9D8B-6957E841F45C}" dt="2020-10-19T14:24:04.615" v="13"/>
          <ac:spMkLst>
            <pc:docMk/>
            <pc:sldMk cId="1041809911" sldId="407"/>
            <ac:spMk id="3" creationId="{7D5BEDC0-B9C6-4CBC-B0EA-6BD0A411D1F2}"/>
          </ac:spMkLst>
        </pc:spChg>
      </pc:sldChg>
      <pc:sldChg chg="modSp">
        <pc:chgData name="Euclides Paim" userId="0d84fb374bcffaab" providerId="Windows Live" clId="Web-{D21A5906-9B93-48DF-9D8B-6957E841F45C}" dt="2020-10-19T14:24:32.663" v="14"/>
        <pc:sldMkLst>
          <pc:docMk/>
          <pc:sldMk cId="1495837239" sldId="409"/>
        </pc:sldMkLst>
        <pc:spChg chg="mod">
          <ac:chgData name="Euclides Paim" userId="0d84fb374bcffaab" providerId="Windows Live" clId="Web-{D21A5906-9B93-48DF-9D8B-6957E841F45C}" dt="2020-10-19T14:24:32.663" v="14"/>
          <ac:spMkLst>
            <pc:docMk/>
            <pc:sldMk cId="1495837239" sldId="409"/>
            <ac:spMk id="3" creationId="{7D5BEDC0-B9C6-4CBC-B0EA-6BD0A411D1F2}"/>
          </ac:spMkLst>
        </pc:spChg>
      </pc:sldChg>
      <pc:sldChg chg="modSp">
        <pc:chgData name="Euclides Paim" userId="0d84fb374bcffaab" providerId="Windows Live" clId="Web-{D21A5906-9B93-48DF-9D8B-6957E841F45C}" dt="2020-10-19T14:24:36.850" v="15"/>
        <pc:sldMkLst>
          <pc:docMk/>
          <pc:sldMk cId="1030389348" sldId="410"/>
        </pc:sldMkLst>
        <pc:spChg chg="mod">
          <ac:chgData name="Euclides Paim" userId="0d84fb374bcffaab" providerId="Windows Live" clId="Web-{D21A5906-9B93-48DF-9D8B-6957E841F45C}" dt="2020-10-19T14:24:36.850" v="15"/>
          <ac:spMkLst>
            <pc:docMk/>
            <pc:sldMk cId="1030389348" sldId="410"/>
            <ac:spMk id="3" creationId="{7D5BEDC0-B9C6-4CBC-B0EA-6BD0A411D1F2}"/>
          </ac:spMkLst>
        </pc:spChg>
      </pc:sldChg>
      <pc:sldChg chg="modSp">
        <pc:chgData name="Euclides Paim" userId="0d84fb374bcffaab" providerId="Windows Live" clId="Web-{D21A5906-9B93-48DF-9D8B-6957E841F45C}" dt="2020-10-19T14:24:41.538" v="16"/>
        <pc:sldMkLst>
          <pc:docMk/>
          <pc:sldMk cId="3741192684" sldId="411"/>
        </pc:sldMkLst>
        <pc:spChg chg="mod">
          <ac:chgData name="Euclides Paim" userId="0d84fb374bcffaab" providerId="Windows Live" clId="Web-{D21A5906-9B93-48DF-9D8B-6957E841F45C}" dt="2020-10-19T14:24:41.538" v="16"/>
          <ac:spMkLst>
            <pc:docMk/>
            <pc:sldMk cId="3741192684" sldId="411"/>
            <ac:spMk id="3" creationId="{7D5BEDC0-B9C6-4CBC-B0EA-6BD0A411D1F2}"/>
          </ac:spMkLst>
        </pc:spChg>
      </pc:sldChg>
      <pc:sldChg chg="modSp">
        <pc:chgData name="Euclides Paim" userId="0d84fb374bcffaab" providerId="Windows Live" clId="Web-{D21A5906-9B93-48DF-9D8B-6957E841F45C}" dt="2020-10-19T14:24:45.272" v="17"/>
        <pc:sldMkLst>
          <pc:docMk/>
          <pc:sldMk cId="1667903140" sldId="412"/>
        </pc:sldMkLst>
        <pc:spChg chg="mod">
          <ac:chgData name="Euclides Paim" userId="0d84fb374bcffaab" providerId="Windows Live" clId="Web-{D21A5906-9B93-48DF-9D8B-6957E841F45C}" dt="2020-10-19T14:24:45.272" v="17"/>
          <ac:spMkLst>
            <pc:docMk/>
            <pc:sldMk cId="1667903140" sldId="412"/>
            <ac:spMk id="3" creationId="{7D5BEDC0-B9C6-4CBC-B0EA-6BD0A411D1F2}"/>
          </ac:spMkLst>
        </pc:spChg>
      </pc:sldChg>
      <pc:sldChg chg="modSp">
        <pc:chgData name="Euclides Paim" userId="0d84fb374bcffaab" providerId="Windows Live" clId="Web-{D21A5906-9B93-48DF-9D8B-6957E841F45C}" dt="2020-10-19T14:24:49.366" v="18"/>
        <pc:sldMkLst>
          <pc:docMk/>
          <pc:sldMk cId="1304779293" sldId="413"/>
        </pc:sldMkLst>
        <pc:spChg chg="mod">
          <ac:chgData name="Euclides Paim" userId="0d84fb374bcffaab" providerId="Windows Live" clId="Web-{D21A5906-9B93-48DF-9D8B-6957E841F45C}" dt="2020-10-19T14:24:49.366" v="18"/>
          <ac:spMkLst>
            <pc:docMk/>
            <pc:sldMk cId="1304779293" sldId="413"/>
            <ac:spMk id="3" creationId="{7D5BEDC0-B9C6-4CBC-B0EA-6BD0A411D1F2}"/>
          </ac:spMkLst>
        </pc:spChg>
      </pc:sldChg>
      <pc:sldChg chg="modSp">
        <pc:chgData name="Euclides Paim" userId="0d84fb374bcffaab" providerId="Windows Live" clId="Web-{D21A5906-9B93-48DF-9D8B-6957E841F45C}" dt="2020-10-19T14:24:53.726" v="19"/>
        <pc:sldMkLst>
          <pc:docMk/>
          <pc:sldMk cId="111829957" sldId="414"/>
        </pc:sldMkLst>
        <pc:spChg chg="mod">
          <ac:chgData name="Euclides Paim" userId="0d84fb374bcffaab" providerId="Windows Live" clId="Web-{D21A5906-9B93-48DF-9D8B-6957E841F45C}" dt="2020-10-19T14:24:53.726" v="19"/>
          <ac:spMkLst>
            <pc:docMk/>
            <pc:sldMk cId="111829957" sldId="414"/>
            <ac:spMk id="3" creationId="{7D5BEDC0-B9C6-4CBC-B0EA-6BD0A411D1F2}"/>
          </ac:spMkLst>
        </pc:spChg>
      </pc:sldChg>
      <pc:sldChg chg="modSp">
        <pc:chgData name="Euclides Paim" userId="0d84fb374bcffaab" providerId="Windows Live" clId="Web-{D21A5906-9B93-48DF-9D8B-6957E841F45C}" dt="2020-10-19T14:25:03.023" v="21"/>
        <pc:sldMkLst>
          <pc:docMk/>
          <pc:sldMk cId="110099322" sldId="415"/>
        </pc:sldMkLst>
        <pc:spChg chg="mod">
          <ac:chgData name="Euclides Paim" userId="0d84fb374bcffaab" providerId="Windows Live" clId="Web-{D21A5906-9B93-48DF-9D8B-6957E841F45C}" dt="2020-10-19T14:25:03.023" v="21"/>
          <ac:spMkLst>
            <pc:docMk/>
            <pc:sldMk cId="110099322" sldId="415"/>
            <ac:spMk id="3" creationId="{7D5BEDC0-B9C6-4CBC-B0EA-6BD0A411D1F2}"/>
          </ac:spMkLst>
        </pc:spChg>
      </pc:sldChg>
      <pc:sldChg chg="modSp">
        <pc:chgData name="Euclides Paim" userId="0d84fb374bcffaab" providerId="Windows Live" clId="Web-{D21A5906-9B93-48DF-9D8B-6957E841F45C}" dt="2020-10-19T14:24:57.445" v="20"/>
        <pc:sldMkLst>
          <pc:docMk/>
          <pc:sldMk cId="2112682935" sldId="416"/>
        </pc:sldMkLst>
        <pc:spChg chg="mod">
          <ac:chgData name="Euclides Paim" userId="0d84fb374bcffaab" providerId="Windows Live" clId="Web-{D21A5906-9B93-48DF-9D8B-6957E841F45C}" dt="2020-10-19T14:24:57.445" v="20"/>
          <ac:spMkLst>
            <pc:docMk/>
            <pc:sldMk cId="2112682935" sldId="416"/>
            <ac:spMk id="3" creationId="{7D5BEDC0-B9C6-4CBC-B0EA-6BD0A411D1F2}"/>
          </ac:spMkLst>
        </pc:spChg>
      </pc:sldChg>
      <pc:sldChg chg="modSp">
        <pc:chgData name="Euclides Paim" userId="0d84fb374bcffaab" providerId="Windows Live" clId="Web-{D21A5906-9B93-48DF-9D8B-6957E841F45C}" dt="2020-10-19T14:25:06.820" v="22"/>
        <pc:sldMkLst>
          <pc:docMk/>
          <pc:sldMk cId="711719472" sldId="417"/>
        </pc:sldMkLst>
        <pc:spChg chg="mod">
          <ac:chgData name="Euclides Paim" userId="0d84fb374bcffaab" providerId="Windows Live" clId="Web-{D21A5906-9B93-48DF-9D8B-6957E841F45C}" dt="2020-10-19T14:25:06.820" v="22"/>
          <ac:spMkLst>
            <pc:docMk/>
            <pc:sldMk cId="711719472" sldId="417"/>
            <ac:spMk id="3" creationId="{7D5BEDC0-B9C6-4CBC-B0EA-6BD0A411D1F2}"/>
          </ac:spMkLst>
        </pc:spChg>
      </pc:sldChg>
      <pc:sldChg chg="modSp">
        <pc:chgData name="Euclides Paim" userId="0d84fb374bcffaab" providerId="Windows Live" clId="Web-{D21A5906-9B93-48DF-9D8B-6957E841F45C}" dt="2020-10-19T14:25:10.664" v="23"/>
        <pc:sldMkLst>
          <pc:docMk/>
          <pc:sldMk cId="2503283609" sldId="418"/>
        </pc:sldMkLst>
        <pc:spChg chg="mod">
          <ac:chgData name="Euclides Paim" userId="0d84fb374bcffaab" providerId="Windows Live" clId="Web-{D21A5906-9B93-48DF-9D8B-6957E841F45C}" dt="2020-10-19T14:25:10.664" v="23"/>
          <ac:spMkLst>
            <pc:docMk/>
            <pc:sldMk cId="2503283609" sldId="418"/>
            <ac:spMk id="3" creationId="{7D5BEDC0-B9C6-4CBC-B0EA-6BD0A411D1F2}"/>
          </ac:spMkLst>
        </pc:spChg>
      </pc:sldChg>
      <pc:sldChg chg="modSp">
        <pc:chgData name="Euclides Paim" userId="0d84fb374bcffaab" providerId="Windows Live" clId="Web-{D21A5906-9B93-48DF-9D8B-6957E841F45C}" dt="2020-10-19T14:25:14.679" v="24"/>
        <pc:sldMkLst>
          <pc:docMk/>
          <pc:sldMk cId="3664132014" sldId="419"/>
        </pc:sldMkLst>
        <pc:spChg chg="mod">
          <ac:chgData name="Euclides Paim" userId="0d84fb374bcffaab" providerId="Windows Live" clId="Web-{D21A5906-9B93-48DF-9D8B-6957E841F45C}" dt="2020-10-19T14:25:14.679" v="24"/>
          <ac:spMkLst>
            <pc:docMk/>
            <pc:sldMk cId="3664132014" sldId="419"/>
            <ac:spMk id="3" creationId="{7D5BEDC0-B9C6-4CBC-B0EA-6BD0A411D1F2}"/>
          </ac:spMkLst>
        </pc:spChg>
      </pc:sldChg>
      <pc:sldChg chg="modSp">
        <pc:chgData name="Euclides Paim" userId="0d84fb374bcffaab" providerId="Windows Live" clId="Web-{D21A5906-9B93-48DF-9D8B-6957E841F45C}" dt="2020-10-19T14:25:20.445" v="25"/>
        <pc:sldMkLst>
          <pc:docMk/>
          <pc:sldMk cId="1510317545" sldId="420"/>
        </pc:sldMkLst>
        <pc:spChg chg="mod">
          <ac:chgData name="Euclides Paim" userId="0d84fb374bcffaab" providerId="Windows Live" clId="Web-{D21A5906-9B93-48DF-9D8B-6957E841F45C}" dt="2020-10-19T14:25:20.445" v="25"/>
          <ac:spMkLst>
            <pc:docMk/>
            <pc:sldMk cId="1510317545" sldId="420"/>
            <ac:spMk id="3" creationId="{7D5BEDC0-B9C6-4CBC-B0EA-6BD0A411D1F2}"/>
          </ac:spMkLst>
        </pc:spChg>
      </pc:sldChg>
      <pc:sldChg chg="modSp">
        <pc:chgData name="Euclides Paim" userId="0d84fb374bcffaab" providerId="Windows Live" clId="Web-{D21A5906-9B93-48DF-9D8B-6957E841F45C}" dt="2020-10-19T14:25:23.305" v="26"/>
        <pc:sldMkLst>
          <pc:docMk/>
          <pc:sldMk cId="641468180" sldId="421"/>
        </pc:sldMkLst>
        <pc:spChg chg="mod">
          <ac:chgData name="Euclides Paim" userId="0d84fb374bcffaab" providerId="Windows Live" clId="Web-{D21A5906-9B93-48DF-9D8B-6957E841F45C}" dt="2020-10-19T14:25:23.305" v="26"/>
          <ac:spMkLst>
            <pc:docMk/>
            <pc:sldMk cId="641468180" sldId="421"/>
            <ac:spMk id="3" creationId="{7D5BEDC0-B9C6-4CBC-B0EA-6BD0A411D1F2}"/>
          </ac:spMkLst>
        </pc:spChg>
      </pc:sldChg>
      <pc:sldChg chg="modSp">
        <pc:chgData name="Euclides Paim" userId="0d84fb374bcffaab" providerId="Windows Live" clId="Web-{D21A5906-9B93-48DF-9D8B-6957E841F45C}" dt="2020-10-19T14:25:27.617" v="27"/>
        <pc:sldMkLst>
          <pc:docMk/>
          <pc:sldMk cId="4232862485" sldId="422"/>
        </pc:sldMkLst>
        <pc:spChg chg="mod">
          <ac:chgData name="Euclides Paim" userId="0d84fb374bcffaab" providerId="Windows Live" clId="Web-{D21A5906-9B93-48DF-9D8B-6957E841F45C}" dt="2020-10-19T14:25:27.617" v="27"/>
          <ac:spMkLst>
            <pc:docMk/>
            <pc:sldMk cId="4232862485" sldId="422"/>
            <ac:spMk id="3" creationId="{7D5BEDC0-B9C6-4CBC-B0EA-6BD0A411D1F2}"/>
          </ac:spMkLst>
        </pc:spChg>
      </pc:sldChg>
      <pc:sldChg chg="modSp">
        <pc:chgData name="Euclides Paim" userId="0d84fb374bcffaab" providerId="Windows Live" clId="Web-{D21A5906-9B93-48DF-9D8B-6957E841F45C}" dt="2020-10-19T14:25:31.368" v="28"/>
        <pc:sldMkLst>
          <pc:docMk/>
          <pc:sldMk cId="720070422" sldId="423"/>
        </pc:sldMkLst>
        <pc:spChg chg="mod">
          <ac:chgData name="Euclides Paim" userId="0d84fb374bcffaab" providerId="Windows Live" clId="Web-{D21A5906-9B93-48DF-9D8B-6957E841F45C}" dt="2020-10-19T14:25:31.368" v="28"/>
          <ac:spMkLst>
            <pc:docMk/>
            <pc:sldMk cId="720070422" sldId="423"/>
            <ac:spMk id="3" creationId="{7D5BEDC0-B9C6-4CBC-B0EA-6BD0A411D1F2}"/>
          </ac:spMkLst>
        </pc:spChg>
      </pc:sldChg>
      <pc:sldChg chg="modSp">
        <pc:chgData name="Euclides Paim" userId="0d84fb374bcffaab" providerId="Windows Live" clId="Web-{D21A5906-9B93-48DF-9D8B-6957E841F45C}" dt="2020-10-19T14:25:36.305" v="29"/>
        <pc:sldMkLst>
          <pc:docMk/>
          <pc:sldMk cId="900629962" sldId="424"/>
        </pc:sldMkLst>
        <pc:spChg chg="mod">
          <ac:chgData name="Euclides Paim" userId="0d84fb374bcffaab" providerId="Windows Live" clId="Web-{D21A5906-9B93-48DF-9D8B-6957E841F45C}" dt="2020-10-19T14:25:36.305" v="29"/>
          <ac:spMkLst>
            <pc:docMk/>
            <pc:sldMk cId="900629962" sldId="424"/>
            <ac:spMk id="3" creationId="{7D5BEDC0-B9C6-4CBC-B0EA-6BD0A411D1F2}"/>
          </ac:spMkLst>
        </pc:spChg>
      </pc:sldChg>
      <pc:sldChg chg="modSp">
        <pc:chgData name="Euclides Paim" userId="0d84fb374bcffaab" providerId="Windows Live" clId="Web-{D21A5906-9B93-48DF-9D8B-6957E841F45C}" dt="2020-10-19T14:25:40.258" v="30"/>
        <pc:sldMkLst>
          <pc:docMk/>
          <pc:sldMk cId="2504292541" sldId="425"/>
        </pc:sldMkLst>
        <pc:spChg chg="mod">
          <ac:chgData name="Euclides Paim" userId="0d84fb374bcffaab" providerId="Windows Live" clId="Web-{D21A5906-9B93-48DF-9D8B-6957E841F45C}" dt="2020-10-19T14:25:40.258" v="30"/>
          <ac:spMkLst>
            <pc:docMk/>
            <pc:sldMk cId="2504292541" sldId="425"/>
            <ac:spMk id="3" creationId="{7D5BEDC0-B9C6-4CBC-B0EA-6BD0A411D1F2}"/>
          </ac:spMkLst>
        </pc:spChg>
      </pc:sldChg>
      <pc:sldChg chg="modSp">
        <pc:chgData name="Euclides Paim" userId="0d84fb374bcffaab" providerId="Windows Live" clId="Web-{D21A5906-9B93-48DF-9D8B-6957E841F45C}" dt="2020-10-19T14:25:44.477" v="31"/>
        <pc:sldMkLst>
          <pc:docMk/>
          <pc:sldMk cId="2072425670" sldId="426"/>
        </pc:sldMkLst>
        <pc:spChg chg="mod">
          <ac:chgData name="Euclides Paim" userId="0d84fb374bcffaab" providerId="Windows Live" clId="Web-{D21A5906-9B93-48DF-9D8B-6957E841F45C}" dt="2020-10-19T14:25:44.477" v="31"/>
          <ac:spMkLst>
            <pc:docMk/>
            <pc:sldMk cId="2072425670" sldId="426"/>
            <ac:spMk id="3" creationId="{7D5BEDC0-B9C6-4CBC-B0EA-6BD0A411D1F2}"/>
          </ac:spMkLst>
        </pc:spChg>
      </pc:sldChg>
      <pc:sldChg chg="modSp">
        <pc:chgData name="Euclides Paim" userId="0d84fb374bcffaab" providerId="Windows Live" clId="Web-{D21A5906-9B93-48DF-9D8B-6957E841F45C}" dt="2020-10-19T14:25:48.290" v="32"/>
        <pc:sldMkLst>
          <pc:docMk/>
          <pc:sldMk cId="1206606872" sldId="427"/>
        </pc:sldMkLst>
        <pc:spChg chg="mod">
          <ac:chgData name="Euclides Paim" userId="0d84fb374bcffaab" providerId="Windows Live" clId="Web-{D21A5906-9B93-48DF-9D8B-6957E841F45C}" dt="2020-10-19T14:25:48.290" v="32"/>
          <ac:spMkLst>
            <pc:docMk/>
            <pc:sldMk cId="1206606872" sldId="427"/>
            <ac:spMk id="3" creationId="{7D5BEDC0-B9C6-4CBC-B0EA-6BD0A411D1F2}"/>
          </ac:spMkLst>
        </pc:spChg>
      </pc:sldChg>
      <pc:sldChg chg="add">
        <pc:chgData name="Euclides Paim" userId="0d84fb374bcffaab" providerId="Windows Live" clId="Web-{D21A5906-9B93-48DF-9D8B-6957E841F45C}" dt="2020-10-19T14:22:43.831" v="0"/>
        <pc:sldMkLst>
          <pc:docMk/>
          <pc:sldMk cId="2581059678" sldId="428"/>
        </pc:sldMkLst>
      </pc:sldChg>
      <pc:sldChg chg="add">
        <pc:chgData name="Euclides Paim" userId="0d84fb374bcffaab" providerId="Windows Live" clId="Web-{D21A5906-9B93-48DF-9D8B-6957E841F45C}" dt="2020-10-19T19:52:03.198" v="35"/>
        <pc:sldMkLst>
          <pc:docMk/>
          <pc:sldMk cId="1326019757" sldId="429"/>
        </pc:sldMkLst>
      </pc:sldChg>
      <pc:sldChg chg="add">
        <pc:chgData name="Euclides Paim" userId="0d84fb374bcffaab" providerId="Windows Live" clId="Web-{D21A5906-9B93-48DF-9D8B-6957E841F45C}" dt="2020-10-19T19:52:03.276" v="36"/>
        <pc:sldMkLst>
          <pc:docMk/>
          <pc:sldMk cId="1441428431" sldId="430"/>
        </pc:sldMkLst>
      </pc:sldChg>
    </pc:docChg>
  </pc:docChgLst>
  <pc:docChgLst>
    <pc:chgData name="Euclides Paim" userId="0d84fb374bcffaab" providerId="Windows Live" clId="Web-{BA9926B3-85FC-4715-BFE8-F787715085B5}"/>
    <pc:docChg chg="modSld">
      <pc:chgData name="Euclides Paim" userId="0d84fb374bcffaab" providerId="Windows Live" clId="Web-{BA9926B3-85FC-4715-BFE8-F787715085B5}" dt="2020-12-14T13:01:57" v="11" actId="20577"/>
      <pc:docMkLst>
        <pc:docMk/>
      </pc:docMkLst>
      <pc:sldChg chg="modSp">
        <pc:chgData name="Euclides Paim" userId="0d84fb374bcffaab" providerId="Windows Live" clId="Web-{BA9926B3-85FC-4715-BFE8-F787715085B5}" dt="2020-12-14T12:49:56.433" v="2" actId="20577"/>
        <pc:sldMkLst>
          <pc:docMk/>
          <pc:sldMk cId="309114424" sldId="453"/>
        </pc:sldMkLst>
        <pc:spChg chg="mod">
          <ac:chgData name="Euclides Paim" userId="0d84fb374bcffaab" providerId="Windows Live" clId="Web-{BA9926B3-85FC-4715-BFE8-F787715085B5}" dt="2020-12-14T12:49:56.433" v="2" actId="20577"/>
          <ac:spMkLst>
            <pc:docMk/>
            <pc:sldMk cId="309114424" sldId="453"/>
            <ac:spMk id="8" creationId="{26E40748-60F3-4504-9D41-47012390869B}"/>
          </ac:spMkLst>
        </pc:spChg>
      </pc:sldChg>
      <pc:sldChg chg="modSp">
        <pc:chgData name="Euclides Paim" userId="0d84fb374bcffaab" providerId="Windows Live" clId="Web-{BA9926B3-85FC-4715-BFE8-F787715085B5}" dt="2020-12-14T12:59:30.699" v="6" actId="20577"/>
        <pc:sldMkLst>
          <pc:docMk/>
          <pc:sldMk cId="2546791639" sldId="462"/>
        </pc:sldMkLst>
        <pc:spChg chg="mod">
          <ac:chgData name="Euclides Paim" userId="0d84fb374bcffaab" providerId="Windows Live" clId="Web-{BA9926B3-85FC-4715-BFE8-F787715085B5}" dt="2020-12-14T12:59:30.699" v="6" actId="20577"/>
          <ac:spMkLst>
            <pc:docMk/>
            <pc:sldMk cId="2546791639" sldId="462"/>
            <ac:spMk id="6" creationId="{4B1434DD-739D-48EE-822A-8E8DCC1A72EA}"/>
          </ac:spMkLst>
        </pc:spChg>
      </pc:sldChg>
      <pc:sldChg chg="modSp">
        <pc:chgData name="Euclides Paim" userId="0d84fb374bcffaab" providerId="Windows Live" clId="Web-{BA9926B3-85FC-4715-BFE8-F787715085B5}" dt="2020-12-14T13:01:57" v="10" actId="20577"/>
        <pc:sldMkLst>
          <pc:docMk/>
          <pc:sldMk cId="3183862661" sldId="469"/>
        </pc:sldMkLst>
        <pc:spChg chg="mod">
          <ac:chgData name="Euclides Paim" userId="0d84fb374bcffaab" providerId="Windows Live" clId="Web-{BA9926B3-85FC-4715-BFE8-F787715085B5}" dt="2020-12-14T13:01:57" v="10" actId="20577"/>
          <ac:spMkLst>
            <pc:docMk/>
            <pc:sldMk cId="3183862661" sldId="469"/>
            <ac:spMk id="6" creationId="{4B1434DD-739D-48EE-822A-8E8DCC1A72EA}"/>
          </ac:spMkLst>
        </pc:spChg>
      </pc:sldChg>
    </pc:docChg>
  </pc:docChgLst>
  <pc:docChgLst>
    <pc:chgData name="Euclides Paim" userId="0d84fb374bcffaab" providerId="Windows Live" clId="Web-{32DF7CB5-D15C-450C-AACF-44E92E8C81C2}"/>
    <pc:docChg chg="addSld delSld modSld sldOrd">
      <pc:chgData name="Euclides Paim" userId="0d84fb374bcffaab" providerId="Windows Live" clId="Web-{32DF7CB5-D15C-450C-AACF-44E92E8C81C2}" dt="2020-11-23T19:44:32.928" v="2746" actId="20577"/>
      <pc:docMkLst>
        <pc:docMk/>
      </pc:docMkLst>
      <pc:sldChg chg="del">
        <pc:chgData name="Euclides Paim" userId="0d84fb374bcffaab" providerId="Windows Live" clId="Web-{32DF7CB5-D15C-450C-AACF-44E92E8C81C2}" dt="2020-11-23T11:51:18.908" v="14"/>
        <pc:sldMkLst>
          <pc:docMk/>
          <pc:sldMk cId="868151316" sldId="431"/>
        </pc:sldMkLst>
      </pc:sldChg>
      <pc:sldChg chg="del">
        <pc:chgData name="Euclides Paim" userId="0d84fb374bcffaab" providerId="Windows Live" clId="Web-{32DF7CB5-D15C-450C-AACF-44E92E8C81C2}" dt="2020-11-23T11:51:18.909" v="15"/>
        <pc:sldMkLst>
          <pc:docMk/>
          <pc:sldMk cId="1530809835" sldId="432"/>
        </pc:sldMkLst>
      </pc:sldChg>
      <pc:sldChg chg="del">
        <pc:chgData name="Euclides Paim" userId="0d84fb374bcffaab" providerId="Windows Live" clId="Web-{32DF7CB5-D15C-450C-AACF-44E92E8C81C2}" dt="2020-11-23T11:51:18.911" v="16"/>
        <pc:sldMkLst>
          <pc:docMk/>
          <pc:sldMk cId="4040629640" sldId="433"/>
        </pc:sldMkLst>
      </pc:sldChg>
      <pc:sldChg chg="del">
        <pc:chgData name="Euclides Paim" userId="0d84fb374bcffaab" providerId="Windows Live" clId="Web-{32DF7CB5-D15C-450C-AACF-44E92E8C81C2}" dt="2020-11-23T11:51:18.912" v="17"/>
        <pc:sldMkLst>
          <pc:docMk/>
          <pc:sldMk cId="4214719765" sldId="434"/>
        </pc:sldMkLst>
      </pc:sldChg>
      <pc:sldChg chg="del">
        <pc:chgData name="Euclides Paim" userId="0d84fb374bcffaab" providerId="Windows Live" clId="Web-{32DF7CB5-D15C-450C-AACF-44E92E8C81C2}" dt="2020-11-23T11:51:18.912" v="18"/>
        <pc:sldMkLst>
          <pc:docMk/>
          <pc:sldMk cId="3244213526" sldId="435"/>
        </pc:sldMkLst>
      </pc:sldChg>
      <pc:sldChg chg="del">
        <pc:chgData name="Euclides Paim" userId="0d84fb374bcffaab" providerId="Windows Live" clId="Web-{32DF7CB5-D15C-450C-AACF-44E92E8C81C2}" dt="2020-11-23T11:51:18.914" v="19"/>
        <pc:sldMkLst>
          <pc:docMk/>
          <pc:sldMk cId="4065963527" sldId="436"/>
        </pc:sldMkLst>
      </pc:sldChg>
      <pc:sldChg chg="del">
        <pc:chgData name="Euclides Paim" userId="0d84fb374bcffaab" providerId="Windows Live" clId="Web-{32DF7CB5-D15C-450C-AACF-44E92E8C81C2}" dt="2020-11-23T11:51:18.915" v="20"/>
        <pc:sldMkLst>
          <pc:docMk/>
          <pc:sldMk cId="1612245242" sldId="437"/>
        </pc:sldMkLst>
      </pc:sldChg>
      <pc:sldChg chg="del">
        <pc:chgData name="Euclides Paim" userId="0d84fb374bcffaab" providerId="Windows Live" clId="Web-{32DF7CB5-D15C-450C-AACF-44E92E8C81C2}" dt="2020-11-23T11:51:18.916" v="21"/>
        <pc:sldMkLst>
          <pc:docMk/>
          <pc:sldMk cId="4033394099" sldId="438"/>
        </pc:sldMkLst>
      </pc:sldChg>
      <pc:sldChg chg="del">
        <pc:chgData name="Euclides Paim" userId="0d84fb374bcffaab" providerId="Windows Live" clId="Web-{32DF7CB5-D15C-450C-AACF-44E92E8C81C2}" dt="2020-11-23T11:51:18.916" v="22"/>
        <pc:sldMkLst>
          <pc:docMk/>
          <pc:sldMk cId="1172908295" sldId="439"/>
        </pc:sldMkLst>
      </pc:sldChg>
      <pc:sldChg chg="del">
        <pc:chgData name="Euclides Paim" userId="0d84fb374bcffaab" providerId="Windows Live" clId="Web-{32DF7CB5-D15C-450C-AACF-44E92E8C81C2}" dt="2020-11-23T11:51:18.917" v="23"/>
        <pc:sldMkLst>
          <pc:docMk/>
          <pc:sldMk cId="2028635269" sldId="440"/>
        </pc:sldMkLst>
      </pc:sldChg>
      <pc:sldChg chg="del">
        <pc:chgData name="Euclides Paim" userId="0d84fb374bcffaab" providerId="Windows Live" clId="Web-{32DF7CB5-D15C-450C-AACF-44E92E8C81C2}" dt="2020-11-23T11:51:18.918" v="24"/>
        <pc:sldMkLst>
          <pc:docMk/>
          <pc:sldMk cId="188372832" sldId="441"/>
        </pc:sldMkLst>
      </pc:sldChg>
      <pc:sldChg chg="del">
        <pc:chgData name="Euclides Paim" userId="0d84fb374bcffaab" providerId="Windows Live" clId="Web-{32DF7CB5-D15C-450C-AACF-44E92E8C81C2}" dt="2020-11-23T11:51:18.919" v="25"/>
        <pc:sldMkLst>
          <pc:docMk/>
          <pc:sldMk cId="3075535982" sldId="442"/>
        </pc:sldMkLst>
      </pc:sldChg>
      <pc:sldChg chg="del">
        <pc:chgData name="Euclides Paim" userId="0d84fb374bcffaab" providerId="Windows Live" clId="Web-{32DF7CB5-D15C-450C-AACF-44E92E8C81C2}" dt="2020-11-23T11:51:18.920" v="26"/>
        <pc:sldMkLst>
          <pc:docMk/>
          <pc:sldMk cId="1366129718" sldId="443"/>
        </pc:sldMkLst>
      </pc:sldChg>
      <pc:sldChg chg="del">
        <pc:chgData name="Euclides Paim" userId="0d84fb374bcffaab" providerId="Windows Live" clId="Web-{32DF7CB5-D15C-450C-AACF-44E92E8C81C2}" dt="2020-11-23T11:51:18.922" v="27"/>
        <pc:sldMkLst>
          <pc:docMk/>
          <pc:sldMk cId="822192009" sldId="444"/>
        </pc:sldMkLst>
      </pc:sldChg>
      <pc:sldChg chg="del">
        <pc:chgData name="Euclides Paim" userId="0d84fb374bcffaab" providerId="Windows Live" clId="Web-{32DF7CB5-D15C-450C-AACF-44E92E8C81C2}" dt="2020-11-23T11:51:18.923" v="28"/>
        <pc:sldMkLst>
          <pc:docMk/>
          <pc:sldMk cId="3439957136" sldId="445"/>
        </pc:sldMkLst>
      </pc:sldChg>
      <pc:sldChg chg="del">
        <pc:chgData name="Euclides Paim" userId="0d84fb374bcffaab" providerId="Windows Live" clId="Web-{32DF7CB5-D15C-450C-AACF-44E92E8C81C2}" dt="2020-11-23T11:51:18.924" v="29"/>
        <pc:sldMkLst>
          <pc:docMk/>
          <pc:sldMk cId="1621500762" sldId="446"/>
        </pc:sldMkLst>
      </pc:sldChg>
      <pc:sldChg chg="del">
        <pc:chgData name="Euclides Paim" userId="0d84fb374bcffaab" providerId="Windows Live" clId="Web-{32DF7CB5-D15C-450C-AACF-44E92E8C81C2}" dt="2020-11-23T11:51:18.925" v="30"/>
        <pc:sldMkLst>
          <pc:docMk/>
          <pc:sldMk cId="3288710680" sldId="447"/>
        </pc:sldMkLst>
      </pc:sldChg>
      <pc:sldChg chg="delSp modSp">
        <pc:chgData name="Euclides Paim" userId="0d84fb374bcffaab" providerId="Windows Live" clId="Web-{32DF7CB5-D15C-450C-AACF-44E92E8C81C2}" dt="2020-11-23T19:32:50.738" v="2625" actId="1076"/>
        <pc:sldMkLst>
          <pc:docMk/>
          <pc:sldMk cId="891088516" sldId="448"/>
        </pc:sldMkLst>
        <pc:spChg chg="mod">
          <ac:chgData name="Euclides Paim" userId="0d84fb374bcffaab" providerId="Windows Live" clId="Web-{32DF7CB5-D15C-450C-AACF-44E92E8C81C2}" dt="2020-11-23T19:32:50.738" v="2625" actId="1076"/>
          <ac:spMkLst>
            <pc:docMk/>
            <pc:sldMk cId="891088516" sldId="448"/>
            <ac:spMk id="6" creationId="{4B1434DD-739D-48EE-822A-8E8DCC1A72EA}"/>
          </ac:spMkLst>
        </pc:spChg>
        <pc:picChg chg="del">
          <ac:chgData name="Euclides Paim" userId="0d84fb374bcffaab" providerId="Windows Live" clId="Web-{32DF7CB5-D15C-450C-AACF-44E92E8C81C2}" dt="2020-11-23T11:51:08.499" v="13"/>
          <ac:picMkLst>
            <pc:docMk/>
            <pc:sldMk cId="891088516" sldId="448"/>
            <ac:picMk id="7" creationId="{D34A42F3-847F-42CC-A140-6581F77BADE5}"/>
          </ac:picMkLst>
        </pc:picChg>
      </pc:sldChg>
      <pc:sldChg chg="modSp">
        <pc:chgData name="Euclides Paim" userId="0d84fb374bcffaab" providerId="Windows Live" clId="Web-{32DF7CB5-D15C-450C-AACF-44E92E8C81C2}" dt="2020-11-23T11:50:49.620" v="4" actId="20577"/>
        <pc:sldMkLst>
          <pc:docMk/>
          <pc:sldMk cId="1589013106" sldId="449"/>
        </pc:sldMkLst>
        <pc:spChg chg="mod">
          <ac:chgData name="Euclides Paim" userId="0d84fb374bcffaab" providerId="Windows Live" clId="Web-{32DF7CB5-D15C-450C-AACF-44E92E8C81C2}" dt="2020-11-23T11:50:49.620" v="4" actId="20577"/>
          <ac:spMkLst>
            <pc:docMk/>
            <pc:sldMk cId="1589013106" sldId="449"/>
            <ac:spMk id="5" creationId="{633AE23D-DCED-446F-B659-B65CA66C87D9}"/>
          </ac:spMkLst>
        </pc:spChg>
      </pc:sldChg>
      <pc:sldChg chg="addSp delSp modSp add ord replId">
        <pc:chgData name="Euclides Paim" userId="0d84fb374bcffaab" providerId="Windows Live" clId="Web-{32DF7CB5-D15C-450C-AACF-44E92E8C81C2}" dt="2020-11-23T19:36:36.822" v="2645"/>
        <pc:sldMkLst>
          <pc:docMk/>
          <pc:sldMk cId="1630246936" sldId="450"/>
        </pc:sldMkLst>
        <pc:spChg chg="add mod">
          <ac:chgData name="Euclides Paim" userId="0d84fb374bcffaab" providerId="Windows Live" clId="Web-{32DF7CB5-D15C-450C-AACF-44E92E8C81C2}" dt="2020-11-23T19:34:22.569" v="2639" actId="1076"/>
          <ac:spMkLst>
            <pc:docMk/>
            <pc:sldMk cId="1630246936" sldId="450"/>
            <ac:spMk id="2" creationId="{1BF0518E-36A4-47FD-B1E1-EBB3E72EE1AF}"/>
          </ac:spMkLst>
        </pc:spChg>
        <pc:spChg chg="mod">
          <ac:chgData name="Euclides Paim" userId="0d84fb374bcffaab" providerId="Windows Live" clId="Web-{32DF7CB5-D15C-450C-AACF-44E92E8C81C2}" dt="2020-11-23T12:20:33.882" v="82" actId="20577"/>
          <ac:spMkLst>
            <pc:docMk/>
            <pc:sldMk cId="1630246936" sldId="450"/>
            <ac:spMk id="4" creationId="{38473EF7-5FA0-4FD2-8C41-5AB04D0B7A92}"/>
          </ac:spMkLst>
        </pc:spChg>
        <pc:spChg chg="mod">
          <ac:chgData name="Euclides Paim" userId="0d84fb374bcffaab" providerId="Windows Live" clId="Web-{32DF7CB5-D15C-450C-AACF-44E92E8C81C2}" dt="2020-11-23T19:34:18.303" v="2638" actId="1076"/>
          <ac:spMkLst>
            <pc:docMk/>
            <pc:sldMk cId="1630246936" sldId="450"/>
            <ac:spMk id="6" creationId="{4B1434DD-739D-48EE-822A-8E8DCC1A72EA}"/>
          </ac:spMkLst>
        </pc:spChg>
        <pc:picChg chg="add del mod ord">
          <ac:chgData name="Euclides Paim" userId="0d84fb374bcffaab" providerId="Windows Live" clId="Web-{32DF7CB5-D15C-450C-AACF-44E92E8C81C2}" dt="2020-11-23T19:36:36.822" v="2645"/>
          <ac:picMkLst>
            <pc:docMk/>
            <pc:sldMk cId="1630246936" sldId="450"/>
            <ac:picMk id="7" creationId="{F7EAFDAE-5101-4B09-8585-EAA478D9E678}"/>
          </ac:picMkLst>
        </pc:picChg>
      </pc:sldChg>
      <pc:sldChg chg="addSp delSp modSp add replId">
        <pc:chgData name="Euclides Paim" userId="0d84fb374bcffaab" providerId="Windows Live" clId="Web-{32DF7CB5-D15C-450C-AACF-44E92E8C81C2}" dt="2020-11-23T16:52:15.894" v="90" actId="1076"/>
        <pc:sldMkLst>
          <pc:docMk/>
          <pc:sldMk cId="1422955553" sldId="451"/>
        </pc:sldMkLst>
        <pc:spChg chg="del">
          <ac:chgData name="Euclides Paim" userId="0d84fb374bcffaab" providerId="Windows Live" clId="Web-{32DF7CB5-D15C-450C-AACF-44E92E8C81C2}" dt="2020-11-23T12:19:59.444" v="59"/>
          <ac:spMkLst>
            <pc:docMk/>
            <pc:sldMk cId="1422955553" sldId="451"/>
            <ac:spMk id="4" creationId="{38473EF7-5FA0-4FD2-8C41-5AB04D0B7A92}"/>
          </ac:spMkLst>
        </pc:spChg>
        <pc:spChg chg="del">
          <ac:chgData name="Euclides Paim" userId="0d84fb374bcffaab" providerId="Windows Live" clId="Web-{32DF7CB5-D15C-450C-AACF-44E92E8C81C2}" dt="2020-11-23T12:19:31.818" v="54"/>
          <ac:spMkLst>
            <pc:docMk/>
            <pc:sldMk cId="1422955553" sldId="451"/>
            <ac:spMk id="6" creationId="{4B1434DD-739D-48EE-822A-8E8DCC1A72EA}"/>
          </ac:spMkLst>
        </pc:spChg>
        <pc:picChg chg="add del mod">
          <ac:chgData name="Euclides Paim" userId="0d84fb374bcffaab" providerId="Windows Live" clId="Web-{32DF7CB5-D15C-450C-AACF-44E92E8C81C2}" dt="2020-11-23T16:51:31.752" v="85"/>
          <ac:picMkLst>
            <pc:docMk/>
            <pc:sldMk cId="1422955553" sldId="451"/>
            <ac:picMk id="2" creationId="{64C7E810-5E4D-4B17-B14E-7A4AB6BC8A23}"/>
          </ac:picMkLst>
        </pc:picChg>
        <pc:picChg chg="add mod">
          <ac:chgData name="Euclides Paim" userId="0d84fb374bcffaab" providerId="Windows Live" clId="Web-{32DF7CB5-D15C-450C-AACF-44E92E8C81C2}" dt="2020-11-23T16:52:15.894" v="90" actId="1076"/>
          <ac:picMkLst>
            <pc:docMk/>
            <pc:sldMk cId="1422955553" sldId="451"/>
            <ac:picMk id="4" creationId="{6EA66F03-9DCF-44F1-B54E-EE3A0701D048}"/>
          </ac:picMkLst>
        </pc:picChg>
      </pc:sldChg>
      <pc:sldChg chg="addSp modSp add ord replId">
        <pc:chgData name="Euclides Paim" userId="0d84fb374bcffaab" providerId="Windows Live" clId="Web-{32DF7CB5-D15C-450C-AACF-44E92E8C81C2}" dt="2020-11-23T17:07:14.652" v="256" actId="1076"/>
        <pc:sldMkLst>
          <pc:docMk/>
          <pc:sldMk cId="3626869348" sldId="452"/>
        </pc:sldMkLst>
        <pc:spChg chg="mod">
          <ac:chgData name="Euclides Paim" userId="0d84fb374bcffaab" providerId="Windows Live" clId="Web-{32DF7CB5-D15C-450C-AACF-44E92E8C81C2}" dt="2020-11-23T17:06:38.774" v="251" actId="20577"/>
          <ac:spMkLst>
            <pc:docMk/>
            <pc:sldMk cId="3626869348" sldId="452"/>
            <ac:spMk id="6" creationId="{4B1434DD-739D-48EE-822A-8E8DCC1A72EA}"/>
          </ac:spMkLst>
        </pc:spChg>
        <pc:picChg chg="add mod">
          <ac:chgData name="Euclides Paim" userId="0d84fb374bcffaab" providerId="Windows Live" clId="Web-{32DF7CB5-D15C-450C-AACF-44E92E8C81C2}" dt="2020-11-23T17:07:14.652" v="256" actId="1076"/>
          <ac:picMkLst>
            <pc:docMk/>
            <pc:sldMk cId="3626869348" sldId="452"/>
            <ac:picMk id="2" creationId="{8085D4D5-7C92-4BF0-A490-C468AEBD35F0}"/>
          </ac:picMkLst>
        </pc:picChg>
      </pc:sldChg>
      <pc:sldChg chg="addSp delSp modSp add replId">
        <pc:chgData name="Euclides Paim" userId="0d84fb374bcffaab" providerId="Windows Live" clId="Web-{32DF7CB5-D15C-450C-AACF-44E92E8C81C2}" dt="2020-11-23T19:35:56.852" v="2643" actId="1076"/>
        <pc:sldMkLst>
          <pc:docMk/>
          <pc:sldMk cId="309114424" sldId="453"/>
        </pc:sldMkLst>
        <pc:spChg chg="mod">
          <ac:chgData name="Euclides Paim" userId="0d84fb374bcffaab" providerId="Windows Live" clId="Web-{32DF7CB5-D15C-450C-AACF-44E92E8C81C2}" dt="2020-11-23T17:17:00.416" v="381" actId="20577"/>
          <ac:spMkLst>
            <pc:docMk/>
            <pc:sldMk cId="309114424" sldId="453"/>
            <ac:spMk id="4" creationId="{38473EF7-5FA0-4FD2-8C41-5AB04D0B7A92}"/>
          </ac:spMkLst>
        </pc:spChg>
        <pc:spChg chg="mod">
          <ac:chgData name="Euclides Paim" userId="0d84fb374bcffaab" providerId="Windows Live" clId="Web-{32DF7CB5-D15C-450C-AACF-44E92E8C81C2}" dt="2020-11-23T17:08:43.888" v="275" actId="20577"/>
          <ac:spMkLst>
            <pc:docMk/>
            <pc:sldMk cId="309114424" sldId="453"/>
            <ac:spMk id="6" creationId="{4B1434DD-739D-48EE-822A-8E8DCC1A72EA}"/>
          </ac:spMkLst>
        </pc:spChg>
        <pc:spChg chg="add mod">
          <ac:chgData name="Euclides Paim" userId="0d84fb374bcffaab" providerId="Windows Live" clId="Web-{32DF7CB5-D15C-450C-AACF-44E92E8C81C2}" dt="2020-11-23T17:13:33.536" v="327" actId="20577"/>
          <ac:spMkLst>
            <pc:docMk/>
            <pc:sldMk cId="309114424" sldId="453"/>
            <ac:spMk id="8" creationId="{26E40748-60F3-4504-9D41-47012390869B}"/>
          </ac:spMkLst>
        </pc:spChg>
        <pc:picChg chg="del">
          <ac:chgData name="Euclides Paim" userId="0d84fb374bcffaab" providerId="Windows Live" clId="Web-{32DF7CB5-D15C-450C-AACF-44E92E8C81C2}" dt="2020-11-23T17:08:53.253" v="278"/>
          <ac:picMkLst>
            <pc:docMk/>
            <pc:sldMk cId="309114424" sldId="453"/>
            <ac:picMk id="2" creationId="{8085D4D5-7C92-4BF0-A490-C468AEBD35F0}"/>
          </ac:picMkLst>
        </pc:picChg>
        <pc:picChg chg="add del mod">
          <ac:chgData name="Euclides Paim" userId="0d84fb374bcffaab" providerId="Windows Live" clId="Web-{32DF7CB5-D15C-450C-AACF-44E92E8C81C2}" dt="2020-11-23T19:27:15.074" v="2617"/>
          <ac:picMkLst>
            <pc:docMk/>
            <pc:sldMk cId="309114424" sldId="453"/>
            <ac:picMk id="7" creationId="{113B9492-EE6E-467A-8F6C-269BC986C9BC}"/>
          </ac:picMkLst>
        </pc:picChg>
        <pc:picChg chg="add del mod">
          <ac:chgData name="Euclides Paim" userId="0d84fb374bcffaab" providerId="Windows Live" clId="Web-{32DF7CB5-D15C-450C-AACF-44E92E8C81C2}" dt="2020-11-23T19:35:49.665" v="2640"/>
          <ac:picMkLst>
            <pc:docMk/>
            <pc:sldMk cId="309114424" sldId="453"/>
            <ac:picMk id="9" creationId="{7579E1DD-A079-494D-BCD3-C99483C1A6D8}"/>
          </ac:picMkLst>
        </pc:picChg>
        <pc:picChg chg="add mod">
          <ac:chgData name="Euclides Paim" userId="0d84fb374bcffaab" providerId="Windows Live" clId="Web-{32DF7CB5-D15C-450C-AACF-44E92E8C81C2}" dt="2020-11-23T19:35:56.852" v="2643" actId="1076"/>
          <ac:picMkLst>
            <pc:docMk/>
            <pc:sldMk cId="309114424" sldId="453"/>
            <ac:picMk id="10" creationId="{71564F11-70DA-4536-A166-3EB79FC84E12}"/>
          </ac:picMkLst>
        </pc:picChg>
      </pc:sldChg>
      <pc:sldChg chg="modSp add replId">
        <pc:chgData name="Euclides Paim" userId="0d84fb374bcffaab" providerId="Windows Live" clId="Web-{32DF7CB5-D15C-450C-AACF-44E92E8C81C2}" dt="2020-11-23T19:36:17.009" v="2644" actId="1076"/>
        <pc:sldMkLst>
          <pc:docMk/>
          <pc:sldMk cId="2885587263" sldId="454"/>
        </pc:sldMkLst>
        <pc:spChg chg="mod">
          <ac:chgData name="Euclides Paim" userId="0d84fb374bcffaab" providerId="Windows Live" clId="Web-{32DF7CB5-D15C-450C-AACF-44E92E8C81C2}" dt="2020-11-23T17:17:10.479" v="394" actId="20577"/>
          <ac:spMkLst>
            <pc:docMk/>
            <pc:sldMk cId="2885587263" sldId="454"/>
            <ac:spMk id="4" creationId="{38473EF7-5FA0-4FD2-8C41-5AB04D0B7A92}"/>
          </ac:spMkLst>
        </pc:spChg>
        <pc:spChg chg="mod">
          <ac:chgData name="Euclides Paim" userId="0d84fb374bcffaab" providerId="Windows Live" clId="Web-{32DF7CB5-D15C-450C-AACF-44E92E8C81C2}" dt="2020-11-23T19:36:17.009" v="2644" actId="1076"/>
          <ac:spMkLst>
            <pc:docMk/>
            <pc:sldMk cId="2885587263" sldId="454"/>
            <ac:spMk id="6" creationId="{4B1434DD-739D-48EE-822A-8E8DCC1A72EA}"/>
          </ac:spMkLst>
        </pc:spChg>
      </pc:sldChg>
      <pc:sldChg chg="addSp delSp modSp add replId">
        <pc:chgData name="Euclides Paim" userId="0d84fb374bcffaab" providerId="Windows Live" clId="Web-{32DF7CB5-D15C-450C-AACF-44E92E8C81C2}" dt="2020-11-23T19:37:21.948" v="2654" actId="1076"/>
        <pc:sldMkLst>
          <pc:docMk/>
          <pc:sldMk cId="2010252720" sldId="455"/>
        </pc:sldMkLst>
        <pc:spChg chg="mod">
          <ac:chgData name="Euclides Paim" userId="0d84fb374bcffaab" providerId="Windows Live" clId="Web-{32DF7CB5-D15C-450C-AACF-44E92E8C81C2}" dt="2020-11-23T17:18:47.981" v="406" actId="20577"/>
          <ac:spMkLst>
            <pc:docMk/>
            <pc:sldMk cId="2010252720" sldId="455"/>
            <ac:spMk id="4" creationId="{38473EF7-5FA0-4FD2-8C41-5AB04D0B7A92}"/>
          </ac:spMkLst>
        </pc:spChg>
        <pc:spChg chg="mod">
          <ac:chgData name="Euclides Paim" userId="0d84fb374bcffaab" providerId="Windows Live" clId="Web-{32DF7CB5-D15C-450C-AACF-44E92E8C81C2}" dt="2020-11-23T19:37:16.683" v="2652" actId="20577"/>
          <ac:spMkLst>
            <pc:docMk/>
            <pc:sldMk cId="2010252720" sldId="455"/>
            <ac:spMk id="6" creationId="{4B1434DD-739D-48EE-822A-8E8DCC1A72EA}"/>
          </ac:spMkLst>
        </pc:spChg>
        <pc:picChg chg="del">
          <ac:chgData name="Euclides Paim" userId="0d84fb374bcffaab" providerId="Windows Live" clId="Web-{32DF7CB5-D15C-450C-AACF-44E92E8C81C2}" dt="2020-11-23T17:20:15.608" v="409"/>
          <ac:picMkLst>
            <pc:docMk/>
            <pc:sldMk cId="2010252720" sldId="455"/>
            <ac:picMk id="2" creationId="{8085D4D5-7C92-4BF0-A490-C468AEBD35F0}"/>
          </ac:picMkLst>
        </pc:picChg>
        <pc:picChg chg="add mod">
          <ac:chgData name="Euclides Paim" userId="0d84fb374bcffaab" providerId="Windows Live" clId="Web-{32DF7CB5-D15C-450C-AACF-44E92E8C81C2}" dt="2020-11-23T19:37:21.948" v="2654" actId="1076"/>
          <ac:picMkLst>
            <pc:docMk/>
            <pc:sldMk cId="2010252720" sldId="455"/>
            <ac:picMk id="7" creationId="{2B580F03-BC47-4412-A1DE-18E9D2141CAA}"/>
          </ac:picMkLst>
        </pc:picChg>
      </pc:sldChg>
      <pc:sldChg chg="addSp delSp modSp add replId">
        <pc:chgData name="Euclides Paim" userId="0d84fb374bcffaab" providerId="Windows Live" clId="Web-{32DF7CB5-D15C-450C-AACF-44E92E8C81C2}" dt="2020-11-23T17:29:45.887" v="596" actId="20577"/>
        <pc:sldMkLst>
          <pc:docMk/>
          <pc:sldMk cId="4142692875" sldId="456"/>
        </pc:sldMkLst>
        <pc:spChg chg="mod">
          <ac:chgData name="Euclides Paim" userId="0d84fb374bcffaab" providerId="Windows Live" clId="Web-{32DF7CB5-D15C-450C-AACF-44E92E8C81C2}" dt="2020-11-23T17:29:45.887" v="596" actId="20577"/>
          <ac:spMkLst>
            <pc:docMk/>
            <pc:sldMk cId="4142692875" sldId="456"/>
            <ac:spMk id="6" creationId="{4B1434DD-739D-48EE-822A-8E8DCC1A72EA}"/>
          </ac:spMkLst>
        </pc:spChg>
        <pc:picChg chg="add mod">
          <ac:chgData name="Euclides Paim" userId="0d84fb374bcffaab" providerId="Windows Live" clId="Web-{32DF7CB5-D15C-450C-AACF-44E92E8C81C2}" dt="2020-11-23T17:28:28.401" v="559" actId="1076"/>
          <ac:picMkLst>
            <pc:docMk/>
            <pc:sldMk cId="4142692875" sldId="456"/>
            <ac:picMk id="2" creationId="{3FC5112C-8652-4D48-803D-D567812C8CC7}"/>
          </ac:picMkLst>
        </pc:picChg>
        <pc:picChg chg="del">
          <ac:chgData name="Euclides Paim" userId="0d84fb374bcffaab" providerId="Windows Live" clId="Web-{32DF7CB5-D15C-450C-AACF-44E92E8C81C2}" dt="2020-11-23T17:28:14.448" v="555"/>
          <ac:picMkLst>
            <pc:docMk/>
            <pc:sldMk cId="4142692875" sldId="456"/>
            <ac:picMk id="7" creationId="{2B580F03-BC47-4412-A1DE-18E9D2141CAA}"/>
          </ac:picMkLst>
        </pc:picChg>
      </pc:sldChg>
      <pc:sldChg chg="addSp delSp modSp add replId">
        <pc:chgData name="Euclides Paim" userId="0d84fb374bcffaab" providerId="Windows Live" clId="Web-{32DF7CB5-D15C-450C-AACF-44E92E8C81C2}" dt="2020-11-23T17:35:12.114" v="669" actId="1076"/>
        <pc:sldMkLst>
          <pc:docMk/>
          <pc:sldMk cId="1381901780" sldId="457"/>
        </pc:sldMkLst>
        <pc:spChg chg="mod">
          <ac:chgData name="Euclides Paim" userId="0d84fb374bcffaab" providerId="Windows Live" clId="Web-{32DF7CB5-D15C-450C-AACF-44E92E8C81C2}" dt="2020-11-23T17:33:16.189" v="652" actId="20577"/>
          <ac:spMkLst>
            <pc:docMk/>
            <pc:sldMk cId="1381901780" sldId="457"/>
            <ac:spMk id="6" creationId="{4B1434DD-739D-48EE-822A-8E8DCC1A72EA}"/>
          </ac:spMkLst>
        </pc:spChg>
        <pc:picChg chg="del">
          <ac:chgData name="Euclides Paim" userId="0d84fb374bcffaab" providerId="Windows Live" clId="Web-{32DF7CB5-D15C-450C-AACF-44E92E8C81C2}" dt="2020-11-23T17:33:17.127" v="654"/>
          <ac:picMkLst>
            <pc:docMk/>
            <pc:sldMk cId="1381901780" sldId="457"/>
            <ac:picMk id="2" creationId="{3FC5112C-8652-4D48-803D-D567812C8CC7}"/>
          </ac:picMkLst>
        </pc:picChg>
        <pc:picChg chg="add mod modCrop">
          <ac:chgData name="Euclides Paim" userId="0d84fb374bcffaab" providerId="Windows Live" clId="Web-{32DF7CB5-D15C-450C-AACF-44E92E8C81C2}" dt="2020-11-23T17:35:12.114" v="669" actId="1076"/>
          <ac:picMkLst>
            <pc:docMk/>
            <pc:sldMk cId="1381901780" sldId="457"/>
            <ac:picMk id="7" creationId="{336C680B-2D44-44C6-AEA4-E6AB776B527D}"/>
          </ac:picMkLst>
        </pc:picChg>
      </pc:sldChg>
      <pc:sldChg chg="addSp delSp modSp add replId">
        <pc:chgData name="Euclides Paim" userId="0d84fb374bcffaab" providerId="Windows Live" clId="Web-{32DF7CB5-D15C-450C-AACF-44E92E8C81C2}" dt="2020-11-23T19:38:41.888" v="2658" actId="1076"/>
        <pc:sldMkLst>
          <pc:docMk/>
          <pc:sldMk cId="3184409823" sldId="458"/>
        </pc:sldMkLst>
        <pc:spChg chg="mod">
          <ac:chgData name="Euclides Paim" userId="0d84fb374bcffaab" providerId="Windows Live" clId="Web-{32DF7CB5-D15C-450C-AACF-44E92E8C81C2}" dt="2020-11-23T19:38:41.888" v="2658" actId="1076"/>
          <ac:spMkLst>
            <pc:docMk/>
            <pc:sldMk cId="3184409823" sldId="458"/>
            <ac:spMk id="6" creationId="{4B1434DD-739D-48EE-822A-8E8DCC1A72EA}"/>
          </ac:spMkLst>
        </pc:spChg>
        <pc:picChg chg="add del mod">
          <ac:chgData name="Euclides Paim" userId="0d84fb374bcffaab" providerId="Windows Live" clId="Web-{32DF7CB5-D15C-450C-AACF-44E92E8C81C2}" dt="2020-11-23T17:41:31.857" v="730"/>
          <ac:picMkLst>
            <pc:docMk/>
            <pc:sldMk cId="3184409823" sldId="458"/>
            <ac:picMk id="2" creationId="{6FBE2DF9-6974-46CB-B0A8-B3DF233DFF90}"/>
          </ac:picMkLst>
        </pc:picChg>
        <pc:picChg chg="del">
          <ac:chgData name="Euclides Paim" userId="0d84fb374bcffaab" providerId="Windows Live" clId="Web-{32DF7CB5-D15C-450C-AACF-44E92E8C81C2}" dt="2020-11-23T17:39:07.182" v="715"/>
          <ac:picMkLst>
            <pc:docMk/>
            <pc:sldMk cId="3184409823" sldId="458"/>
            <ac:picMk id="7" creationId="{336C680B-2D44-44C6-AEA4-E6AB776B527D}"/>
          </ac:picMkLst>
        </pc:picChg>
        <pc:picChg chg="add del mod">
          <ac:chgData name="Euclides Paim" userId="0d84fb374bcffaab" providerId="Windows Live" clId="Web-{32DF7CB5-D15C-450C-AACF-44E92E8C81C2}" dt="2020-11-23T19:38:32.544" v="2655"/>
          <ac:picMkLst>
            <pc:docMk/>
            <pc:sldMk cId="3184409823" sldId="458"/>
            <ac:picMk id="8" creationId="{354A7614-8B56-4296-AFB2-D5E867ED4615}"/>
          </ac:picMkLst>
        </pc:picChg>
        <pc:picChg chg="add mod">
          <ac:chgData name="Euclides Paim" userId="0d84fb374bcffaab" providerId="Windows Live" clId="Web-{32DF7CB5-D15C-450C-AACF-44E92E8C81C2}" dt="2020-11-23T19:38:37.700" v="2657" actId="1076"/>
          <ac:picMkLst>
            <pc:docMk/>
            <pc:sldMk cId="3184409823" sldId="458"/>
            <ac:picMk id="9" creationId="{ECD26E17-C0A0-497C-9B64-1B0B9E9C1F1C}"/>
          </ac:picMkLst>
        </pc:picChg>
      </pc:sldChg>
      <pc:sldChg chg="addSp delSp modSp add replId">
        <pc:chgData name="Euclides Paim" userId="0d84fb374bcffaab" providerId="Windows Live" clId="Web-{32DF7CB5-D15C-450C-AACF-44E92E8C81C2}" dt="2020-11-23T19:42:21.346" v="2718" actId="1076"/>
        <pc:sldMkLst>
          <pc:docMk/>
          <pc:sldMk cId="4135288268" sldId="459"/>
        </pc:sldMkLst>
        <pc:spChg chg="mod">
          <ac:chgData name="Euclides Paim" userId="0d84fb374bcffaab" providerId="Windows Live" clId="Web-{32DF7CB5-D15C-450C-AACF-44E92E8C81C2}" dt="2020-11-23T19:42:21.346" v="2718" actId="1076"/>
          <ac:spMkLst>
            <pc:docMk/>
            <pc:sldMk cId="4135288268" sldId="459"/>
            <ac:spMk id="6" creationId="{4B1434DD-739D-48EE-822A-8E8DCC1A72EA}"/>
          </ac:spMkLst>
        </pc:spChg>
        <pc:picChg chg="add del mod ord">
          <ac:chgData name="Euclides Paim" userId="0d84fb374bcffaab" providerId="Windows Live" clId="Web-{32DF7CB5-D15C-450C-AACF-44E92E8C81C2}" dt="2020-11-23T19:40:25.437" v="2689"/>
          <ac:picMkLst>
            <pc:docMk/>
            <pc:sldMk cId="4135288268" sldId="459"/>
            <ac:picMk id="2" creationId="{BC897032-9C20-4621-B89A-DD37D8135670}"/>
          </ac:picMkLst>
        </pc:picChg>
        <pc:picChg chg="add mod ord modCrop">
          <ac:chgData name="Euclides Paim" userId="0d84fb374bcffaab" providerId="Windows Live" clId="Web-{32DF7CB5-D15C-450C-AACF-44E92E8C81C2}" dt="2020-11-23T19:41:14.938" v="2700" actId="1076"/>
          <ac:picMkLst>
            <pc:docMk/>
            <pc:sldMk cId="4135288268" sldId="459"/>
            <ac:picMk id="7" creationId="{3F9A348E-03B5-44B0-9BC1-ECDC7B62B5EC}"/>
          </ac:picMkLst>
        </pc:picChg>
        <pc:picChg chg="del">
          <ac:chgData name="Euclides Paim" userId="0d84fb374bcffaab" providerId="Windows Live" clId="Web-{32DF7CB5-D15C-450C-AACF-44E92E8C81C2}" dt="2020-11-23T17:44:05.252" v="780"/>
          <ac:picMkLst>
            <pc:docMk/>
            <pc:sldMk cId="4135288268" sldId="459"/>
            <ac:picMk id="8" creationId="{354A7614-8B56-4296-AFB2-D5E867ED4615}"/>
          </ac:picMkLst>
        </pc:picChg>
      </pc:sldChg>
      <pc:sldChg chg="delSp modSp add replId">
        <pc:chgData name="Euclides Paim" userId="0d84fb374bcffaab" providerId="Windows Live" clId="Web-{32DF7CB5-D15C-450C-AACF-44E92E8C81C2}" dt="2020-11-23T19:42:31.018" v="2719" actId="20577"/>
        <pc:sldMkLst>
          <pc:docMk/>
          <pc:sldMk cId="1984082723" sldId="460"/>
        </pc:sldMkLst>
        <pc:spChg chg="mod">
          <ac:chgData name="Euclides Paim" userId="0d84fb374bcffaab" providerId="Windows Live" clId="Web-{32DF7CB5-D15C-450C-AACF-44E92E8C81C2}" dt="2020-11-23T17:49:18.259" v="828" actId="20577"/>
          <ac:spMkLst>
            <pc:docMk/>
            <pc:sldMk cId="1984082723" sldId="460"/>
            <ac:spMk id="4" creationId="{38473EF7-5FA0-4FD2-8C41-5AB04D0B7A92}"/>
          </ac:spMkLst>
        </pc:spChg>
        <pc:spChg chg="mod">
          <ac:chgData name="Euclides Paim" userId="0d84fb374bcffaab" providerId="Windows Live" clId="Web-{32DF7CB5-D15C-450C-AACF-44E92E8C81C2}" dt="2020-11-23T19:42:31.018" v="2719" actId="20577"/>
          <ac:spMkLst>
            <pc:docMk/>
            <pc:sldMk cId="1984082723" sldId="460"/>
            <ac:spMk id="6" creationId="{4B1434DD-739D-48EE-822A-8E8DCC1A72EA}"/>
          </ac:spMkLst>
        </pc:spChg>
        <pc:picChg chg="del">
          <ac:chgData name="Euclides Paim" userId="0d84fb374bcffaab" providerId="Windows Live" clId="Web-{32DF7CB5-D15C-450C-AACF-44E92E8C81C2}" dt="2020-11-23T17:55:34.940" v="934"/>
          <ac:picMkLst>
            <pc:docMk/>
            <pc:sldMk cId="1984082723" sldId="460"/>
            <ac:picMk id="2" creationId="{BC897032-9C20-4621-B89A-DD37D8135670}"/>
          </ac:picMkLst>
        </pc:picChg>
      </pc:sldChg>
      <pc:sldChg chg="addSp delSp modSp add replId">
        <pc:chgData name="Euclides Paim" userId="0d84fb374bcffaab" providerId="Windows Live" clId="Web-{32DF7CB5-D15C-450C-AACF-44E92E8C81C2}" dt="2020-11-23T18:05:42.408" v="977" actId="1076"/>
        <pc:sldMkLst>
          <pc:docMk/>
          <pc:sldMk cId="15191733" sldId="461"/>
        </pc:sldMkLst>
        <pc:spChg chg="mod">
          <ac:chgData name="Euclides Paim" userId="0d84fb374bcffaab" providerId="Windows Live" clId="Web-{32DF7CB5-D15C-450C-AACF-44E92E8C81C2}" dt="2020-11-23T18:04:05.937" v="969" actId="20577"/>
          <ac:spMkLst>
            <pc:docMk/>
            <pc:sldMk cId="15191733" sldId="461"/>
            <ac:spMk id="4" creationId="{38473EF7-5FA0-4FD2-8C41-5AB04D0B7A92}"/>
          </ac:spMkLst>
        </pc:spChg>
        <pc:spChg chg="del mod">
          <ac:chgData name="Euclides Paim" userId="0d84fb374bcffaab" providerId="Windows Live" clId="Web-{32DF7CB5-D15C-450C-AACF-44E92E8C81C2}" dt="2020-11-23T18:05:33.314" v="976"/>
          <ac:spMkLst>
            <pc:docMk/>
            <pc:sldMk cId="15191733" sldId="461"/>
            <ac:spMk id="6" creationId="{4B1434DD-739D-48EE-822A-8E8DCC1A72EA}"/>
          </ac:spMkLst>
        </pc:spChg>
        <pc:picChg chg="add del mod">
          <ac:chgData name="Euclides Paim" userId="0d84fb374bcffaab" providerId="Windows Live" clId="Web-{32DF7CB5-D15C-450C-AACF-44E92E8C81C2}" dt="2020-11-23T18:05:06.829" v="972"/>
          <ac:picMkLst>
            <pc:docMk/>
            <pc:sldMk cId="15191733" sldId="461"/>
            <ac:picMk id="2" creationId="{AC63B5B0-3540-45B9-A413-B286EF5C2D32}"/>
          </ac:picMkLst>
        </pc:picChg>
        <pc:picChg chg="add mod">
          <ac:chgData name="Euclides Paim" userId="0d84fb374bcffaab" providerId="Windows Live" clId="Web-{32DF7CB5-D15C-450C-AACF-44E92E8C81C2}" dt="2020-11-23T18:05:42.408" v="977" actId="1076"/>
          <ac:picMkLst>
            <pc:docMk/>
            <pc:sldMk cId="15191733" sldId="461"/>
            <ac:picMk id="7" creationId="{A3DEABBC-ED0C-479B-AA8A-28B247F4831E}"/>
          </ac:picMkLst>
        </pc:picChg>
      </pc:sldChg>
      <pc:sldChg chg="addSp modSp add ord replId">
        <pc:chgData name="Euclides Paim" userId="0d84fb374bcffaab" providerId="Windows Live" clId="Web-{32DF7CB5-D15C-450C-AACF-44E92E8C81C2}" dt="2020-11-23T19:43:27.863" v="2738" actId="20577"/>
        <pc:sldMkLst>
          <pc:docMk/>
          <pc:sldMk cId="2546791639" sldId="462"/>
        </pc:sldMkLst>
        <pc:spChg chg="add mod">
          <ac:chgData name="Euclides Paim" userId="0d84fb374bcffaab" providerId="Windows Live" clId="Web-{32DF7CB5-D15C-450C-AACF-44E92E8C81C2}" dt="2020-11-23T18:17:03.518" v="1226"/>
          <ac:spMkLst>
            <pc:docMk/>
            <pc:sldMk cId="2546791639" sldId="462"/>
            <ac:spMk id="2" creationId="{A53F4227-2936-4C34-ABA6-39D54413E9F2}"/>
          </ac:spMkLst>
        </pc:spChg>
        <pc:spChg chg="mod">
          <ac:chgData name="Euclides Paim" userId="0d84fb374bcffaab" providerId="Windows Live" clId="Web-{32DF7CB5-D15C-450C-AACF-44E92E8C81C2}" dt="2020-11-23T18:06:42.363" v="983" actId="20577"/>
          <ac:spMkLst>
            <pc:docMk/>
            <pc:sldMk cId="2546791639" sldId="462"/>
            <ac:spMk id="4" creationId="{38473EF7-5FA0-4FD2-8C41-5AB04D0B7A92}"/>
          </ac:spMkLst>
        </pc:spChg>
        <pc:spChg chg="mod">
          <ac:chgData name="Euclides Paim" userId="0d84fb374bcffaab" providerId="Windows Live" clId="Web-{32DF7CB5-D15C-450C-AACF-44E92E8C81C2}" dt="2020-11-23T19:43:27.863" v="2738" actId="20577"/>
          <ac:spMkLst>
            <pc:docMk/>
            <pc:sldMk cId="2546791639" sldId="462"/>
            <ac:spMk id="6" creationId="{4B1434DD-739D-48EE-822A-8E8DCC1A72EA}"/>
          </ac:spMkLst>
        </pc:spChg>
      </pc:sldChg>
      <pc:sldChg chg="modSp add replId">
        <pc:chgData name="Euclides Paim" userId="0d84fb374bcffaab" providerId="Windows Live" clId="Web-{32DF7CB5-D15C-450C-AACF-44E92E8C81C2}" dt="2020-11-23T19:43:46.145" v="2742" actId="1076"/>
        <pc:sldMkLst>
          <pc:docMk/>
          <pc:sldMk cId="262578183" sldId="463"/>
        </pc:sldMkLst>
        <pc:spChg chg="mod">
          <ac:chgData name="Euclides Paim" userId="0d84fb374bcffaab" providerId="Windows Live" clId="Web-{32DF7CB5-D15C-450C-AACF-44E92E8C81C2}" dt="2020-11-23T19:43:46.145" v="2742" actId="1076"/>
          <ac:spMkLst>
            <pc:docMk/>
            <pc:sldMk cId="262578183" sldId="463"/>
            <ac:spMk id="6" creationId="{4B1434DD-739D-48EE-822A-8E8DCC1A72EA}"/>
          </ac:spMkLst>
        </pc:spChg>
      </pc:sldChg>
      <pc:sldChg chg="modSp add replId">
        <pc:chgData name="Euclides Paim" userId="0d84fb374bcffaab" providerId="Windows Live" clId="Web-{32DF7CB5-D15C-450C-AACF-44E92E8C81C2}" dt="2020-11-23T19:43:40.676" v="2741" actId="1076"/>
        <pc:sldMkLst>
          <pc:docMk/>
          <pc:sldMk cId="2141734164" sldId="464"/>
        </pc:sldMkLst>
        <pc:spChg chg="mod">
          <ac:chgData name="Euclides Paim" userId="0d84fb374bcffaab" providerId="Windows Live" clId="Web-{32DF7CB5-D15C-450C-AACF-44E92E8C81C2}" dt="2020-11-23T19:43:40.676" v="2741" actId="1076"/>
          <ac:spMkLst>
            <pc:docMk/>
            <pc:sldMk cId="2141734164" sldId="464"/>
            <ac:spMk id="6" creationId="{4B1434DD-739D-48EE-822A-8E8DCC1A72EA}"/>
          </ac:spMkLst>
        </pc:spChg>
      </pc:sldChg>
      <pc:sldChg chg="modSp add replId">
        <pc:chgData name="Euclides Paim" userId="0d84fb374bcffaab" providerId="Windows Live" clId="Web-{32DF7CB5-D15C-450C-AACF-44E92E8C81C2}" dt="2020-11-23T19:43:53.302" v="2743" actId="1076"/>
        <pc:sldMkLst>
          <pc:docMk/>
          <pc:sldMk cId="4013883056" sldId="465"/>
        </pc:sldMkLst>
        <pc:spChg chg="mod">
          <ac:chgData name="Euclides Paim" userId="0d84fb374bcffaab" providerId="Windows Live" clId="Web-{32DF7CB5-D15C-450C-AACF-44E92E8C81C2}" dt="2020-11-23T19:43:53.302" v="2743" actId="1076"/>
          <ac:spMkLst>
            <pc:docMk/>
            <pc:sldMk cId="4013883056" sldId="465"/>
            <ac:spMk id="6" creationId="{4B1434DD-739D-48EE-822A-8E8DCC1A72EA}"/>
          </ac:spMkLst>
        </pc:spChg>
      </pc:sldChg>
      <pc:sldChg chg="modSp add ord replId">
        <pc:chgData name="Euclides Paim" userId="0d84fb374bcffaab" providerId="Windows Live" clId="Web-{32DF7CB5-D15C-450C-AACF-44E92E8C81C2}" dt="2020-11-23T19:44:22.505" v="2744" actId="20577"/>
        <pc:sldMkLst>
          <pc:docMk/>
          <pc:sldMk cId="3386352960" sldId="466"/>
        </pc:sldMkLst>
        <pc:spChg chg="mod">
          <ac:chgData name="Euclides Paim" userId="0d84fb374bcffaab" providerId="Windows Live" clId="Web-{32DF7CB5-D15C-450C-AACF-44E92E8C81C2}" dt="2020-11-23T18:32:45.401" v="1533" actId="20577"/>
          <ac:spMkLst>
            <pc:docMk/>
            <pc:sldMk cId="3386352960" sldId="466"/>
            <ac:spMk id="4" creationId="{38473EF7-5FA0-4FD2-8C41-5AB04D0B7A92}"/>
          </ac:spMkLst>
        </pc:spChg>
        <pc:spChg chg="mod">
          <ac:chgData name="Euclides Paim" userId="0d84fb374bcffaab" providerId="Windows Live" clId="Web-{32DF7CB5-D15C-450C-AACF-44E92E8C81C2}" dt="2020-11-23T19:44:22.505" v="2744" actId="20577"/>
          <ac:spMkLst>
            <pc:docMk/>
            <pc:sldMk cId="3386352960" sldId="466"/>
            <ac:spMk id="6" creationId="{4B1434DD-739D-48EE-822A-8E8DCC1A72EA}"/>
          </ac:spMkLst>
        </pc:spChg>
      </pc:sldChg>
      <pc:sldChg chg="modSp add replId">
        <pc:chgData name="Euclides Paim" userId="0d84fb374bcffaab" providerId="Windows Live" clId="Web-{32DF7CB5-D15C-450C-AACF-44E92E8C81C2}" dt="2020-11-23T18:32:21.556" v="1526" actId="1076"/>
        <pc:sldMkLst>
          <pc:docMk/>
          <pc:sldMk cId="4085999243" sldId="467"/>
        </pc:sldMkLst>
        <pc:spChg chg="mod">
          <ac:chgData name="Euclides Paim" userId="0d84fb374bcffaab" providerId="Windows Live" clId="Web-{32DF7CB5-D15C-450C-AACF-44E92E8C81C2}" dt="2020-11-23T18:32:21.556" v="1526" actId="1076"/>
          <ac:spMkLst>
            <pc:docMk/>
            <pc:sldMk cId="4085999243" sldId="467"/>
            <ac:spMk id="6" creationId="{4B1434DD-739D-48EE-822A-8E8DCC1A72EA}"/>
          </ac:spMkLst>
        </pc:spChg>
      </pc:sldChg>
      <pc:sldChg chg="addSp modSp add replId">
        <pc:chgData name="Euclides Paim" userId="0d84fb374bcffaab" providerId="Windows Live" clId="Web-{32DF7CB5-D15C-450C-AACF-44E92E8C81C2}" dt="2020-11-23T18:41:06.053" v="1700" actId="1076"/>
        <pc:sldMkLst>
          <pc:docMk/>
          <pc:sldMk cId="2981028587" sldId="468"/>
        </pc:sldMkLst>
        <pc:spChg chg="mod">
          <ac:chgData name="Euclides Paim" userId="0d84fb374bcffaab" providerId="Windows Live" clId="Web-{32DF7CB5-D15C-450C-AACF-44E92E8C81C2}" dt="2020-11-23T18:39:26.207" v="1675" actId="1076"/>
          <ac:spMkLst>
            <pc:docMk/>
            <pc:sldMk cId="2981028587" sldId="468"/>
            <ac:spMk id="6" creationId="{4B1434DD-739D-48EE-822A-8E8DCC1A72EA}"/>
          </ac:spMkLst>
        </pc:spChg>
        <pc:picChg chg="add mod">
          <ac:chgData name="Euclides Paim" userId="0d84fb374bcffaab" providerId="Windows Live" clId="Web-{32DF7CB5-D15C-450C-AACF-44E92E8C81C2}" dt="2020-11-23T18:41:06.053" v="1700" actId="1076"/>
          <ac:picMkLst>
            <pc:docMk/>
            <pc:sldMk cId="2981028587" sldId="468"/>
            <ac:picMk id="2" creationId="{1E61F74C-6115-4561-9249-65B2D145CF5A}"/>
          </ac:picMkLst>
        </pc:picChg>
      </pc:sldChg>
      <pc:sldChg chg="addSp modSp add replId">
        <pc:chgData name="Euclides Paim" userId="0d84fb374bcffaab" providerId="Windows Live" clId="Web-{32DF7CB5-D15C-450C-AACF-44E92E8C81C2}" dt="2020-11-23T19:24:23.960" v="2609" actId="1076"/>
        <pc:sldMkLst>
          <pc:docMk/>
          <pc:sldMk cId="3183862661" sldId="469"/>
        </pc:sldMkLst>
        <pc:spChg chg="mod">
          <ac:chgData name="Euclides Paim" userId="0d84fb374bcffaab" providerId="Windows Live" clId="Web-{32DF7CB5-D15C-450C-AACF-44E92E8C81C2}" dt="2020-11-23T18:40:18.412" v="1696" actId="20577"/>
          <ac:spMkLst>
            <pc:docMk/>
            <pc:sldMk cId="3183862661" sldId="469"/>
            <ac:spMk id="4" creationId="{38473EF7-5FA0-4FD2-8C41-5AB04D0B7A92}"/>
          </ac:spMkLst>
        </pc:spChg>
        <pc:spChg chg="mod">
          <ac:chgData name="Euclides Paim" userId="0d84fb374bcffaab" providerId="Windows Live" clId="Web-{32DF7CB5-D15C-450C-AACF-44E92E8C81C2}" dt="2020-11-23T18:49:59.691" v="1901" actId="20577"/>
          <ac:spMkLst>
            <pc:docMk/>
            <pc:sldMk cId="3183862661" sldId="469"/>
            <ac:spMk id="6" creationId="{4B1434DD-739D-48EE-822A-8E8DCC1A72EA}"/>
          </ac:spMkLst>
        </pc:spChg>
        <pc:picChg chg="add mod">
          <ac:chgData name="Euclides Paim" userId="0d84fb374bcffaab" providerId="Windows Live" clId="Web-{32DF7CB5-D15C-450C-AACF-44E92E8C81C2}" dt="2020-11-23T19:24:23.960" v="2609" actId="1076"/>
          <ac:picMkLst>
            <pc:docMk/>
            <pc:sldMk cId="3183862661" sldId="469"/>
            <ac:picMk id="2" creationId="{BAC5B66B-9FEA-4CBE-AAD9-020B1427FD75}"/>
          </ac:picMkLst>
        </pc:picChg>
      </pc:sldChg>
      <pc:sldChg chg="modSp add del replId">
        <pc:chgData name="Euclides Paim" userId="0d84fb374bcffaab" providerId="Windows Live" clId="Web-{32DF7CB5-D15C-450C-AACF-44E92E8C81C2}" dt="2020-11-23T18:45:15.106" v="1813"/>
        <pc:sldMkLst>
          <pc:docMk/>
          <pc:sldMk cId="3320538254" sldId="470"/>
        </pc:sldMkLst>
        <pc:spChg chg="mod">
          <ac:chgData name="Euclides Paim" userId="0d84fb374bcffaab" providerId="Windows Live" clId="Web-{32DF7CB5-D15C-450C-AACF-44E92E8C81C2}" dt="2020-11-23T18:45:12.325" v="1812" actId="20577"/>
          <ac:spMkLst>
            <pc:docMk/>
            <pc:sldMk cId="3320538254" sldId="470"/>
            <ac:spMk id="6" creationId="{4B1434DD-739D-48EE-822A-8E8DCC1A72EA}"/>
          </ac:spMkLst>
        </pc:spChg>
      </pc:sldChg>
      <pc:sldChg chg="modSp add replId">
        <pc:chgData name="Euclides Paim" userId="0d84fb374bcffaab" providerId="Windows Live" clId="Web-{32DF7CB5-D15C-450C-AACF-44E92E8C81C2}" dt="2020-11-23T18:50:17.301" v="1907" actId="1076"/>
        <pc:sldMkLst>
          <pc:docMk/>
          <pc:sldMk cId="4208303474" sldId="470"/>
        </pc:sldMkLst>
        <pc:spChg chg="mod">
          <ac:chgData name="Euclides Paim" userId="0d84fb374bcffaab" providerId="Windows Live" clId="Web-{32DF7CB5-D15C-450C-AACF-44E92E8C81C2}" dt="2020-11-23T18:50:17.301" v="1907" actId="1076"/>
          <ac:spMkLst>
            <pc:docMk/>
            <pc:sldMk cId="4208303474" sldId="470"/>
            <ac:spMk id="6" creationId="{4B1434DD-739D-48EE-822A-8E8DCC1A72EA}"/>
          </ac:spMkLst>
        </pc:spChg>
      </pc:sldChg>
      <pc:sldChg chg="modSp add replId">
        <pc:chgData name="Euclides Paim" userId="0d84fb374bcffaab" providerId="Windows Live" clId="Web-{32DF7CB5-D15C-450C-AACF-44E92E8C81C2}" dt="2020-11-23T19:05:51.355" v="2174" actId="20577"/>
        <pc:sldMkLst>
          <pc:docMk/>
          <pc:sldMk cId="3716974754" sldId="471"/>
        </pc:sldMkLst>
        <pc:spChg chg="mod">
          <ac:chgData name="Euclides Paim" userId="0d84fb374bcffaab" providerId="Windows Live" clId="Web-{32DF7CB5-D15C-450C-AACF-44E92E8C81C2}" dt="2020-11-23T19:05:51.355" v="2174" actId="20577"/>
          <ac:spMkLst>
            <pc:docMk/>
            <pc:sldMk cId="3716974754" sldId="471"/>
            <ac:spMk id="6" creationId="{4B1434DD-739D-48EE-822A-8E8DCC1A72EA}"/>
          </ac:spMkLst>
        </pc:spChg>
      </pc:sldChg>
      <pc:sldChg chg="addSp modSp add replId">
        <pc:chgData name="Euclides Paim" userId="0d84fb374bcffaab" providerId="Windows Live" clId="Web-{32DF7CB5-D15C-450C-AACF-44E92E8C81C2}" dt="2020-11-23T19:26:14.260" v="2616" actId="1076"/>
        <pc:sldMkLst>
          <pc:docMk/>
          <pc:sldMk cId="2337037654" sldId="472"/>
        </pc:sldMkLst>
        <pc:spChg chg="mod">
          <ac:chgData name="Euclides Paim" userId="0d84fb374bcffaab" providerId="Windows Live" clId="Web-{32DF7CB5-D15C-450C-AACF-44E92E8C81C2}" dt="2020-11-23T19:05:58.246" v="2177" actId="20577"/>
          <ac:spMkLst>
            <pc:docMk/>
            <pc:sldMk cId="2337037654" sldId="472"/>
            <ac:spMk id="6" creationId="{4B1434DD-739D-48EE-822A-8E8DCC1A72EA}"/>
          </ac:spMkLst>
        </pc:spChg>
        <pc:picChg chg="add mod">
          <ac:chgData name="Euclides Paim" userId="0d84fb374bcffaab" providerId="Windows Live" clId="Web-{32DF7CB5-D15C-450C-AACF-44E92E8C81C2}" dt="2020-11-23T19:26:14.260" v="2616" actId="1076"/>
          <ac:picMkLst>
            <pc:docMk/>
            <pc:sldMk cId="2337037654" sldId="472"/>
            <ac:picMk id="2" creationId="{C2504E86-C052-43C8-A43D-CA1AA714FA6D}"/>
          </ac:picMkLst>
        </pc:picChg>
      </pc:sldChg>
      <pc:sldChg chg="modSp add replId">
        <pc:chgData name="Euclides Paim" userId="0d84fb374bcffaab" providerId="Windows Live" clId="Web-{32DF7CB5-D15C-450C-AACF-44E92E8C81C2}" dt="2020-11-23T19:13:01.631" v="2269" actId="20577"/>
        <pc:sldMkLst>
          <pc:docMk/>
          <pc:sldMk cId="2291233337" sldId="473"/>
        </pc:sldMkLst>
        <pc:spChg chg="mod">
          <ac:chgData name="Euclides Paim" userId="0d84fb374bcffaab" providerId="Windows Live" clId="Web-{32DF7CB5-D15C-450C-AACF-44E92E8C81C2}" dt="2020-11-23T19:10:29.846" v="2203" actId="20577"/>
          <ac:spMkLst>
            <pc:docMk/>
            <pc:sldMk cId="2291233337" sldId="473"/>
            <ac:spMk id="4" creationId="{38473EF7-5FA0-4FD2-8C41-5AB04D0B7A92}"/>
          </ac:spMkLst>
        </pc:spChg>
        <pc:spChg chg="mod">
          <ac:chgData name="Euclides Paim" userId="0d84fb374bcffaab" providerId="Windows Live" clId="Web-{32DF7CB5-D15C-450C-AACF-44E92E8C81C2}" dt="2020-11-23T19:13:01.631" v="2269" actId="20577"/>
          <ac:spMkLst>
            <pc:docMk/>
            <pc:sldMk cId="2291233337" sldId="473"/>
            <ac:spMk id="6" creationId="{4B1434DD-739D-48EE-822A-8E8DCC1A72EA}"/>
          </ac:spMkLst>
        </pc:spChg>
      </pc:sldChg>
      <pc:sldChg chg="modSp add replId">
        <pc:chgData name="Euclides Paim" userId="0d84fb374bcffaab" providerId="Windows Live" clId="Web-{32DF7CB5-D15C-450C-AACF-44E92E8C81C2}" dt="2020-11-23T19:15:15.025" v="2325" actId="20577"/>
        <pc:sldMkLst>
          <pc:docMk/>
          <pc:sldMk cId="3208459523" sldId="474"/>
        </pc:sldMkLst>
        <pc:spChg chg="mod">
          <ac:chgData name="Euclides Paim" userId="0d84fb374bcffaab" providerId="Windows Live" clId="Web-{32DF7CB5-D15C-450C-AACF-44E92E8C81C2}" dt="2020-11-23T19:15:15.025" v="2325" actId="20577"/>
          <ac:spMkLst>
            <pc:docMk/>
            <pc:sldMk cId="3208459523" sldId="474"/>
            <ac:spMk id="6" creationId="{4B1434DD-739D-48EE-822A-8E8DCC1A72EA}"/>
          </ac:spMkLst>
        </pc:spChg>
      </pc:sldChg>
      <pc:sldChg chg="modSp add replId">
        <pc:chgData name="Euclides Paim" userId="0d84fb374bcffaab" providerId="Windows Live" clId="Web-{32DF7CB5-D15C-450C-AACF-44E92E8C81C2}" dt="2020-11-23T19:20:23.673" v="2457" actId="20577"/>
        <pc:sldMkLst>
          <pc:docMk/>
          <pc:sldMk cId="1298804034" sldId="475"/>
        </pc:sldMkLst>
        <pc:spChg chg="mod">
          <ac:chgData name="Euclides Paim" userId="0d84fb374bcffaab" providerId="Windows Live" clId="Web-{32DF7CB5-D15C-450C-AACF-44E92E8C81C2}" dt="2020-11-23T19:20:23.673" v="2457" actId="20577"/>
          <ac:spMkLst>
            <pc:docMk/>
            <pc:sldMk cId="1298804034" sldId="475"/>
            <ac:spMk id="6" creationId="{4B1434DD-739D-48EE-822A-8E8DCC1A72EA}"/>
          </ac:spMkLst>
        </pc:spChg>
      </pc:sldChg>
      <pc:sldChg chg="addSp modSp add replId">
        <pc:chgData name="Euclides Paim" userId="0d84fb374bcffaab" providerId="Windows Live" clId="Web-{32DF7CB5-D15C-450C-AACF-44E92E8C81C2}" dt="2020-11-23T19:25:41.556" v="2613" actId="1076"/>
        <pc:sldMkLst>
          <pc:docMk/>
          <pc:sldMk cId="337133691" sldId="476"/>
        </pc:sldMkLst>
        <pc:spChg chg="mod">
          <ac:chgData name="Euclides Paim" userId="0d84fb374bcffaab" providerId="Windows Live" clId="Web-{32DF7CB5-D15C-450C-AACF-44E92E8C81C2}" dt="2020-11-23T19:23:11.334" v="2604" actId="20577"/>
          <ac:spMkLst>
            <pc:docMk/>
            <pc:sldMk cId="337133691" sldId="476"/>
            <ac:spMk id="4" creationId="{38473EF7-5FA0-4FD2-8C41-5AB04D0B7A92}"/>
          </ac:spMkLst>
        </pc:spChg>
        <pc:spChg chg="mod">
          <ac:chgData name="Euclides Paim" userId="0d84fb374bcffaab" providerId="Windows Live" clId="Web-{32DF7CB5-D15C-450C-AACF-44E92E8C81C2}" dt="2020-11-23T19:23:14.193" v="2607" actId="1076"/>
          <ac:spMkLst>
            <pc:docMk/>
            <pc:sldMk cId="337133691" sldId="476"/>
            <ac:spMk id="6" creationId="{4B1434DD-739D-48EE-822A-8E8DCC1A72EA}"/>
          </ac:spMkLst>
        </pc:spChg>
        <pc:picChg chg="add mod">
          <ac:chgData name="Euclides Paim" userId="0d84fb374bcffaab" providerId="Windows Live" clId="Web-{32DF7CB5-D15C-450C-AACF-44E92E8C81C2}" dt="2020-11-23T19:25:41.556" v="2613" actId="1076"/>
          <ac:picMkLst>
            <pc:docMk/>
            <pc:sldMk cId="337133691" sldId="476"/>
            <ac:picMk id="2" creationId="{AA981626-84AE-4AD4-8ECE-DD0ECAE6F7F7}"/>
          </ac:picMkLst>
        </pc:picChg>
      </pc:sldChg>
      <pc:sldChg chg="add del replId">
        <pc:chgData name="Euclides Paim" userId="0d84fb374bcffaab" providerId="Windows Live" clId="Web-{32DF7CB5-D15C-450C-AACF-44E92E8C81C2}" dt="2020-11-23T19:18:37.514" v="2406"/>
        <pc:sldMkLst>
          <pc:docMk/>
          <pc:sldMk cId="2957143831" sldId="476"/>
        </pc:sldMkLst>
      </pc:sldChg>
      <pc:sldChg chg="add del replId">
        <pc:chgData name="Euclides Paim" userId="0d84fb374bcffaab" providerId="Windows Live" clId="Web-{32DF7CB5-D15C-450C-AACF-44E92E8C81C2}" dt="2020-11-23T19:23:04.365" v="2600"/>
        <pc:sldMkLst>
          <pc:docMk/>
          <pc:sldMk cId="3371339539" sldId="476"/>
        </pc:sldMkLst>
      </pc:sldChg>
    </pc:docChg>
  </pc:docChgLst>
  <pc:docChgLst>
    <pc:chgData name="Euclides Paim" userId="0d84fb374bcffaab" providerId="Windows Live" clId="Web-{5F46334F-8F3E-45ED-A882-0BFA29D5861B}"/>
    <pc:docChg chg="modSld">
      <pc:chgData name="Euclides Paim" userId="0d84fb374bcffaab" providerId="Windows Live" clId="Web-{5F46334F-8F3E-45ED-A882-0BFA29D5861B}" dt="2020-11-24T12:15:49.876" v="9" actId="20577"/>
      <pc:docMkLst>
        <pc:docMk/>
      </pc:docMkLst>
      <pc:sldChg chg="modSp">
        <pc:chgData name="Euclides Paim" userId="0d84fb374bcffaab" providerId="Windows Live" clId="Web-{5F46334F-8F3E-45ED-A882-0BFA29D5861B}" dt="2020-11-24T12:15:49.876" v="8" actId="20577"/>
        <pc:sldMkLst>
          <pc:docMk/>
          <pc:sldMk cId="1630246936" sldId="450"/>
        </pc:sldMkLst>
        <pc:spChg chg="mod">
          <ac:chgData name="Euclides Paim" userId="0d84fb374bcffaab" providerId="Windows Live" clId="Web-{5F46334F-8F3E-45ED-A882-0BFA29D5861B}" dt="2020-11-24T12:15:49.876" v="8" actId="20577"/>
          <ac:spMkLst>
            <pc:docMk/>
            <pc:sldMk cId="1630246936" sldId="450"/>
            <ac:spMk id="2" creationId="{1BF0518E-36A4-47FD-B1E1-EBB3E72EE1AF}"/>
          </ac:spMkLst>
        </pc:spChg>
      </pc:sldChg>
    </pc:docChg>
  </pc:docChgLst>
  <pc:docChgLst>
    <pc:chgData name="Euclides Paim" userId="0d84fb374bcffaab" providerId="Windows Live" clId="Web-{80F0ADE8-BE68-40A6-936D-FC7EFF5864AA}"/>
    <pc:docChg chg="addSld delSld">
      <pc:chgData name="Euclides Paim" userId="0d84fb374bcffaab" providerId="Windows Live" clId="Web-{80F0ADE8-BE68-40A6-936D-FC7EFF5864AA}" dt="2020-11-09T12:53:27.138" v="53"/>
      <pc:docMkLst>
        <pc:docMk/>
      </pc:docMkLst>
      <pc:sldChg chg="del">
        <pc:chgData name="Euclides Paim" userId="0d84fb374bcffaab" providerId="Windows Live" clId="Web-{80F0ADE8-BE68-40A6-936D-FC7EFF5864AA}" dt="2020-11-09T12:53:06.715" v="7"/>
        <pc:sldMkLst>
          <pc:docMk/>
          <pc:sldMk cId="899282184" sldId="258"/>
        </pc:sldMkLst>
      </pc:sldChg>
      <pc:sldChg chg="del">
        <pc:chgData name="Euclides Paim" userId="0d84fb374bcffaab" providerId="Windows Live" clId="Web-{80F0ADE8-BE68-40A6-936D-FC7EFF5864AA}" dt="2020-11-09T12:53:06.715" v="5"/>
        <pc:sldMkLst>
          <pc:docMk/>
          <pc:sldMk cId="4062819139" sldId="278"/>
        </pc:sldMkLst>
      </pc:sldChg>
      <pc:sldChg chg="del">
        <pc:chgData name="Euclides Paim" userId="0d84fb374bcffaab" providerId="Windows Live" clId="Web-{80F0ADE8-BE68-40A6-936D-FC7EFF5864AA}" dt="2020-11-09T12:53:22.309" v="28"/>
        <pc:sldMkLst>
          <pc:docMk/>
          <pc:sldMk cId="1256407750" sldId="298"/>
        </pc:sldMkLst>
      </pc:sldChg>
      <pc:sldChg chg="del">
        <pc:chgData name="Euclides Paim" userId="0d84fb374bcffaab" providerId="Windows Live" clId="Web-{80F0ADE8-BE68-40A6-936D-FC7EFF5864AA}" dt="2020-11-09T12:53:06.715" v="6"/>
        <pc:sldMkLst>
          <pc:docMk/>
          <pc:sldMk cId="1131069946" sldId="299"/>
        </pc:sldMkLst>
      </pc:sldChg>
      <pc:sldChg chg="del">
        <pc:chgData name="Euclides Paim" userId="0d84fb374bcffaab" providerId="Windows Live" clId="Web-{80F0ADE8-BE68-40A6-936D-FC7EFF5864AA}" dt="2020-11-09T12:53:06.715" v="4"/>
        <pc:sldMkLst>
          <pc:docMk/>
          <pc:sldMk cId="541632847" sldId="385"/>
        </pc:sldMkLst>
      </pc:sldChg>
      <pc:sldChg chg="del">
        <pc:chgData name="Euclides Paim" userId="0d84fb374bcffaab" providerId="Windows Live" clId="Web-{80F0ADE8-BE68-40A6-936D-FC7EFF5864AA}" dt="2020-11-09T12:53:06.715" v="3"/>
        <pc:sldMkLst>
          <pc:docMk/>
          <pc:sldMk cId="1303100967" sldId="398"/>
        </pc:sldMkLst>
      </pc:sldChg>
      <pc:sldChg chg="del">
        <pc:chgData name="Euclides Paim" userId="0d84fb374bcffaab" providerId="Windows Live" clId="Web-{80F0ADE8-BE68-40A6-936D-FC7EFF5864AA}" dt="2020-11-09T12:53:06.700" v="2"/>
        <pc:sldMkLst>
          <pc:docMk/>
          <pc:sldMk cId="2826445169" sldId="399"/>
        </pc:sldMkLst>
      </pc:sldChg>
      <pc:sldChg chg="del">
        <pc:chgData name="Euclides Paim" userId="0d84fb374bcffaab" providerId="Windows Live" clId="Web-{80F0ADE8-BE68-40A6-936D-FC7EFF5864AA}" dt="2020-11-09T12:53:06.700" v="1"/>
        <pc:sldMkLst>
          <pc:docMk/>
          <pc:sldMk cId="382828230" sldId="400"/>
        </pc:sldMkLst>
      </pc:sldChg>
      <pc:sldChg chg="del">
        <pc:chgData name="Euclides Paim" userId="0d84fb374bcffaab" providerId="Windows Live" clId="Web-{80F0ADE8-BE68-40A6-936D-FC7EFF5864AA}" dt="2020-11-09T12:53:15.825" v="26"/>
        <pc:sldMkLst>
          <pc:docMk/>
          <pc:sldMk cId="3668246103" sldId="401"/>
        </pc:sldMkLst>
      </pc:sldChg>
      <pc:sldChg chg="del">
        <pc:chgData name="Euclides Paim" userId="0d84fb374bcffaab" providerId="Windows Live" clId="Web-{80F0ADE8-BE68-40A6-936D-FC7EFF5864AA}" dt="2020-11-09T12:53:15.825" v="27"/>
        <pc:sldMkLst>
          <pc:docMk/>
          <pc:sldMk cId="2157755160" sldId="402"/>
        </pc:sldMkLst>
      </pc:sldChg>
      <pc:sldChg chg="del">
        <pc:chgData name="Euclides Paim" userId="0d84fb374bcffaab" providerId="Windows Live" clId="Web-{80F0ADE8-BE68-40A6-936D-FC7EFF5864AA}" dt="2020-11-09T12:53:06.700" v="0"/>
        <pc:sldMkLst>
          <pc:docMk/>
          <pc:sldMk cId="1720129074" sldId="403"/>
        </pc:sldMkLst>
      </pc:sldChg>
      <pc:sldChg chg="del">
        <pc:chgData name="Euclides Paim" userId="0d84fb374bcffaab" providerId="Windows Live" clId="Web-{80F0ADE8-BE68-40A6-936D-FC7EFF5864AA}" dt="2020-11-09T12:53:15.825" v="25"/>
        <pc:sldMkLst>
          <pc:docMk/>
          <pc:sldMk cId="1835814103" sldId="404"/>
        </pc:sldMkLst>
      </pc:sldChg>
      <pc:sldChg chg="del">
        <pc:chgData name="Euclides Paim" userId="0d84fb374bcffaab" providerId="Windows Live" clId="Web-{80F0ADE8-BE68-40A6-936D-FC7EFF5864AA}" dt="2020-11-09T12:53:15.825" v="24"/>
        <pc:sldMkLst>
          <pc:docMk/>
          <pc:sldMk cId="3501233667" sldId="405"/>
        </pc:sldMkLst>
      </pc:sldChg>
      <pc:sldChg chg="del">
        <pc:chgData name="Euclides Paim" userId="0d84fb374bcffaab" providerId="Windows Live" clId="Web-{80F0ADE8-BE68-40A6-936D-FC7EFF5864AA}" dt="2020-11-09T12:53:15.825" v="23"/>
        <pc:sldMkLst>
          <pc:docMk/>
          <pc:sldMk cId="2908171370" sldId="406"/>
        </pc:sldMkLst>
      </pc:sldChg>
      <pc:sldChg chg="del">
        <pc:chgData name="Euclides Paim" userId="0d84fb374bcffaab" providerId="Windows Live" clId="Web-{80F0ADE8-BE68-40A6-936D-FC7EFF5864AA}" dt="2020-11-09T12:53:15.825" v="22"/>
        <pc:sldMkLst>
          <pc:docMk/>
          <pc:sldMk cId="1041809911" sldId="407"/>
        </pc:sldMkLst>
      </pc:sldChg>
      <pc:sldChg chg="del">
        <pc:chgData name="Euclides Paim" userId="0d84fb374bcffaab" providerId="Windows Live" clId="Web-{80F0ADE8-BE68-40A6-936D-FC7EFF5864AA}" dt="2020-11-09T12:53:15.825" v="21"/>
        <pc:sldMkLst>
          <pc:docMk/>
          <pc:sldMk cId="233957536" sldId="408"/>
        </pc:sldMkLst>
      </pc:sldChg>
      <pc:sldChg chg="del">
        <pc:chgData name="Euclides Paim" userId="0d84fb374bcffaab" providerId="Windows Live" clId="Web-{80F0ADE8-BE68-40A6-936D-FC7EFF5864AA}" dt="2020-11-09T12:53:15.825" v="20"/>
        <pc:sldMkLst>
          <pc:docMk/>
          <pc:sldMk cId="1495837239" sldId="409"/>
        </pc:sldMkLst>
      </pc:sldChg>
      <pc:sldChg chg="del">
        <pc:chgData name="Euclides Paim" userId="0d84fb374bcffaab" providerId="Windows Live" clId="Web-{80F0ADE8-BE68-40A6-936D-FC7EFF5864AA}" dt="2020-11-09T12:53:15.809" v="19"/>
        <pc:sldMkLst>
          <pc:docMk/>
          <pc:sldMk cId="1030389348" sldId="410"/>
        </pc:sldMkLst>
      </pc:sldChg>
      <pc:sldChg chg="del">
        <pc:chgData name="Euclides Paim" userId="0d84fb374bcffaab" providerId="Windows Live" clId="Web-{80F0ADE8-BE68-40A6-936D-FC7EFF5864AA}" dt="2020-11-09T12:53:15.809" v="18"/>
        <pc:sldMkLst>
          <pc:docMk/>
          <pc:sldMk cId="3741192684" sldId="411"/>
        </pc:sldMkLst>
      </pc:sldChg>
      <pc:sldChg chg="del">
        <pc:chgData name="Euclides Paim" userId="0d84fb374bcffaab" providerId="Windows Live" clId="Web-{80F0ADE8-BE68-40A6-936D-FC7EFF5864AA}" dt="2020-11-09T12:53:15.809" v="17"/>
        <pc:sldMkLst>
          <pc:docMk/>
          <pc:sldMk cId="1667903140" sldId="412"/>
        </pc:sldMkLst>
      </pc:sldChg>
      <pc:sldChg chg="del">
        <pc:chgData name="Euclides Paim" userId="0d84fb374bcffaab" providerId="Windows Live" clId="Web-{80F0ADE8-BE68-40A6-936D-FC7EFF5864AA}" dt="2020-11-09T12:53:15.809" v="16"/>
        <pc:sldMkLst>
          <pc:docMk/>
          <pc:sldMk cId="1304779293" sldId="413"/>
        </pc:sldMkLst>
      </pc:sldChg>
      <pc:sldChg chg="del">
        <pc:chgData name="Euclides Paim" userId="0d84fb374bcffaab" providerId="Windows Live" clId="Web-{80F0ADE8-BE68-40A6-936D-FC7EFF5864AA}" dt="2020-11-09T12:53:15.809" v="15"/>
        <pc:sldMkLst>
          <pc:docMk/>
          <pc:sldMk cId="111829957" sldId="414"/>
        </pc:sldMkLst>
      </pc:sldChg>
      <pc:sldChg chg="del">
        <pc:chgData name="Euclides Paim" userId="0d84fb374bcffaab" providerId="Windows Live" clId="Web-{80F0ADE8-BE68-40A6-936D-FC7EFF5864AA}" dt="2020-11-09T12:53:15.794" v="13"/>
        <pc:sldMkLst>
          <pc:docMk/>
          <pc:sldMk cId="110099322" sldId="415"/>
        </pc:sldMkLst>
      </pc:sldChg>
      <pc:sldChg chg="del">
        <pc:chgData name="Euclides Paim" userId="0d84fb374bcffaab" providerId="Windows Live" clId="Web-{80F0ADE8-BE68-40A6-936D-FC7EFF5864AA}" dt="2020-11-09T12:53:15.794" v="14"/>
        <pc:sldMkLst>
          <pc:docMk/>
          <pc:sldMk cId="2112682935" sldId="416"/>
        </pc:sldMkLst>
      </pc:sldChg>
      <pc:sldChg chg="del">
        <pc:chgData name="Euclides Paim" userId="0d84fb374bcffaab" providerId="Windows Live" clId="Web-{80F0ADE8-BE68-40A6-936D-FC7EFF5864AA}" dt="2020-11-09T12:53:15.794" v="12"/>
        <pc:sldMkLst>
          <pc:docMk/>
          <pc:sldMk cId="711719472" sldId="417"/>
        </pc:sldMkLst>
      </pc:sldChg>
      <pc:sldChg chg="del">
        <pc:chgData name="Euclides Paim" userId="0d84fb374bcffaab" providerId="Windows Live" clId="Web-{80F0ADE8-BE68-40A6-936D-FC7EFF5864AA}" dt="2020-11-09T12:53:15.794" v="11"/>
        <pc:sldMkLst>
          <pc:docMk/>
          <pc:sldMk cId="2503283609" sldId="418"/>
        </pc:sldMkLst>
      </pc:sldChg>
      <pc:sldChg chg="del">
        <pc:chgData name="Euclides Paim" userId="0d84fb374bcffaab" providerId="Windows Live" clId="Web-{80F0ADE8-BE68-40A6-936D-FC7EFF5864AA}" dt="2020-11-09T12:53:15.794" v="10"/>
        <pc:sldMkLst>
          <pc:docMk/>
          <pc:sldMk cId="3664132014" sldId="419"/>
        </pc:sldMkLst>
      </pc:sldChg>
      <pc:sldChg chg="del">
        <pc:chgData name="Euclides Paim" userId="0d84fb374bcffaab" providerId="Windows Live" clId="Web-{80F0ADE8-BE68-40A6-936D-FC7EFF5864AA}" dt="2020-11-09T12:53:15.794" v="9"/>
        <pc:sldMkLst>
          <pc:docMk/>
          <pc:sldMk cId="1510317545" sldId="420"/>
        </pc:sldMkLst>
      </pc:sldChg>
      <pc:sldChg chg="del">
        <pc:chgData name="Euclides Paim" userId="0d84fb374bcffaab" providerId="Windows Live" clId="Web-{80F0ADE8-BE68-40A6-936D-FC7EFF5864AA}" dt="2020-11-09T12:53:15.778" v="8"/>
        <pc:sldMkLst>
          <pc:docMk/>
          <pc:sldMk cId="641468180" sldId="421"/>
        </pc:sldMkLst>
      </pc:sldChg>
      <pc:sldChg chg="del">
        <pc:chgData name="Euclides Paim" userId="0d84fb374bcffaab" providerId="Windows Live" clId="Web-{80F0ADE8-BE68-40A6-936D-FC7EFF5864AA}" dt="2020-11-09T12:53:22.325" v="34"/>
        <pc:sldMkLst>
          <pc:docMk/>
          <pc:sldMk cId="4232862485" sldId="422"/>
        </pc:sldMkLst>
      </pc:sldChg>
      <pc:sldChg chg="del">
        <pc:chgData name="Euclides Paim" userId="0d84fb374bcffaab" providerId="Windows Live" clId="Web-{80F0ADE8-BE68-40A6-936D-FC7EFF5864AA}" dt="2020-11-09T12:53:22.325" v="33"/>
        <pc:sldMkLst>
          <pc:docMk/>
          <pc:sldMk cId="720070422" sldId="423"/>
        </pc:sldMkLst>
      </pc:sldChg>
      <pc:sldChg chg="del">
        <pc:chgData name="Euclides Paim" userId="0d84fb374bcffaab" providerId="Windows Live" clId="Web-{80F0ADE8-BE68-40A6-936D-FC7EFF5864AA}" dt="2020-11-09T12:53:22.325" v="32"/>
        <pc:sldMkLst>
          <pc:docMk/>
          <pc:sldMk cId="900629962" sldId="424"/>
        </pc:sldMkLst>
      </pc:sldChg>
      <pc:sldChg chg="del">
        <pc:chgData name="Euclides Paim" userId="0d84fb374bcffaab" providerId="Windows Live" clId="Web-{80F0ADE8-BE68-40A6-936D-FC7EFF5864AA}" dt="2020-11-09T12:53:22.309" v="31"/>
        <pc:sldMkLst>
          <pc:docMk/>
          <pc:sldMk cId="2504292541" sldId="425"/>
        </pc:sldMkLst>
      </pc:sldChg>
      <pc:sldChg chg="del">
        <pc:chgData name="Euclides Paim" userId="0d84fb374bcffaab" providerId="Windows Live" clId="Web-{80F0ADE8-BE68-40A6-936D-FC7EFF5864AA}" dt="2020-11-09T12:53:22.309" v="30"/>
        <pc:sldMkLst>
          <pc:docMk/>
          <pc:sldMk cId="2072425670" sldId="426"/>
        </pc:sldMkLst>
      </pc:sldChg>
      <pc:sldChg chg="del">
        <pc:chgData name="Euclides Paim" userId="0d84fb374bcffaab" providerId="Windows Live" clId="Web-{80F0ADE8-BE68-40A6-936D-FC7EFF5864AA}" dt="2020-11-09T12:53:22.309" v="29"/>
        <pc:sldMkLst>
          <pc:docMk/>
          <pc:sldMk cId="1206606872" sldId="427"/>
        </pc:sldMkLst>
      </pc:sldChg>
      <pc:sldChg chg="add">
        <pc:chgData name="Euclides Paim" userId="0d84fb374bcffaab" providerId="Windows Live" clId="Web-{80F0ADE8-BE68-40A6-936D-FC7EFF5864AA}" dt="2020-11-09T12:53:26.341" v="35"/>
        <pc:sldMkLst>
          <pc:docMk/>
          <pc:sldMk cId="868151316" sldId="431"/>
        </pc:sldMkLst>
      </pc:sldChg>
      <pc:sldChg chg="add">
        <pc:chgData name="Euclides Paim" userId="0d84fb374bcffaab" providerId="Windows Live" clId="Web-{80F0ADE8-BE68-40A6-936D-FC7EFF5864AA}" dt="2020-11-09T12:53:26.419" v="36"/>
        <pc:sldMkLst>
          <pc:docMk/>
          <pc:sldMk cId="1530809835" sldId="432"/>
        </pc:sldMkLst>
      </pc:sldChg>
      <pc:sldChg chg="add">
        <pc:chgData name="Euclides Paim" userId="0d84fb374bcffaab" providerId="Windows Live" clId="Web-{80F0ADE8-BE68-40A6-936D-FC7EFF5864AA}" dt="2020-11-09T12:53:26.466" v="37"/>
        <pc:sldMkLst>
          <pc:docMk/>
          <pc:sldMk cId="4040629640" sldId="433"/>
        </pc:sldMkLst>
      </pc:sldChg>
      <pc:sldChg chg="add">
        <pc:chgData name="Euclides Paim" userId="0d84fb374bcffaab" providerId="Windows Live" clId="Web-{80F0ADE8-BE68-40A6-936D-FC7EFF5864AA}" dt="2020-11-09T12:53:26.528" v="38"/>
        <pc:sldMkLst>
          <pc:docMk/>
          <pc:sldMk cId="4214719765" sldId="434"/>
        </pc:sldMkLst>
      </pc:sldChg>
      <pc:sldChg chg="add">
        <pc:chgData name="Euclides Paim" userId="0d84fb374bcffaab" providerId="Windows Live" clId="Web-{80F0ADE8-BE68-40A6-936D-FC7EFF5864AA}" dt="2020-11-09T12:53:26.560" v="39"/>
        <pc:sldMkLst>
          <pc:docMk/>
          <pc:sldMk cId="3244213526" sldId="435"/>
        </pc:sldMkLst>
      </pc:sldChg>
      <pc:sldChg chg="add">
        <pc:chgData name="Euclides Paim" userId="0d84fb374bcffaab" providerId="Windows Live" clId="Web-{80F0ADE8-BE68-40A6-936D-FC7EFF5864AA}" dt="2020-11-09T12:53:26.606" v="40"/>
        <pc:sldMkLst>
          <pc:docMk/>
          <pc:sldMk cId="4065963527" sldId="436"/>
        </pc:sldMkLst>
      </pc:sldChg>
      <pc:sldChg chg="add">
        <pc:chgData name="Euclides Paim" userId="0d84fb374bcffaab" providerId="Windows Live" clId="Web-{80F0ADE8-BE68-40A6-936D-FC7EFF5864AA}" dt="2020-11-09T12:53:26.638" v="41"/>
        <pc:sldMkLst>
          <pc:docMk/>
          <pc:sldMk cId="1612245242" sldId="437"/>
        </pc:sldMkLst>
      </pc:sldChg>
      <pc:sldChg chg="add">
        <pc:chgData name="Euclides Paim" userId="0d84fb374bcffaab" providerId="Windows Live" clId="Web-{80F0ADE8-BE68-40A6-936D-FC7EFF5864AA}" dt="2020-11-09T12:53:26.685" v="42"/>
        <pc:sldMkLst>
          <pc:docMk/>
          <pc:sldMk cId="4033394099" sldId="438"/>
        </pc:sldMkLst>
      </pc:sldChg>
      <pc:sldChg chg="add">
        <pc:chgData name="Euclides Paim" userId="0d84fb374bcffaab" providerId="Windows Live" clId="Web-{80F0ADE8-BE68-40A6-936D-FC7EFF5864AA}" dt="2020-11-09T12:53:26.716" v="43"/>
        <pc:sldMkLst>
          <pc:docMk/>
          <pc:sldMk cId="1172908295" sldId="439"/>
        </pc:sldMkLst>
      </pc:sldChg>
      <pc:sldChg chg="add">
        <pc:chgData name="Euclides Paim" userId="0d84fb374bcffaab" providerId="Windows Live" clId="Web-{80F0ADE8-BE68-40A6-936D-FC7EFF5864AA}" dt="2020-11-09T12:53:26.778" v="44"/>
        <pc:sldMkLst>
          <pc:docMk/>
          <pc:sldMk cId="2028635269" sldId="440"/>
        </pc:sldMkLst>
      </pc:sldChg>
      <pc:sldChg chg="add">
        <pc:chgData name="Euclides Paim" userId="0d84fb374bcffaab" providerId="Windows Live" clId="Web-{80F0ADE8-BE68-40A6-936D-FC7EFF5864AA}" dt="2020-11-09T12:53:26.825" v="45"/>
        <pc:sldMkLst>
          <pc:docMk/>
          <pc:sldMk cId="188372832" sldId="441"/>
        </pc:sldMkLst>
      </pc:sldChg>
      <pc:sldChg chg="add">
        <pc:chgData name="Euclides Paim" userId="0d84fb374bcffaab" providerId="Windows Live" clId="Web-{80F0ADE8-BE68-40A6-936D-FC7EFF5864AA}" dt="2020-11-09T12:53:26.856" v="46"/>
        <pc:sldMkLst>
          <pc:docMk/>
          <pc:sldMk cId="3075535982" sldId="442"/>
        </pc:sldMkLst>
      </pc:sldChg>
      <pc:sldChg chg="add">
        <pc:chgData name="Euclides Paim" userId="0d84fb374bcffaab" providerId="Windows Live" clId="Web-{80F0ADE8-BE68-40A6-936D-FC7EFF5864AA}" dt="2020-11-09T12:53:26.872" v="47"/>
        <pc:sldMkLst>
          <pc:docMk/>
          <pc:sldMk cId="1366129718" sldId="443"/>
        </pc:sldMkLst>
      </pc:sldChg>
      <pc:sldChg chg="add">
        <pc:chgData name="Euclides Paim" userId="0d84fb374bcffaab" providerId="Windows Live" clId="Web-{80F0ADE8-BE68-40A6-936D-FC7EFF5864AA}" dt="2020-11-09T12:53:26.919" v="48"/>
        <pc:sldMkLst>
          <pc:docMk/>
          <pc:sldMk cId="822192009" sldId="444"/>
        </pc:sldMkLst>
      </pc:sldChg>
      <pc:sldChg chg="add">
        <pc:chgData name="Euclides Paim" userId="0d84fb374bcffaab" providerId="Windows Live" clId="Web-{80F0ADE8-BE68-40A6-936D-FC7EFF5864AA}" dt="2020-11-09T12:53:26.981" v="49"/>
        <pc:sldMkLst>
          <pc:docMk/>
          <pc:sldMk cId="3439957136" sldId="445"/>
        </pc:sldMkLst>
      </pc:sldChg>
      <pc:sldChg chg="add">
        <pc:chgData name="Euclides Paim" userId="0d84fb374bcffaab" providerId="Windows Live" clId="Web-{80F0ADE8-BE68-40A6-936D-FC7EFF5864AA}" dt="2020-11-09T12:53:27.028" v="50"/>
        <pc:sldMkLst>
          <pc:docMk/>
          <pc:sldMk cId="1621500762" sldId="446"/>
        </pc:sldMkLst>
      </pc:sldChg>
      <pc:sldChg chg="add">
        <pc:chgData name="Euclides Paim" userId="0d84fb374bcffaab" providerId="Windows Live" clId="Web-{80F0ADE8-BE68-40A6-936D-FC7EFF5864AA}" dt="2020-11-09T12:53:27.075" v="51"/>
        <pc:sldMkLst>
          <pc:docMk/>
          <pc:sldMk cId="3288710680" sldId="447"/>
        </pc:sldMkLst>
      </pc:sldChg>
      <pc:sldChg chg="add">
        <pc:chgData name="Euclides Paim" userId="0d84fb374bcffaab" providerId="Windows Live" clId="Web-{80F0ADE8-BE68-40A6-936D-FC7EFF5864AA}" dt="2020-11-09T12:53:27.122" v="52"/>
        <pc:sldMkLst>
          <pc:docMk/>
          <pc:sldMk cId="891088516" sldId="448"/>
        </pc:sldMkLst>
      </pc:sldChg>
      <pc:sldChg chg="add">
        <pc:chgData name="Euclides Paim" userId="0d84fb374bcffaab" providerId="Windows Live" clId="Web-{80F0ADE8-BE68-40A6-936D-FC7EFF5864AA}" dt="2020-11-09T12:53:27.138" v="53"/>
        <pc:sldMkLst>
          <pc:docMk/>
          <pc:sldMk cId="1589013106" sldId="449"/>
        </pc:sldMkLst>
      </pc:sldChg>
      <pc:sldMasterChg chg="addSldLayout">
        <pc:chgData name="Euclides Paim" userId="0d84fb374bcffaab" providerId="Windows Live" clId="Web-{80F0ADE8-BE68-40A6-936D-FC7EFF5864AA}" dt="2020-11-09T12:53:26.341" v="35"/>
        <pc:sldMasterMkLst>
          <pc:docMk/>
          <pc:sldMasterMk cId="1927129494" sldId="2147483847"/>
        </pc:sldMasterMkLst>
        <pc:sldLayoutChg chg="add">
          <pc:chgData name="Euclides Paim" userId="0d84fb374bcffaab" providerId="Windows Live" clId="Web-{80F0ADE8-BE68-40A6-936D-FC7EFF5864AA}" dt="2020-11-09T12:53:26.341" v="35"/>
          <pc:sldLayoutMkLst>
            <pc:docMk/>
            <pc:sldMasterMk cId="1927129494" sldId="2147483847"/>
            <pc:sldLayoutMk cId="460948639" sldId="21474838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F4894-F784-4519-9C56-FB09D3BE1893}" type="datetimeFigureOut">
              <a:rPr lang="pt-BR"/>
              <a:t>14/12/2020</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E9D57E-F1B0-4986-B268-66D28F9A6467}" type="slidenum">
              <a:rPr lang="pt-BR"/>
              <a:t>‹nº›</a:t>
            </a:fld>
            <a:endParaRPr lang="pt-BR"/>
          </a:p>
        </p:txBody>
      </p:sp>
    </p:spTree>
    <p:extLst>
      <p:ext uri="{BB962C8B-B14F-4D97-AF65-F5344CB8AC3E}">
        <p14:creationId xmlns:p14="http://schemas.microsoft.com/office/powerpoint/2010/main" val="1965414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de-D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14.12.2020</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877683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14.12.2020</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1400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de-DE"/>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F0E51C7C-CEA3-4CAA-BE4B-344879E7C377}" type="datetimeFigureOut">
              <a:rPr lang="de-DE" smtClean="0"/>
              <a:t>14.12.2020</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78137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5" name="Espaço Reservado para Data 4"/>
          <p:cNvSpPr>
            <a:spLocks noGrp="1"/>
          </p:cNvSpPr>
          <p:nvPr>
            <p:ph type="dt" sz="half" idx="10"/>
          </p:nvPr>
        </p:nvSpPr>
        <p:spPr/>
        <p:txBody>
          <a:bodyPr/>
          <a:lstStyle/>
          <a:p>
            <a:fld id="{F0E51C7C-CEA3-4CAA-BE4B-344879E7C377}" type="datetimeFigureOut">
              <a:rPr lang="de-DE" smtClean="0"/>
              <a:t>14.12.2020</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124613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endParaRPr lang="de-DE"/>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7" name="Espaço Reservado para Data 6"/>
          <p:cNvSpPr>
            <a:spLocks noGrp="1"/>
          </p:cNvSpPr>
          <p:nvPr>
            <p:ph type="dt" sz="half" idx="10"/>
          </p:nvPr>
        </p:nvSpPr>
        <p:spPr/>
        <p:txBody>
          <a:bodyPr/>
          <a:lstStyle/>
          <a:p>
            <a:fld id="{F0E51C7C-CEA3-4CAA-BE4B-344879E7C377}" type="datetimeFigureOut">
              <a:rPr lang="de-DE" smtClean="0"/>
              <a:t>14.12.2020</a:t>
            </a:fld>
            <a:endParaRPr lang="de-DE"/>
          </a:p>
        </p:txBody>
      </p:sp>
      <p:sp>
        <p:nvSpPr>
          <p:cNvPr id="8" name="Espaço Reservado para Rodapé 7"/>
          <p:cNvSpPr>
            <a:spLocks noGrp="1"/>
          </p:cNvSpPr>
          <p:nvPr>
            <p:ph type="ftr" sz="quarter" idx="11"/>
          </p:nvPr>
        </p:nvSpPr>
        <p:spPr/>
        <p:txBody>
          <a:bodyPr/>
          <a:lstStyle/>
          <a:p>
            <a:endParaRPr lang="de-DE"/>
          </a:p>
        </p:txBody>
      </p:sp>
      <p:sp>
        <p:nvSpPr>
          <p:cNvPr id="9" name="Espaço Reservado para Número de Slide 8"/>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694421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Data 2"/>
          <p:cNvSpPr>
            <a:spLocks noGrp="1"/>
          </p:cNvSpPr>
          <p:nvPr>
            <p:ph type="dt" sz="half" idx="10"/>
          </p:nvPr>
        </p:nvSpPr>
        <p:spPr/>
        <p:txBody>
          <a:bodyPr/>
          <a:lstStyle/>
          <a:p>
            <a:fld id="{F0E51C7C-CEA3-4CAA-BE4B-344879E7C377}" type="datetimeFigureOut">
              <a:rPr lang="de-DE" smtClean="0"/>
              <a:t>14.12.2020</a:t>
            </a:fld>
            <a:endParaRPr lang="de-DE"/>
          </a:p>
        </p:txBody>
      </p:sp>
      <p:sp>
        <p:nvSpPr>
          <p:cNvPr id="4" name="Espaço Reservado para Rodapé 3"/>
          <p:cNvSpPr>
            <a:spLocks noGrp="1"/>
          </p:cNvSpPr>
          <p:nvPr>
            <p:ph type="ftr" sz="quarter" idx="11"/>
          </p:nvPr>
        </p:nvSpPr>
        <p:spPr/>
        <p:txBody>
          <a:bodyPr/>
          <a:lstStyle/>
          <a:p>
            <a:endParaRPr lang="de-DE"/>
          </a:p>
        </p:txBody>
      </p:sp>
      <p:sp>
        <p:nvSpPr>
          <p:cNvPr id="5" name="Espaço Reservado para Número de Slide 4"/>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10853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0E51C7C-CEA3-4CAA-BE4B-344879E7C377}" type="datetimeFigureOut">
              <a:rPr lang="de-DE" smtClean="0"/>
              <a:t>14.12.2020</a:t>
            </a:fld>
            <a:endParaRPr lang="de-DE"/>
          </a:p>
        </p:txBody>
      </p:sp>
      <p:sp>
        <p:nvSpPr>
          <p:cNvPr id="3" name="Espaço Reservado para Rodapé 2"/>
          <p:cNvSpPr>
            <a:spLocks noGrp="1"/>
          </p:cNvSpPr>
          <p:nvPr>
            <p:ph type="ftr" sz="quarter" idx="11"/>
          </p:nvPr>
        </p:nvSpPr>
        <p:spPr/>
        <p:txBody>
          <a:bodyPr/>
          <a:lstStyle/>
          <a:p>
            <a:endParaRPr lang="de-DE"/>
          </a:p>
        </p:txBody>
      </p:sp>
      <p:sp>
        <p:nvSpPr>
          <p:cNvPr id="4" name="Espaço Reservado para Número de Slide 3"/>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578281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de-DE"/>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E51C7C-CEA3-4CAA-BE4B-344879E7C377}" type="datetimeFigureOut">
              <a:rPr lang="de-DE" smtClean="0"/>
              <a:t>14.12.2020</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217836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de-DE"/>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E51C7C-CEA3-4CAA-BE4B-344879E7C377}" type="datetimeFigureOut">
              <a:rPr lang="de-DE" smtClean="0"/>
              <a:t>14.12.2020</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245566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14.12.2020</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746588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endParaRPr lang="de-DE"/>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14.12.2020</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1306397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pt-BR"/>
              <a:t>Clique para editar o título mestre</a:t>
            </a:r>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pt-BR"/>
              <a:t>Clique para editar o estilo do subtítulo Mestre</a:t>
            </a:r>
            <a:endParaRPr lang="en-US"/>
          </a:p>
        </p:txBody>
      </p:sp>
      <p:sp>
        <p:nvSpPr>
          <p:cNvPr id="4" name="Date Placeholder 3"/>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1727980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3084070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pt-BR"/>
              <a:t>Clique para editar o título mestre</a:t>
            </a:r>
            <a:endParaRPr lang="en-US"/>
          </a:p>
        </p:txBody>
      </p:sp>
      <p:sp>
        <p:nvSpPr>
          <p:cNvPr id="3" name="Text Placeholder 2"/>
          <p:cNvSpPr>
            <a:spLocks noGrp="1"/>
          </p:cNvSpPr>
          <p:nvPr>
            <p:ph type="body" idx="1"/>
          </p:nvPr>
        </p:nvSpPr>
        <p:spPr>
          <a:xfrm>
            <a:off x="831851" y="4552637"/>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2724551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sz="half" idx="1"/>
          </p:nvPr>
        </p:nvSpPr>
        <p:spPr>
          <a:xfrm>
            <a:off x="845127" y="1828803"/>
            <a:ext cx="5181600" cy="4351337"/>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Content Placeholder 3"/>
          <p:cNvSpPr>
            <a:spLocks noGrp="1"/>
          </p:cNvSpPr>
          <p:nvPr>
            <p:ph sz="half" idx="2"/>
          </p:nvPr>
        </p:nvSpPr>
        <p:spPr>
          <a:xfrm>
            <a:off x="6172200" y="1828803"/>
            <a:ext cx="5181600" cy="4351337"/>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4"/>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3586005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mparação">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4" name="Content Placeholder 3"/>
          <p:cNvSpPr>
            <a:spLocks noGrp="1"/>
          </p:cNvSpPr>
          <p:nvPr>
            <p:ph sz="half" idx="2"/>
          </p:nvPr>
        </p:nvSpPr>
        <p:spPr>
          <a:xfrm>
            <a:off x="845127" y="2507554"/>
            <a:ext cx="5156200" cy="3680525"/>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4"/>
          <p:cNvSpPr>
            <a:spLocks noGrp="1"/>
          </p:cNvSpPr>
          <p:nvPr>
            <p:ph type="body" sz="quarter" idx="3"/>
          </p:nvPr>
        </p:nvSpPr>
        <p:spPr>
          <a:xfrm>
            <a:off x="6172202"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6" name="Content Placeholder 5"/>
          <p:cNvSpPr>
            <a:spLocks noGrp="1"/>
          </p:cNvSpPr>
          <p:nvPr>
            <p:ph sz="quarter" idx="4"/>
          </p:nvPr>
        </p:nvSpPr>
        <p:spPr>
          <a:xfrm>
            <a:off x="6172202" y="2507554"/>
            <a:ext cx="5181601" cy="3680525"/>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Date Placeholder 6"/>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C13A79C2-8CFA-41EA-B525-9BDC63769BF0}" type="slidenum">
              <a:rPr lang="pt-BR" smtClean="0"/>
              <a:pPr/>
              <a:t>‹nº›</a:t>
            </a:fld>
            <a:endParaRPr lang="pt-BR"/>
          </a:p>
        </p:txBody>
      </p:sp>
      <p:sp>
        <p:nvSpPr>
          <p:cNvPr id="10" name="Title 9"/>
          <p:cNvSpPr>
            <a:spLocks noGrp="1"/>
          </p:cNvSpPr>
          <p:nvPr>
            <p:ph type="title"/>
          </p:nvPr>
        </p:nvSpPr>
        <p:spPr/>
        <p:txBody>
          <a:bodyPr/>
          <a:lstStyle/>
          <a:p>
            <a:r>
              <a:rPr lang="pt-BR"/>
              <a:t>Clique para editar o título mestre</a:t>
            </a:r>
            <a:endParaRPr lang="en-US"/>
          </a:p>
        </p:txBody>
      </p:sp>
    </p:spTree>
    <p:extLst>
      <p:ext uri="{BB962C8B-B14F-4D97-AF65-F5344CB8AC3E}">
        <p14:creationId xmlns:p14="http://schemas.microsoft.com/office/powerpoint/2010/main" val="3682010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omente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C13A79C2-8CFA-41EA-B525-9BDC63769BF0}" type="slidenum">
              <a:rPr lang="pt-BR" smtClean="0"/>
              <a:pPr/>
              <a:t>‹nº›</a:t>
            </a:fld>
            <a:endParaRPr lang="pt-BR"/>
          </a:p>
        </p:txBody>
      </p:sp>
      <p:sp>
        <p:nvSpPr>
          <p:cNvPr id="6" name="Title 5"/>
          <p:cNvSpPr>
            <a:spLocks noGrp="1"/>
          </p:cNvSpPr>
          <p:nvPr>
            <p:ph type="title"/>
          </p:nvPr>
        </p:nvSpPr>
        <p:spPr/>
        <p:txBody>
          <a:bodyPr/>
          <a:lstStyle/>
          <a:p>
            <a:r>
              <a:rPr lang="pt-BR"/>
              <a:t>Clique para editar o título mestre</a:t>
            </a:r>
            <a:endParaRPr lang="en-US"/>
          </a:p>
        </p:txBody>
      </p:sp>
    </p:spTree>
    <p:extLst>
      <p:ext uri="{BB962C8B-B14F-4D97-AF65-F5344CB8AC3E}">
        <p14:creationId xmlns:p14="http://schemas.microsoft.com/office/powerpoint/2010/main" val="11725989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774780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4"/>
            <a:ext cx="3931920" cy="1600197"/>
          </a:xfrm>
        </p:spPr>
        <p:txBody>
          <a:bodyPr anchor="b">
            <a:normAutofit/>
          </a:bodyPr>
          <a:lstStyle>
            <a:lvl1pPr>
              <a:defRPr sz="2400" b="0"/>
            </a:lvl1pPr>
          </a:lstStyle>
          <a:p>
            <a:r>
              <a:rPr lang="pt-BR"/>
              <a:t>Clique para editar o título mestre</a:t>
            </a:r>
            <a:endParaRPr lang="en-US"/>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pt-BR"/>
              <a:t>Editar estilos de texto Mestre</a:t>
            </a:r>
          </a:p>
        </p:txBody>
      </p:sp>
      <p:sp>
        <p:nvSpPr>
          <p:cNvPr id="5" name="Date Placeholder 4"/>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2934938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pt-BR"/>
              <a:t>Clique para editar o título mestre</a:t>
            </a:r>
            <a:endParaRPr lang="en-US"/>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pt-BR"/>
              <a:t>Editar estilos de texto Mestre</a:t>
            </a:r>
          </a:p>
        </p:txBody>
      </p:sp>
      <p:sp>
        <p:nvSpPr>
          <p:cNvPr id="5" name="Date Placeholder 4"/>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4964637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Vertical Text Placeholder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2219022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0362"/>
            <a:ext cx="2628900" cy="5811838"/>
          </a:xfrm>
        </p:spPr>
        <p:txBody>
          <a:bodyPr vert="eaVert"/>
          <a:lstStyle/>
          <a:p>
            <a:r>
              <a:rPr lang="pt-BR"/>
              <a:t>Clique para editar o título mestre</a:t>
            </a:r>
            <a:endParaRPr lang="en-US"/>
          </a:p>
        </p:txBody>
      </p:sp>
      <p:sp>
        <p:nvSpPr>
          <p:cNvPr id="3" name="Vertical Text Placeholder 2"/>
          <p:cNvSpPr>
            <a:spLocks noGrp="1"/>
          </p:cNvSpPr>
          <p:nvPr>
            <p:ph type="body" orient="vert" idx="1"/>
          </p:nvPr>
        </p:nvSpPr>
        <p:spPr>
          <a:xfrm>
            <a:off x="838202" y="360366"/>
            <a:ext cx="7734300" cy="5811837"/>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CB14C849-749F-4401-99B3-6A8C4A7AA7D0}" type="datetimeFigureOut">
              <a:rPr lang="pt-BR" smtClean="0"/>
              <a:pPr/>
              <a:t>14/12/2020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13A79C2-8CFA-41EA-B525-9BDC63769BF0}" type="slidenum">
              <a:rPr lang="pt-BR" smtClean="0"/>
              <a:pPr/>
              <a:t>‹nº›</a:t>
            </a:fld>
            <a:endParaRPr lang="pt-BR"/>
          </a:p>
        </p:txBody>
      </p:sp>
    </p:spTree>
    <p:extLst>
      <p:ext uri="{BB962C8B-B14F-4D97-AF65-F5344CB8AC3E}">
        <p14:creationId xmlns:p14="http://schemas.microsoft.com/office/powerpoint/2010/main" val="4059534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bl">
  <p:cSld name="Título e tabela">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10972800" cy="1143000"/>
          </a:xfrm>
        </p:spPr>
        <p:txBody>
          <a:bodyPr/>
          <a:lstStyle/>
          <a:p>
            <a:r>
              <a:rPr lang="pt-BR"/>
              <a:t>Clique para editar o estilo do título mestre</a:t>
            </a:r>
          </a:p>
        </p:txBody>
      </p:sp>
      <p:sp>
        <p:nvSpPr>
          <p:cNvPr id="3" name="Espaço Reservado para Tabela 2"/>
          <p:cNvSpPr>
            <a:spLocks noGrp="1"/>
          </p:cNvSpPr>
          <p:nvPr>
            <p:ph type="tbl" idx="1"/>
          </p:nvPr>
        </p:nvSpPr>
        <p:spPr>
          <a:xfrm>
            <a:off x="609600" y="1600203"/>
            <a:ext cx="10972800" cy="4525963"/>
          </a:xfrm>
        </p:spPr>
        <p:txBody>
          <a:bodyPr/>
          <a:lstStyle/>
          <a:p>
            <a:pPr lvl="0"/>
            <a:endParaRPr lang="pt-BR" noProof="0"/>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5CD114BF-3A23-4637-8A6D-7B61D8FA672E}" type="slidenum">
              <a:rPr lang="pt-BR"/>
              <a:pPr>
                <a:defRPr/>
              </a:pPr>
              <a:t>‹nº›</a:t>
            </a:fld>
            <a:endParaRPr lang="pt-BR"/>
          </a:p>
        </p:txBody>
      </p:sp>
    </p:spTree>
    <p:extLst>
      <p:ext uri="{BB962C8B-B14F-4D97-AF65-F5344CB8AC3E}">
        <p14:creationId xmlns:p14="http://schemas.microsoft.com/office/powerpoint/2010/main" val="460948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de-DE"/>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E51C7C-CEA3-4CAA-BE4B-344879E7C377}" type="datetimeFigureOut">
              <a:rPr lang="de-DE" smtClean="0"/>
              <a:t>14.12.2020</a:t>
            </a:fld>
            <a:endParaRPr lang="de-DE"/>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FE2FE-B55E-4328-8F5C-2CEB8781A47B}" type="slidenum">
              <a:rPr lang="de-DE" smtClean="0"/>
              <a:t>‹nº›</a:t>
            </a:fld>
            <a:endParaRPr lang="de-DE"/>
          </a:p>
        </p:txBody>
      </p:sp>
    </p:spTree>
    <p:extLst>
      <p:ext uri="{BB962C8B-B14F-4D97-AF65-F5344CB8AC3E}">
        <p14:creationId xmlns:p14="http://schemas.microsoft.com/office/powerpoint/2010/main" val="2675746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Text Placeholder 2"/>
          <p:cNvSpPr>
            <a:spLocks noGrp="1"/>
          </p:cNvSpPr>
          <p:nvPr>
            <p:ph type="body" idx="1"/>
          </p:nvPr>
        </p:nvSpPr>
        <p:spPr>
          <a:xfrm>
            <a:off x="845127" y="1828803"/>
            <a:ext cx="10515600" cy="4351337"/>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CB14C849-749F-4401-99B3-6A8C4A7AA7D0}" type="datetimeFigureOut">
              <a:rPr lang="pt-BR" smtClean="0"/>
              <a:pPr/>
              <a:t>14/12/2020</a:t>
            </a:fld>
            <a:endParaRPr lang="pt-BR"/>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pt-BR"/>
          </a:p>
        </p:txBody>
      </p:sp>
      <p:sp>
        <p:nvSpPr>
          <p:cNvPr id="6" name="Slide Number Placeholder 5"/>
          <p:cNvSpPr>
            <a:spLocks noGrp="1"/>
          </p:cNvSpPr>
          <p:nvPr>
            <p:ph type="sldNum" sz="quarter" idx="4"/>
          </p:nvPr>
        </p:nvSpPr>
        <p:spPr>
          <a:xfrm>
            <a:off x="8617527" y="6356354"/>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C13A79C2-8CFA-41EA-B525-9BDC63769BF0}" type="slidenum">
              <a:rPr lang="pt-BR" smtClean="0"/>
              <a:pPr/>
              <a:t>‹nº›</a:t>
            </a:fld>
            <a:endParaRPr lang="pt-BR"/>
          </a:p>
        </p:txBody>
      </p:sp>
    </p:spTree>
    <p:extLst>
      <p:ext uri="{BB962C8B-B14F-4D97-AF65-F5344CB8AC3E}">
        <p14:creationId xmlns:p14="http://schemas.microsoft.com/office/powerpoint/2010/main" val="1927129494"/>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F1E9E8CF-FE9E-4B81-B325-A5C58B74BD75}"/>
              </a:ext>
            </a:extLst>
          </p:cNvPr>
          <p:cNvSpPr/>
          <p:nvPr/>
        </p:nvSpPr>
        <p:spPr>
          <a:xfrm>
            <a:off x="1799147" y="2568336"/>
            <a:ext cx="8870828" cy="176841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Subtítulo 2"/>
          <p:cNvSpPr>
            <a:spLocks noGrp="1"/>
          </p:cNvSpPr>
          <p:nvPr>
            <p:ph type="subTitle" idx="1"/>
          </p:nvPr>
        </p:nvSpPr>
        <p:spPr>
          <a:xfrm>
            <a:off x="1667774" y="5241057"/>
            <a:ext cx="9144000" cy="1037536"/>
          </a:xfrm>
        </p:spPr>
        <p:txBody>
          <a:bodyPr vert="horz" lIns="91440" tIns="45720" rIns="91440" bIns="45720" rtlCol="0" anchor="t">
            <a:normAutofit/>
          </a:bodyPr>
          <a:lstStyle/>
          <a:p>
            <a:r>
              <a:rPr lang="de-DE" b="1">
                <a:cs typeface="Calibri"/>
              </a:rPr>
              <a:t>Professor: Euclides </a:t>
            </a:r>
            <a:r>
              <a:rPr lang="pt-BR" b="1">
                <a:cs typeface="Calibri"/>
              </a:rPr>
              <a:t>Paim</a:t>
            </a:r>
          </a:p>
          <a:p>
            <a:r>
              <a:rPr lang="de-DE" i="1">
                <a:cs typeface="Calibri" panose="020F0502020204030204"/>
              </a:rPr>
              <a:t>euclides.paim@ifc.edu.br</a:t>
            </a:r>
          </a:p>
        </p:txBody>
      </p:sp>
      <p:sp>
        <p:nvSpPr>
          <p:cNvPr id="9" name="CaixaDeTexto 8">
            <a:extLst>
              <a:ext uri="{FF2B5EF4-FFF2-40B4-BE49-F238E27FC236}">
                <a16:creationId xmlns:a16="http://schemas.microsoft.com/office/drawing/2014/main" id="{40CE7AA5-E1E6-4D1E-91AC-CA05762D0EAA}"/>
              </a:ext>
            </a:extLst>
          </p:cNvPr>
          <p:cNvSpPr txBox="1"/>
          <p:nvPr/>
        </p:nvSpPr>
        <p:spPr>
          <a:xfrm>
            <a:off x="1733910" y="3071004"/>
            <a:ext cx="87385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3600" b="1" dirty="0"/>
              <a:t>Hardware e Sistemas Operacionais</a:t>
            </a:r>
            <a:endParaRPr lang="pt-BR" sz="1600" dirty="0"/>
          </a:p>
        </p:txBody>
      </p:sp>
      <p:sp>
        <p:nvSpPr>
          <p:cNvPr id="2" name="Retângulo 1">
            <a:extLst>
              <a:ext uri="{FF2B5EF4-FFF2-40B4-BE49-F238E27FC236}">
                <a16:creationId xmlns:a16="http://schemas.microsoft.com/office/drawing/2014/main" id="{A3BCB967-DB78-40C0-A72A-F09C5D44A7F7}"/>
              </a:ext>
            </a:extLst>
          </p:cNvPr>
          <p:cNvSpPr/>
          <p:nvPr/>
        </p:nvSpPr>
        <p:spPr>
          <a:xfrm>
            <a:off x="161027" y="10064"/>
            <a:ext cx="11861319" cy="20128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5" descr="Uma imagem contendo faca&#10;&#10;Descrição gerada automaticamente">
            <a:extLst>
              <a:ext uri="{FF2B5EF4-FFF2-40B4-BE49-F238E27FC236}">
                <a16:creationId xmlns:a16="http://schemas.microsoft.com/office/drawing/2014/main" id="{772C15A6-71B8-4399-B521-028FB141A677}"/>
              </a:ext>
            </a:extLst>
          </p:cNvPr>
          <p:cNvPicPr>
            <a:picLocks noChangeAspect="1"/>
          </p:cNvPicPr>
          <p:nvPr/>
        </p:nvPicPr>
        <p:blipFill>
          <a:blip r:embed="rId2"/>
          <a:stretch>
            <a:fillRect/>
          </a:stretch>
        </p:blipFill>
        <p:spPr>
          <a:xfrm>
            <a:off x="157163" y="211347"/>
            <a:ext cx="2733675" cy="914400"/>
          </a:xfrm>
          <a:prstGeom prst="rect">
            <a:avLst/>
          </a:prstGeom>
        </p:spPr>
      </p:pic>
    </p:spTree>
    <p:extLst>
      <p:ext uri="{BB962C8B-B14F-4D97-AF65-F5344CB8AC3E}">
        <p14:creationId xmlns:p14="http://schemas.microsoft.com/office/powerpoint/2010/main" val="2581059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F1E9E8CF-FE9E-4B81-B325-A5C58B74BD75}"/>
              </a:ext>
            </a:extLst>
          </p:cNvPr>
          <p:cNvSpPr/>
          <p:nvPr/>
        </p:nvSpPr>
        <p:spPr>
          <a:xfrm>
            <a:off x="1799147" y="2568336"/>
            <a:ext cx="8870828" cy="176841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Subtítulo 2"/>
          <p:cNvSpPr>
            <a:spLocks noGrp="1"/>
          </p:cNvSpPr>
          <p:nvPr>
            <p:ph type="subTitle" idx="1"/>
          </p:nvPr>
        </p:nvSpPr>
        <p:spPr>
          <a:xfrm>
            <a:off x="1667774" y="5241057"/>
            <a:ext cx="9144000" cy="1037536"/>
          </a:xfrm>
        </p:spPr>
        <p:txBody>
          <a:bodyPr vert="horz" lIns="91440" tIns="45720" rIns="91440" bIns="45720" rtlCol="0" anchor="t">
            <a:normAutofit/>
          </a:bodyPr>
          <a:lstStyle/>
          <a:p>
            <a:r>
              <a:rPr lang="de-DE" b="1">
                <a:cs typeface="Calibri"/>
              </a:rPr>
              <a:t>Professor: Euclides </a:t>
            </a:r>
            <a:r>
              <a:rPr lang="pt-BR" b="1">
                <a:cs typeface="Calibri"/>
              </a:rPr>
              <a:t>Paim</a:t>
            </a:r>
          </a:p>
          <a:p>
            <a:r>
              <a:rPr lang="de-DE" i="1">
                <a:ea typeface="+mn-lt"/>
                <a:cs typeface="+mn-lt"/>
              </a:rPr>
              <a:t>euclides.paim@ifc.edu.br</a:t>
            </a:r>
            <a:endParaRPr lang="de-DE">
              <a:ea typeface="+mn-lt"/>
              <a:cs typeface="+mn-lt"/>
            </a:endParaRPr>
          </a:p>
          <a:p>
            <a:endParaRPr lang="de-DE" i="1">
              <a:cs typeface="Calibri" panose="020F0502020204030204"/>
            </a:endParaRPr>
          </a:p>
        </p:txBody>
      </p:sp>
      <p:pic>
        <p:nvPicPr>
          <p:cNvPr id="4" name="Imagem 4" descr="Uma imagem contendo faca, mesa&#10;&#10;Descrição gerada com muito alta confiança">
            <a:extLst>
              <a:ext uri="{FF2B5EF4-FFF2-40B4-BE49-F238E27FC236}">
                <a16:creationId xmlns:a16="http://schemas.microsoft.com/office/drawing/2014/main" id="{E085A284-484B-456B-B4E2-7488A6570D21}"/>
              </a:ext>
            </a:extLst>
          </p:cNvPr>
          <p:cNvPicPr>
            <a:picLocks noChangeAspect="1"/>
          </p:cNvPicPr>
          <p:nvPr/>
        </p:nvPicPr>
        <p:blipFill>
          <a:blip r:embed="rId2"/>
          <a:stretch>
            <a:fillRect/>
          </a:stretch>
        </p:blipFill>
        <p:spPr>
          <a:xfrm>
            <a:off x="66136" y="214865"/>
            <a:ext cx="2743200" cy="907366"/>
          </a:xfrm>
          <a:prstGeom prst="rect">
            <a:avLst/>
          </a:prstGeom>
        </p:spPr>
      </p:pic>
      <p:sp>
        <p:nvSpPr>
          <p:cNvPr id="5" name="CaixaDeTexto 4">
            <a:extLst>
              <a:ext uri="{FF2B5EF4-FFF2-40B4-BE49-F238E27FC236}">
                <a16:creationId xmlns:a16="http://schemas.microsoft.com/office/drawing/2014/main" id="{633AE23D-DCED-446F-B659-B65CA66C87D9}"/>
              </a:ext>
            </a:extLst>
          </p:cNvPr>
          <p:cNvSpPr txBox="1"/>
          <p:nvPr/>
        </p:nvSpPr>
        <p:spPr>
          <a:xfrm>
            <a:off x="2754704" y="3142889"/>
            <a:ext cx="69701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3200" b="1" dirty="0">
                <a:ea typeface="+mn-lt"/>
                <a:cs typeface="+mn-lt"/>
              </a:rPr>
              <a:t>Sistema Operacional Linux</a:t>
            </a:r>
          </a:p>
        </p:txBody>
      </p:sp>
      <p:sp>
        <p:nvSpPr>
          <p:cNvPr id="9" name="Retângulo 8">
            <a:extLst>
              <a:ext uri="{FF2B5EF4-FFF2-40B4-BE49-F238E27FC236}">
                <a16:creationId xmlns:a16="http://schemas.microsoft.com/office/drawing/2014/main" id="{658B6992-D464-4E9E-9004-33BB3AF6F50F}"/>
              </a:ext>
            </a:extLst>
          </p:cNvPr>
          <p:cNvSpPr/>
          <p:nvPr/>
        </p:nvSpPr>
        <p:spPr>
          <a:xfrm>
            <a:off x="117895" y="-4313"/>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89013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800" b="1">
                <a:ea typeface="+mn-lt"/>
                <a:cs typeface="+mn-lt"/>
              </a:rPr>
              <a:t>Sumário</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46363"/>
            <a:ext cx="11700294" cy="444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90000"/>
              </a:lnSpc>
              <a:spcBef>
                <a:spcPts val="750"/>
              </a:spcBef>
              <a:buFont typeface="Arial"/>
              <a:buChar char="•"/>
            </a:pPr>
            <a:r>
              <a:rPr lang="pt-BR" sz="2100" b="1" dirty="0">
                <a:ea typeface="+mn-lt"/>
                <a:cs typeface="+mn-lt"/>
              </a:rPr>
              <a:t>Sistema Operacional Linux</a:t>
            </a:r>
            <a:br>
              <a:rPr lang="pt-BR" sz="2100" b="1" dirty="0">
                <a:ea typeface="+mn-lt"/>
                <a:cs typeface="+mn-lt"/>
              </a:rPr>
            </a:br>
            <a:br>
              <a:rPr lang="pt-BR" sz="2100" b="1" dirty="0">
                <a:ea typeface="+mn-lt"/>
                <a:cs typeface="+mn-lt"/>
              </a:rPr>
            </a:br>
            <a:r>
              <a:rPr lang="pt-BR" sz="2100" dirty="0">
                <a:ea typeface="+mn-lt"/>
                <a:cs typeface="+mn-lt"/>
              </a:rPr>
              <a:t>=&gt;</a:t>
            </a:r>
            <a:r>
              <a:rPr lang="pt-BR" sz="2000" dirty="0">
                <a:ea typeface="+mn-lt"/>
                <a:cs typeface="+mn-lt"/>
              </a:rPr>
              <a:t> Introdução</a:t>
            </a:r>
            <a:br>
              <a:rPr lang="pt-BR" sz="2000" dirty="0">
                <a:ea typeface="+mn-lt"/>
                <a:cs typeface="+mn-lt"/>
              </a:rPr>
            </a:br>
            <a:br>
              <a:rPr lang="pt-BR" sz="2000" dirty="0">
                <a:ea typeface="+mn-lt"/>
                <a:cs typeface="+mn-lt"/>
              </a:rPr>
            </a:br>
            <a:r>
              <a:rPr lang="pt-BR" sz="2100">
                <a:ea typeface="+mn-lt"/>
                <a:cs typeface="+mn-lt"/>
              </a:rPr>
              <a:t>=&gt; Software Livre</a:t>
            </a:r>
            <a:br>
              <a:rPr lang="pt-BR" sz="2100" dirty="0">
                <a:ea typeface="+mn-lt"/>
                <a:cs typeface="+mn-lt"/>
              </a:rPr>
            </a:br>
            <a:br>
              <a:rPr lang="pt-BR" sz="2100" dirty="0">
                <a:ea typeface="+mn-lt"/>
                <a:cs typeface="+mn-lt"/>
              </a:rPr>
            </a:br>
            <a:r>
              <a:rPr lang="pt-BR" sz="2100">
                <a:ea typeface="+mn-lt"/>
                <a:cs typeface="+mn-lt"/>
              </a:rPr>
              <a:t>=&gt; Distribuições</a:t>
            </a:r>
            <a:br>
              <a:rPr lang="pt-BR" sz="2100" dirty="0">
                <a:ea typeface="+mn-lt"/>
                <a:cs typeface="+mn-lt"/>
              </a:rPr>
            </a:br>
            <a:br>
              <a:rPr lang="pt-BR" sz="2100" dirty="0">
                <a:ea typeface="+mn-lt"/>
                <a:cs typeface="+mn-lt"/>
              </a:rPr>
            </a:br>
            <a:r>
              <a:rPr lang="pt-BR" sz="2100">
                <a:ea typeface="+mn-lt"/>
                <a:cs typeface="+mn-lt"/>
              </a:rPr>
              <a:t>=&gt; Diretórios Linux</a:t>
            </a:r>
            <a:br>
              <a:rPr lang="pt-BR" sz="2100" dirty="0">
                <a:ea typeface="+mn-lt"/>
                <a:cs typeface="+mn-lt"/>
              </a:rPr>
            </a:br>
            <a:br>
              <a:rPr lang="pt-BR" sz="2100" dirty="0">
                <a:ea typeface="+mn-lt"/>
                <a:cs typeface="+mn-lt"/>
              </a:rPr>
            </a:br>
            <a:r>
              <a:rPr lang="pt-BR" sz="2100">
                <a:ea typeface="+mn-lt"/>
                <a:cs typeface="+mn-lt"/>
              </a:rPr>
              <a:t>=&gt; Modo texto</a:t>
            </a:r>
            <a:br>
              <a:rPr lang="pt-BR" sz="2100" dirty="0">
                <a:ea typeface="+mn-lt"/>
                <a:cs typeface="+mn-lt"/>
              </a:rPr>
            </a:br>
            <a:br>
              <a:rPr lang="pt-BR" sz="2100" dirty="0">
                <a:ea typeface="+mn-lt"/>
                <a:cs typeface="+mn-lt"/>
              </a:rPr>
            </a:br>
            <a:r>
              <a:rPr lang="pt-BR" sz="2100">
                <a:ea typeface="+mn-lt"/>
                <a:cs typeface="+mn-lt"/>
              </a:rPr>
              <a:t>=&gt; Comandos do BASH</a:t>
            </a:r>
            <a:br>
              <a:rPr lang="pt-BR" sz="2100" dirty="0">
                <a:ea typeface="+mn-lt"/>
                <a:cs typeface="+mn-lt"/>
              </a:rPr>
            </a:br>
            <a:br>
              <a:rPr lang="pt-BR" sz="2100" dirty="0">
                <a:ea typeface="+mn-lt"/>
                <a:cs typeface="+mn-lt"/>
              </a:rPr>
            </a:br>
            <a:r>
              <a:rPr lang="pt-BR" sz="2100">
                <a:ea typeface="+mn-lt"/>
                <a:cs typeface="+mn-lt"/>
              </a:rPr>
              <a:t>=&gt; Ferramenta APT</a:t>
            </a:r>
            <a:endParaRPr lang="pt-BR" sz="2100" dirty="0">
              <a:ea typeface="+mn-lt"/>
              <a:cs typeface="+mn-lt"/>
            </a:endParaRPr>
          </a:p>
        </p:txBody>
      </p:sp>
    </p:spTree>
    <p:extLst>
      <p:ext uri="{BB962C8B-B14F-4D97-AF65-F5344CB8AC3E}">
        <p14:creationId xmlns:p14="http://schemas.microsoft.com/office/powerpoint/2010/main" val="891088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5" descr="Logotipo&#10;&#10;Descrição gerada automaticamente">
            <a:extLst>
              <a:ext uri="{FF2B5EF4-FFF2-40B4-BE49-F238E27FC236}">
                <a16:creationId xmlns:a16="http://schemas.microsoft.com/office/drawing/2014/main" id="{6EA66F03-9DCF-44F1-B54E-EE3A0701D048}"/>
              </a:ext>
            </a:extLst>
          </p:cNvPr>
          <p:cNvPicPr>
            <a:picLocks noChangeAspect="1"/>
          </p:cNvPicPr>
          <p:nvPr/>
        </p:nvPicPr>
        <p:blipFill>
          <a:blip r:embed="rId3"/>
          <a:stretch>
            <a:fillRect/>
          </a:stretch>
        </p:blipFill>
        <p:spPr>
          <a:xfrm>
            <a:off x="2294627" y="1377973"/>
            <a:ext cx="7602746" cy="4749036"/>
          </a:xfrm>
          <a:prstGeom prst="rect">
            <a:avLst/>
          </a:prstGeom>
        </p:spPr>
      </p:pic>
    </p:spTree>
    <p:extLst>
      <p:ext uri="{BB962C8B-B14F-4D97-AF65-F5344CB8AC3E}">
        <p14:creationId xmlns:p14="http://schemas.microsoft.com/office/powerpoint/2010/main" val="142295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Introdução</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762665"/>
            <a:ext cx="11700294" cy="16702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90000"/>
              </a:lnSpc>
              <a:spcBef>
                <a:spcPts val="375"/>
              </a:spcBef>
              <a:spcAft>
                <a:spcPts val="1000"/>
              </a:spcAft>
              <a:buFont typeface="Arial"/>
              <a:buChar char="•"/>
            </a:pPr>
            <a:r>
              <a:rPr lang="pt-BR" sz="2200" b="1">
                <a:ea typeface="+mn-lt"/>
                <a:cs typeface="+mn-lt"/>
              </a:rPr>
              <a:t>O que é Linux? </a:t>
            </a:r>
          </a:p>
          <a:p>
            <a:pPr marL="800100" lvl="1" indent="-342900">
              <a:lnSpc>
                <a:spcPct val="90000"/>
              </a:lnSpc>
              <a:spcBef>
                <a:spcPts val="375"/>
              </a:spcBef>
              <a:spcAft>
                <a:spcPts val="1000"/>
              </a:spcAft>
              <a:buFont typeface="Arial"/>
              <a:buChar char="•"/>
            </a:pPr>
            <a:r>
              <a:rPr lang="pt-BR" sz="2200">
                <a:ea typeface="+mn-lt"/>
                <a:cs typeface="+mn-lt"/>
              </a:rPr>
              <a:t>O termo Linux é usado em vários contextos com significados diferentes. </a:t>
            </a:r>
            <a:endParaRPr lang="pt-BR" sz="2200" b="1">
              <a:ea typeface="+mn-lt"/>
              <a:cs typeface="+mn-lt"/>
            </a:endParaRPr>
          </a:p>
          <a:p>
            <a:pPr marL="800100" lvl="1" indent="-342900">
              <a:lnSpc>
                <a:spcPct val="90000"/>
              </a:lnSpc>
              <a:spcBef>
                <a:spcPts val="375"/>
              </a:spcBef>
              <a:spcAft>
                <a:spcPts val="1000"/>
              </a:spcAft>
              <a:buFont typeface="Arial"/>
              <a:buChar char="•"/>
            </a:pPr>
            <a:r>
              <a:rPr lang="pt-BR" sz="2200">
                <a:ea typeface="+mn-lt"/>
                <a:cs typeface="+mn-lt"/>
              </a:rPr>
              <a:t>A rigor, Linux é um kernel. No entanto, em alguns contextos, Linux significa sistema operacional (não qualquer sistema operacional, mas um que use o kernel Linux).</a:t>
            </a:r>
            <a:endParaRPr lang="pt-BR" sz="2200" b="1">
              <a:ea typeface="+mn-lt"/>
              <a:cs typeface="+mn-lt"/>
            </a:endParaRPr>
          </a:p>
        </p:txBody>
      </p:sp>
      <p:sp>
        <p:nvSpPr>
          <p:cNvPr id="2" name="CaixaDeTexto 1">
            <a:extLst>
              <a:ext uri="{FF2B5EF4-FFF2-40B4-BE49-F238E27FC236}">
                <a16:creationId xmlns:a16="http://schemas.microsoft.com/office/drawing/2014/main" id="{1BF0518E-36A4-47FD-B1E1-EBB3E72EE1AF}"/>
              </a:ext>
            </a:extLst>
          </p:cNvPr>
          <p:cNvSpPr txBox="1"/>
          <p:nvPr/>
        </p:nvSpPr>
        <p:spPr>
          <a:xfrm>
            <a:off x="914401" y="3976777"/>
            <a:ext cx="10363197" cy="170816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2100" b="1" dirty="0"/>
              <a:t>Sistema Operacional</a:t>
            </a:r>
            <a:r>
              <a:rPr lang="pt-BR" sz="2100" dirty="0"/>
              <a:t>: é um software que serve de interface entre o computador e o usuário, gerenciando recursos (como memória, processamento etc.). </a:t>
            </a:r>
          </a:p>
          <a:p>
            <a:pPr algn="just"/>
            <a:endParaRPr lang="pt-BR" sz="2100" dirty="0">
              <a:cs typeface="Calibri"/>
            </a:endParaRPr>
          </a:p>
          <a:p>
            <a:pPr algn="just"/>
            <a:r>
              <a:rPr lang="pt-BR" sz="2100" b="1" dirty="0"/>
              <a:t>Kernel</a:t>
            </a:r>
            <a:r>
              <a:rPr lang="pt-BR" sz="2100" dirty="0"/>
              <a:t>: é o núcleo ou cerne do sistema operacional (é a parte deste que fica mais “próxima” do hardware).</a:t>
            </a:r>
            <a:endParaRPr lang="pt-BR" sz="2100" dirty="0">
              <a:cs typeface="Calibri"/>
            </a:endParaRPr>
          </a:p>
        </p:txBody>
      </p:sp>
    </p:spTree>
    <p:extLst>
      <p:ext uri="{BB962C8B-B14F-4D97-AF65-F5344CB8AC3E}">
        <p14:creationId xmlns:p14="http://schemas.microsoft.com/office/powerpoint/2010/main" val="1630246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Introdução</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719533"/>
            <a:ext cx="11700294" cy="3552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Um breve histórico</a:t>
            </a:r>
          </a:p>
          <a:p>
            <a:pPr marL="800100" lvl="1" indent="-342900" algn="just">
              <a:lnSpc>
                <a:spcPct val="90000"/>
              </a:lnSpc>
              <a:spcBef>
                <a:spcPts val="375"/>
              </a:spcBef>
              <a:spcAft>
                <a:spcPts val="1000"/>
              </a:spcAft>
              <a:buFont typeface="Arial"/>
              <a:buChar char="•"/>
            </a:pPr>
            <a:r>
              <a:rPr lang="pt-BR" sz="2200">
                <a:ea typeface="+mn-lt"/>
                <a:cs typeface="+mn-lt"/>
              </a:rPr>
              <a:t>No ano de 1984, </a:t>
            </a:r>
            <a:r>
              <a:rPr lang="pt-BR" sz="2200" b="1">
                <a:ea typeface="+mn-lt"/>
                <a:cs typeface="+mn-lt"/>
              </a:rPr>
              <a:t>Richard Stallman</a:t>
            </a:r>
            <a:r>
              <a:rPr lang="pt-BR" sz="2200">
                <a:ea typeface="+mn-lt"/>
                <a:cs typeface="+mn-lt"/>
              </a:rPr>
              <a:t> iniciou o Projeto </a:t>
            </a:r>
            <a:r>
              <a:rPr lang="pt-BR" sz="2200" b="1">
                <a:ea typeface="+mn-lt"/>
                <a:cs typeface="+mn-lt"/>
              </a:rPr>
              <a:t>GNU</a:t>
            </a:r>
            <a:r>
              <a:rPr lang="pt-BR" sz="2200">
                <a:ea typeface="+mn-lt"/>
                <a:cs typeface="+mn-lt"/>
              </a:rPr>
              <a:t>, que tinha por objetivo criar um  sistema operacional que fosse totalmente livre. </a:t>
            </a:r>
          </a:p>
          <a:p>
            <a:pPr marL="800100" lvl="1" indent="-342900" algn="just">
              <a:lnSpc>
                <a:spcPct val="90000"/>
              </a:lnSpc>
              <a:spcBef>
                <a:spcPts val="375"/>
              </a:spcBef>
              <a:spcAft>
                <a:spcPts val="1000"/>
              </a:spcAft>
              <a:buFont typeface="Arial"/>
              <a:buChar char="•"/>
            </a:pPr>
            <a:r>
              <a:rPr lang="pt-BR" sz="2200">
                <a:ea typeface="+mn-lt"/>
                <a:cs typeface="+mn-lt"/>
              </a:rPr>
              <a:t>No ano seguinte, Stallman fundou a FSF (</a:t>
            </a:r>
            <a:r>
              <a:rPr lang="pt-BR" sz="2200" i="1">
                <a:ea typeface="+mn-lt"/>
                <a:cs typeface="+mn-lt"/>
              </a:rPr>
              <a:t>Free Software Foundation</a:t>
            </a:r>
            <a:r>
              <a:rPr lang="pt-BR" sz="2200">
                <a:ea typeface="+mn-lt"/>
                <a:cs typeface="+mn-lt"/>
              </a:rPr>
              <a:t>), com o propósito de eliminar restrições de uso, cópia e distribuição de software.</a:t>
            </a:r>
          </a:p>
          <a:p>
            <a:pPr marL="800100" lvl="1" indent="-342900" algn="just">
              <a:lnSpc>
                <a:spcPct val="90000"/>
              </a:lnSpc>
              <a:spcBef>
                <a:spcPts val="375"/>
              </a:spcBef>
              <a:spcAft>
                <a:spcPts val="1000"/>
              </a:spcAft>
              <a:buFont typeface="Arial"/>
              <a:buChar char="•"/>
            </a:pPr>
            <a:r>
              <a:rPr lang="pt-BR" sz="2200">
                <a:ea typeface="+mn-lt"/>
                <a:cs typeface="+mn-lt"/>
              </a:rPr>
              <a:t>Ao mesmo tempo, o finlandês </a:t>
            </a:r>
            <a:r>
              <a:rPr lang="pt-BR" sz="2200" b="1">
                <a:ea typeface="+mn-lt"/>
                <a:cs typeface="+mn-lt"/>
              </a:rPr>
              <a:t>Linus Torvalds</a:t>
            </a:r>
            <a:r>
              <a:rPr lang="pt-BR" sz="2200">
                <a:ea typeface="+mn-lt"/>
                <a:cs typeface="+mn-lt"/>
              </a:rPr>
              <a:t> havia criado um </a:t>
            </a:r>
            <a:r>
              <a:rPr lang="pt-BR" sz="2200" i="1">
                <a:ea typeface="+mn-lt"/>
                <a:cs typeface="+mn-lt"/>
              </a:rPr>
              <a:t>kernel</a:t>
            </a:r>
            <a:r>
              <a:rPr lang="pt-BR" sz="2200">
                <a:ea typeface="+mn-lt"/>
                <a:cs typeface="+mn-lt"/>
              </a:rPr>
              <a:t> compatível com as aplicações do projeto GNU. A esse </a:t>
            </a:r>
            <a:r>
              <a:rPr lang="pt-BR" sz="2200" i="1">
                <a:ea typeface="+mn-lt"/>
                <a:cs typeface="+mn-lt"/>
              </a:rPr>
              <a:t>kernel</a:t>
            </a:r>
            <a:r>
              <a:rPr lang="pt-BR" sz="2200">
                <a:ea typeface="+mn-lt"/>
                <a:cs typeface="+mn-lt"/>
              </a:rPr>
              <a:t> foi dado o nome de </a:t>
            </a:r>
            <a:r>
              <a:rPr lang="pt-BR" sz="2200" b="1">
                <a:ea typeface="+mn-lt"/>
                <a:cs typeface="+mn-lt"/>
              </a:rPr>
              <a:t>Linux</a:t>
            </a:r>
            <a:r>
              <a:rPr lang="pt-BR" sz="2200">
                <a:ea typeface="+mn-lt"/>
                <a:cs typeface="+mn-lt"/>
              </a:rPr>
              <a:t>.</a:t>
            </a:r>
          </a:p>
          <a:p>
            <a:pPr marL="800100" lvl="1" indent="-342900" algn="just">
              <a:lnSpc>
                <a:spcPct val="90000"/>
              </a:lnSpc>
              <a:spcBef>
                <a:spcPts val="375"/>
              </a:spcBef>
              <a:spcAft>
                <a:spcPts val="1000"/>
              </a:spcAft>
              <a:buFont typeface="Arial"/>
              <a:buChar char="•"/>
            </a:pPr>
            <a:r>
              <a:rPr lang="pt-BR" sz="2200">
                <a:ea typeface="+mn-lt"/>
                <a:cs typeface="+mn-lt"/>
              </a:rPr>
              <a:t>Atualmente, Linux tornou-se um termo genérico para se referir a sistemas operacionais “</a:t>
            </a:r>
            <a:r>
              <a:rPr lang="pt-BR" sz="2200" i="1">
                <a:ea typeface="+mn-lt"/>
                <a:cs typeface="+mn-lt"/>
              </a:rPr>
              <a:t>Unix-like</a:t>
            </a:r>
            <a:r>
              <a:rPr lang="pt-BR" sz="2200">
                <a:ea typeface="+mn-lt"/>
                <a:cs typeface="+mn-lt"/>
              </a:rPr>
              <a:t>” baseados no kernel Linux. </a:t>
            </a:r>
            <a:endParaRPr lang="pt-BR"/>
          </a:p>
        </p:txBody>
      </p:sp>
      <p:pic>
        <p:nvPicPr>
          <p:cNvPr id="2" name="Imagem 6">
            <a:extLst>
              <a:ext uri="{FF2B5EF4-FFF2-40B4-BE49-F238E27FC236}">
                <a16:creationId xmlns:a16="http://schemas.microsoft.com/office/drawing/2014/main" id="{8085D4D5-7C92-4BF0-A490-C468AEBD35F0}"/>
              </a:ext>
            </a:extLst>
          </p:cNvPr>
          <p:cNvPicPr>
            <a:picLocks noChangeAspect="1"/>
          </p:cNvPicPr>
          <p:nvPr/>
        </p:nvPicPr>
        <p:blipFill>
          <a:blip r:embed="rId3"/>
          <a:stretch>
            <a:fillRect/>
          </a:stretch>
        </p:blipFill>
        <p:spPr>
          <a:xfrm>
            <a:off x="10044023" y="5039702"/>
            <a:ext cx="1377351" cy="1666897"/>
          </a:xfrm>
          <a:prstGeom prst="rect">
            <a:avLst/>
          </a:prstGeom>
        </p:spPr>
      </p:pic>
    </p:spTree>
    <p:extLst>
      <p:ext uri="{BB962C8B-B14F-4D97-AF65-F5344CB8AC3E}">
        <p14:creationId xmlns:p14="http://schemas.microsoft.com/office/powerpoint/2010/main" val="3626869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Software Livre</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719533"/>
            <a:ext cx="11700294" cy="8812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Software Livre e Licença GPL</a:t>
            </a:r>
            <a:endParaRPr lang="pt-BR" b="1"/>
          </a:p>
          <a:p>
            <a:pPr marL="800100" lvl="1" indent="-342900" algn="just">
              <a:lnSpc>
                <a:spcPct val="90000"/>
              </a:lnSpc>
              <a:spcBef>
                <a:spcPts val="375"/>
              </a:spcBef>
              <a:spcAft>
                <a:spcPts val="1000"/>
              </a:spcAft>
              <a:buFont typeface="Arial"/>
              <a:buChar char="•"/>
            </a:pPr>
            <a:r>
              <a:rPr lang="pt-BR" sz="2200">
                <a:ea typeface="+mn-lt"/>
                <a:cs typeface="+mn-lt"/>
              </a:rPr>
              <a:t>A definição de Software Livre, dada pela FSF é: </a:t>
            </a:r>
            <a:endParaRPr lang="pt-BR"/>
          </a:p>
        </p:txBody>
      </p:sp>
      <p:sp>
        <p:nvSpPr>
          <p:cNvPr id="8" name="CaixaDeTexto 7">
            <a:extLst>
              <a:ext uri="{FF2B5EF4-FFF2-40B4-BE49-F238E27FC236}">
                <a16:creationId xmlns:a16="http://schemas.microsoft.com/office/drawing/2014/main" id="{26E40748-60F3-4504-9D41-47012390869B}"/>
              </a:ext>
            </a:extLst>
          </p:cNvPr>
          <p:cNvSpPr txBox="1"/>
          <p:nvPr/>
        </p:nvSpPr>
        <p:spPr>
          <a:xfrm>
            <a:off x="569344" y="2984740"/>
            <a:ext cx="11053312" cy="215956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000"/>
              </a:spcAft>
            </a:pPr>
            <a:r>
              <a:rPr lang="pt-BR" sz="2100" dirty="0"/>
              <a:t>Um software é considerado livre se atende às seguintes liberdades: </a:t>
            </a:r>
            <a:endParaRPr lang="pt-BR" sz="2100" dirty="0">
              <a:cs typeface="Calibri"/>
            </a:endParaRPr>
          </a:p>
          <a:p>
            <a:pPr lvl="1"/>
            <a:r>
              <a:rPr lang="pt-BR" sz="2100" dirty="0"/>
              <a:t> Executar o software com qualquer propósito (liberdade nº 0). </a:t>
            </a:r>
            <a:endParaRPr lang="pt-BR" sz="2100" dirty="0">
              <a:cs typeface="Calibri"/>
            </a:endParaRPr>
          </a:p>
          <a:p>
            <a:pPr lvl="1"/>
            <a:r>
              <a:rPr lang="pt-BR" sz="2100" dirty="0"/>
              <a:t> Estudar o funcionamento do software e adaptá-lo às suas necessidades (liberdade nº 1). </a:t>
            </a:r>
            <a:endParaRPr lang="pt-BR" sz="2100" dirty="0">
              <a:cs typeface="Calibri"/>
            </a:endParaRPr>
          </a:p>
          <a:p>
            <a:pPr lvl="1"/>
            <a:r>
              <a:rPr lang="pt-BR" sz="2100" dirty="0"/>
              <a:t> Redistribuir (inclusive vender) cópias do software (liberdade nº 2). </a:t>
            </a:r>
            <a:endParaRPr lang="pt-BR" sz="2100" dirty="0">
              <a:cs typeface="Calibri"/>
            </a:endParaRPr>
          </a:p>
          <a:p>
            <a:pPr lvl="1"/>
            <a:r>
              <a:rPr lang="pt-BR" sz="2100" dirty="0"/>
              <a:t> Melhorar o programa e tornar as modificações públicas para que a comunidade inteira se beneficie da melhoria (liberdade nº 3).</a:t>
            </a:r>
            <a:endParaRPr lang="pt-BR" sz="2100" dirty="0">
              <a:cs typeface="Calibri"/>
            </a:endParaRPr>
          </a:p>
        </p:txBody>
      </p:sp>
      <p:pic>
        <p:nvPicPr>
          <p:cNvPr id="10" name="Imagem 10" descr="Uma imagem contendo Logotipo&#10;&#10;Descrição gerada automaticamente">
            <a:extLst>
              <a:ext uri="{FF2B5EF4-FFF2-40B4-BE49-F238E27FC236}">
                <a16:creationId xmlns:a16="http://schemas.microsoft.com/office/drawing/2014/main" id="{71564F11-70DA-4536-A166-3EB79FC84E12}"/>
              </a:ext>
            </a:extLst>
          </p:cNvPr>
          <p:cNvPicPr>
            <a:picLocks noChangeAspect="1"/>
          </p:cNvPicPr>
          <p:nvPr/>
        </p:nvPicPr>
        <p:blipFill>
          <a:blip r:embed="rId3"/>
          <a:stretch>
            <a:fillRect/>
          </a:stretch>
        </p:blipFill>
        <p:spPr>
          <a:xfrm>
            <a:off x="9713343" y="4834336"/>
            <a:ext cx="1909314" cy="1861969"/>
          </a:xfrm>
          <a:prstGeom prst="rect">
            <a:avLst/>
          </a:prstGeom>
        </p:spPr>
      </p:pic>
    </p:spTree>
    <p:extLst>
      <p:ext uri="{BB962C8B-B14F-4D97-AF65-F5344CB8AC3E}">
        <p14:creationId xmlns:p14="http://schemas.microsoft.com/office/powerpoint/2010/main" val="30911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Software Livre</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877684"/>
            <a:ext cx="11700294" cy="2279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Software Livre e Licença GPL</a:t>
            </a:r>
            <a:endParaRPr lang="pt-BR" b="1"/>
          </a:p>
          <a:p>
            <a:pPr marL="800100" lvl="1" indent="-342900" algn="just">
              <a:lnSpc>
                <a:spcPct val="90000"/>
              </a:lnSpc>
              <a:spcBef>
                <a:spcPts val="375"/>
              </a:spcBef>
              <a:spcAft>
                <a:spcPts val="1000"/>
              </a:spcAft>
              <a:buFont typeface="Arial"/>
              <a:buChar char="•"/>
            </a:pPr>
            <a:r>
              <a:rPr lang="pt-BR" sz="2200">
                <a:ea typeface="+mn-lt"/>
                <a:cs typeface="+mn-lt"/>
              </a:rPr>
              <a:t>Grande parte dos projetos de software livre (incluindo o GNU/Linux) é distribuída sob a GPL (</a:t>
            </a:r>
            <a:r>
              <a:rPr lang="pt-BR" sz="2200" i="1">
                <a:ea typeface="+mn-lt"/>
                <a:cs typeface="+mn-lt"/>
              </a:rPr>
              <a:t>General Public License</a:t>
            </a:r>
            <a:r>
              <a:rPr lang="pt-BR" sz="2200">
                <a:ea typeface="+mn-lt"/>
                <a:cs typeface="+mn-lt"/>
              </a:rPr>
              <a:t>), que é a licença idealizada por Stallman.</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a:t>
            </a:r>
            <a:r>
              <a:rPr lang="pt-BR" sz="2200" b="1">
                <a:ea typeface="+mn-lt"/>
                <a:cs typeface="+mn-lt"/>
              </a:rPr>
              <a:t>GPL </a:t>
            </a:r>
            <a:r>
              <a:rPr lang="pt-BR" sz="2200">
                <a:ea typeface="+mn-lt"/>
                <a:cs typeface="+mn-lt"/>
              </a:rPr>
              <a:t>permite que os programas sejam distribuídos e reaproveitados, mantendo, porém, os direitos do autor por forma a não permitir que essa informação seja usada de uma maneira que limite as liberdades originais.</a:t>
            </a:r>
            <a:endParaRPr lang="pt-BR" sz="2200" dirty="0">
              <a:cs typeface="Calibri"/>
            </a:endParaRPr>
          </a:p>
        </p:txBody>
      </p:sp>
      <p:pic>
        <p:nvPicPr>
          <p:cNvPr id="2" name="Imagem 6">
            <a:extLst>
              <a:ext uri="{FF2B5EF4-FFF2-40B4-BE49-F238E27FC236}">
                <a16:creationId xmlns:a16="http://schemas.microsoft.com/office/drawing/2014/main" id="{8085D4D5-7C92-4BF0-A490-C468AEBD35F0}"/>
              </a:ext>
            </a:extLst>
          </p:cNvPr>
          <p:cNvPicPr>
            <a:picLocks noChangeAspect="1"/>
          </p:cNvPicPr>
          <p:nvPr/>
        </p:nvPicPr>
        <p:blipFill>
          <a:blip r:embed="rId3"/>
          <a:stretch>
            <a:fillRect/>
          </a:stretch>
        </p:blipFill>
        <p:spPr>
          <a:xfrm>
            <a:off x="10044023" y="5039702"/>
            <a:ext cx="1377351" cy="1666897"/>
          </a:xfrm>
          <a:prstGeom prst="rect">
            <a:avLst/>
          </a:prstGeom>
        </p:spPr>
      </p:pic>
    </p:spTree>
    <p:extLst>
      <p:ext uri="{BB962C8B-B14F-4D97-AF65-F5344CB8AC3E}">
        <p14:creationId xmlns:p14="http://schemas.microsoft.com/office/powerpoint/2010/main" val="2885587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Distribuições</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302590"/>
            <a:ext cx="11700294" cy="49254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Distribuições Linux</a:t>
            </a:r>
            <a:endParaRPr lang="pt-BR" b="1"/>
          </a:p>
          <a:p>
            <a:pPr marL="800100" lvl="1" indent="-342900" algn="just">
              <a:lnSpc>
                <a:spcPct val="90000"/>
              </a:lnSpc>
              <a:spcBef>
                <a:spcPts val="375"/>
              </a:spcBef>
              <a:spcAft>
                <a:spcPts val="1000"/>
              </a:spcAft>
              <a:buFont typeface="Arial"/>
              <a:buChar char="•"/>
            </a:pPr>
            <a:r>
              <a:rPr lang="pt-BR" sz="2200">
                <a:ea typeface="+mn-lt"/>
                <a:cs typeface="+mn-lt"/>
              </a:rPr>
              <a:t>Distribuições Linux (também chamadas Distribuições GNU/Linux ou simplesmente distros) consistem em “pacotes” de software baseados no kernel Linux que incluem determinados tipos de software para satisfazer as necessidades de um grupo específico de usuários, dando assim origem a versões domésticas, empresariais e para servidores.</a:t>
            </a:r>
          </a:p>
          <a:p>
            <a:pPr marL="800100" lvl="1" indent="-342900" algn="just">
              <a:lnSpc>
                <a:spcPct val="90000"/>
              </a:lnSpc>
              <a:spcBef>
                <a:spcPts val="375"/>
              </a:spcBef>
              <a:spcAft>
                <a:spcPts val="1000"/>
              </a:spcAft>
              <a:buFont typeface="Arial"/>
              <a:buChar char="•"/>
            </a:pPr>
            <a:r>
              <a:rPr lang="pt-BR" sz="2200">
                <a:ea typeface="+mn-lt"/>
                <a:cs typeface="+mn-lt"/>
              </a:rPr>
              <a:t>Exemplos de Distribuiçõees Linux: </a:t>
            </a:r>
            <a:endParaRPr lang="pt-BR" sz="2200" dirty="0">
              <a:ea typeface="+mn-lt"/>
              <a:cs typeface="+mn-lt"/>
            </a:endParaRPr>
          </a:p>
          <a:p>
            <a:pPr marL="1257300" lvl="2" indent="-342900" algn="just">
              <a:lnSpc>
                <a:spcPct val="90000"/>
              </a:lnSpc>
              <a:spcAft>
                <a:spcPts val="500"/>
              </a:spcAft>
              <a:buFont typeface="Arial"/>
              <a:buChar char="•"/>
            </a:pPr>
            <a:r>
              <a:rPr lang="pt-BR" sz="2200">
                <a:ea typeface="+mn-lt"/>
                <a:cs typeface="+mn-lt"/>
              </a:rPr>
              <a:t>Ubuntu</a:t>
            </a:r>
          </a:p>
          <a:p>
            <a:pPr marL="1257300" lvl="2" indent="-342900" algn="just">
              <a:lnSpc>
                <a:spcPct val="90000"/>
              </a:lnSpc>
              <a:spcAft>
                <a:spcPts val="500"/>
              </a:spcAft>
              <a:buFont typeface="Arial"/>
              <a:buChar char="•"/>
            </a:pPr>
            <a:r>
              <a:rPr lang="pt-BR" sz="2200">
                <a:ea typeface="+mn-lt"/>
                <a:cs typeface="+mn-lt"/>
              </a:rPr>
              <a:t>Debian</a:t>
            </a:r>
          </a:p>
          <a:p>
            <a:pPr marL="1257300" lvl="2" indent="-342900" algn="just">
              <a:lnSpc>
                <a:spcPct val="90000"/>
              </a:lnSpc>
              <a:spcAft>
                <a:spcPts val="500"/>
              </a:spcAft>
              <a:buFont typeface="Arial"/>
              <a:buChar char="•"/>
            </a:pPr>
            <a:r>
              <a:rPr lang="pt-BR" sz="2200">
                <a:ea typeface="+mn-lt"/>
                <a:cs typeface="+mn-lt"/>
              </a:rPr>
              <a:t>Slackware</a:t>
            </a:r>
          </a:p>
          <a:p>
            <a:pPr marL="1257300" lvl="2" indent="-342900" algn="just">
              <a:lnSpc>
                <a:spcPct val="90000"/>
              </a:lnSpc>
              <a:spcAft>
                <a:spcPts val="500"/>
              </a:spcAft>
              <a:buFont typeface="Arial"/>
              <a:buChar char="•"/>
            </a:pPr>
            <a:r>
              <a:rPr lang="pt-BR" sz="2200">
                <a:ea typeface="+mn-lt"/>
                <a:cs typeface="+mn-lt"/>
              </a:rPr>
              <a:t>Fedora</a:t>
            </a:r>
          </a:p>
          <a:p>
            <a:pPr marL="1257300" lvl="2" indent="-342900" algn="just">
              <a:lnSpc>
                <a:spcPct val="90000"/>
              </a:lnSpc>
              <a:spcAft>
                <a:spcPts val="500"/>
              </a:spcAft>
              <a:buFont typeface="Arial"/>
              <a:buChar char="•"/>
            </a:pPr>
            <a:r>
              <a:rPr lang="pt-BR" sz="2200">
                <a:ea typeface="+mn-lt"/>
                <a:cs typeface="+mn-lt"/>
              </a:rPr>
              <a:t>Red Hat</a:t>
            </a:r>
          </a:p>
          <a:p>
            <a:pPr marL="1257300" lvl="2" indent="-342900" algn="just">
              <a:lnSpc>
                <a:spcPct val="90000"/>
              </a:lnSpc>
              <a:spcAft>
                <a:spcPts val="500"/>
              </a:spcAft>
              <a:buFont typeface="Arial"/>
              <a:buChar char="•"/>
            </a:pPr>
            <a:r>
              <a:rPr lang="pt-BR" sz="2200">
                <a:ea typeface="+mn-lt"/>
                <a:cs typeface="+mn-lt"/>
              </a:rPr>
              <a:t>Mandriva</a:t>
            </a:r>
          </a:p>
          <a:p>
            <a:pPr marL="1257300" lvl="2" indent="-342900" algn="just">
              <a:lnSpc>
                <a:spcPct val="90000"/>
              </a:lnSpc>
              <a:spcAft>
                <a:spcPts val="500"/>
              </a:spcAft>
              <a:buFont typeface="Arial"/>
              <a:buChar char="•"/>
            </a:pPr>
            <a:r>
              <a:rPr lang="pt-BR" sz="2200">
                <a:ea typeface="+mn-lt"/>
                <a:cs typeface="+mn-lt"/>
              </a:rPr>
              <a:t>openSUSE</a:t>
            </a:r>
            <a:endParaRPr lang="pt-BR" sz="2200">
              <a:cs typeface="Calibri"/>
            </a:endParaRPr>
          </a:p>
        </p:txBody>
      </p:sp>
      <p:pic>
        <p:nvPicPr>
          <p:cNvPr id="7" name="Imagem 7" descr="Logotipo, nome da empresa&#10;&#10;Descrição gerada automaticamente">
            <a:extLst>
              <a:ext uri="{FF2B5EF4-FFF2-40B4-BE49-F238E27FC236}">
                <a16:creationId xmlns:a16="http://schemas.microsoft.com/office/drawing/2014/main" id="{2B580F03-BC47-4412-A1DE-18E9D2141CAA}"/>
              </a:ext>
            </a:extLst>
          </p:cNvPr>
          <p:cNvPicPr>
            <a:picLocks noChangeAspect="1"/>
          </p:cNvPicPr>
          <p:nvPr/>
        </p:nvPicPr>
        <p:blipFill>
          <a:blip r:embed="rId3"/>
          <a:stretch>
            <a:fillRect/>
          </a:stretch>
        </p:blipFill>
        <p:spPr>
          <a:xfrm>
            <a:off x="9109494" y="4219176"/>
            <a:ext cx="2110597" cy="2129008"/>
          </a:xfrm>
          <a:prstGeom prst="rect">
            <a:avLst/>
          </a:prstGeom>
        </p:spPr>
      </p:pic>
    </p:spTree>
    <p:extLst>
      <p:ext uri="{BB962C8B-B14F-4D97-AF65-F5344CB8AC3E}">
        <p14:creationId xmlns:p14="http://schemas.microsoft.com/office/powerpoint/2010/main" val="2010252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Distribuições</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662024"/>
            <a:ext cx="11700294" cy="3552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Debian</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distro Debian é desenvolvida pelo Projeto Debian, um grupo de voluntários mantido por doações através da organização sem fins lucrativos </a:t>
            </a:r>
            <a:r>
              <a:rPr lang="pt-BR" sz="2200" i="1">
                <a:ea typeface="+mn-lt"/>
                <a:cs typeface="+mn-lt"/>
              </a:rPr>
              <a:t>Software in the Public Interest</a:t>
            </a:r>
            <a:r>
              <a:rPr lang="pt-BR" sz="2200">
                <a:ea typeface="+mn-lt"/>
                <a:cs typeface="+mn-lt"/>
              </a:rPr>
              <a:t> (SPI).</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Debian baseia-se fortemente no projeto GNU e tem como principais características um alto compromisso com </a:t>
            </a:r>
            <a:r>
              <a:rPr lang="pt-BR" sz="2200" u="sng">
                <a:ea typeface="+mn-lt"/>
                <a:cs typeface="+mn-lt"/>
              </a:rPr>
              <a:t>estabilidade</a:t>
            </a:r>
            <a:r>
              <a:rPr lang="pt-BR" sz="2200">
                <a:ea typeface="+mn-lt"/>
                <a:cs typeface="+mn-lt"/>
              </a:rPr>
              <a:t> e </a:t>
            </a:r>
            <a:r>
              <a:rPr lang="pt-BR" sz="2200" u="sng">
                <a:ea typeface="+mn-lt"/>
                <a:cs typeface="+mn-lt"/>
              </a:rPr>
              <a:t>segurança</a:t>
            </a:r>
            <a:r>
              <a:rPr lang="pt-BR" sz="2200">
                <a:ea typeface="+mn-lt"/>
                <a:cs typeface="+mn-lt"/>
              </a:rPr>
              <a:t> bem como uma grande </a:t>
            </a:r>
            <a:r>
              <a:rPr lang="pt-BR" sz="2200" u="sng">
                <a:ea typeface="+mn-lt"/>
                <a:cs typeface="+mn-lt"/>
              </a:rPr>
              <a:t>facilidade</a:t>
            </a:r>
            <a:r>
              <a:rPr lang="pt-BR" sz="2200">
                <a:ea typeface="+mn-lt"/>
                <a:cs typeface="+mn-lt"/>
              </a:rPr>
              <a:t> no que concerne à </a:t>
            </a:r>
            <a:r>
              <a:rPr lang="pt-BR" sz="2200" u="sng">
                <a:ea typeface="+mn-lt"/>
                <a:cs typeface="+mn-lt"/>
              </a:rPr>
              <a:t>instalação</a:t>
            </a:r>
            <a:r>
              <a:rPr lang="pt-BR" sz="2200" dirty="0">
                <a:ea typeface="+mn-lt"/>
                <a:cs typeface="+mn-lt"/>
              </a:rPr>
              <a:t> </a:t>
            </a:r>
            <a:r>
              <a:rPr lang="pt-BR" sz="2200" u="sng">
                <a:ea typeface="+mn-lt"/>
                <a:cs typeface="+mn-lt"/>
              </a:rPr>
              <a:t>de</a:t>
            </a:r>
            <a:r>
              <a:rPr lang="pt-BR" sz="2200" dirty="0">
                <a:ea typeface="+mn-lt"/>
                <a:cs typeface="+mn-lt"/>
              </a:rPr>
              <a:t> </a:t>
            </a:r>
            <a:r>
              <a:rPr lang="pt-BR" sz="2200" u="sng">
                <a:ea typeface="+mn-lt"/>
                <a:cs typeface="+mn-lt"/>
              </a:rPr>
              <a:t>programas</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Utiliza um gerenciador de pacotes completo (dpkg) e sua interface (apt), também utilizados amplamente em outras distribuições.</a:t>
            </a:r>
            <a:r>
              <a:rPr lang="pt-BR" sz="2200" dirty="0">
                <a:ea typeface="+mn-lt"/>
                <a:cs typeface="+mn-lt"/>
              </a:rPr>
              <a:t> </a:t>
            </a:r>
            <a:endParaRPr lang="pt-BR" dirty="0">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última versão estável desta distro é a 10.6.</a:t>
            </a:r>
            <a:endParaRPr lang="pt-BR">
              <a:ea typeface="+mn-lt"/>
              <a:cs typeface="+mn-lt"/>
            </a:endParaRPr>
          </a:p>
        </p:txBody>
      </p:sp>
      <p:pic>
        <p:nvPicPr>
          <p:cNvPr id="2" name="Imagem 7" descr="Ícone&#10;&#10;Descrição gerada automaticamente">
            <a:extLst>
              <a:ext uri="{FF2B5EF4-FFF2-40B4-BE49-F238E27FC236}">
                <a16:creationId xmlns:a16="http://schemas.microsoft.com/office/drawing/2014/main" id="{3FC5112C-8652-4D48-803D-D567812C8CC7}"/>
              </a:ext>
            </a:extLst>
          </p:cNvPr>
          <p:cNvPicPr>
            <a:picLocks noChangeAspect="1"/>
          </p:cNvPicPr>
          <p:nvPr/>
        </p:nvPicPr>
        <p:blipFill>
          <a:blip r:embed="rId3"/>
          <a:stretch>
            <a:fillRect/>
          </a:stretch>
        </p:blipFill>
        <p:spPr>
          <a:xfrm>
            <a:off x="9607670" y="4726557"/>
            <a:ext cx="1948132" cy="1948132"/>
          </a:xfrm>
          <a:prstGeom prst="rect">
            <a:avLst/>
          </a:prstGeom>
        </p:spPr>
      </p:pic>
    </p:spTree>
    <p:extLst>
      <p:ext uri="{BB962C8B-B14F-4D97-AF65-F5344CB8AC3E}">
        <p14:creationId xmlns:p14="http://schemas.microsoft.com/office/powerpoint/2010/main" val="4142692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Distribuições</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662024"/>
            <a:ext cx="11700294" cy="26386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Red Hat Enterprise Linux</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Red Hat Enterprise Linux é uma distro criada pela empresa norte-americana </a:t>
            </a:r>
            <a:r>
              <a:rPr lang="pt-BR" sz="2200" i="1">
                <a:ea typeface="+mn-lt"/>
                <a:cs typeface="+mn-lt"/>
              </a:rPr>
              <a:t>Red Hat</a:t>
            </a:r>
            <a:r>
              <a:rPr lang="pt-BR" sz="2200">
                <a:ea typeface="+mn-lt"/>
                <a:cs typeface="+mn-lt"/>
              </a:rPr>
              <a:t>. O foco desta distribuição é o mercado corporativo.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Inclui versões para servidores e para desktops.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 Red Hat Enterprise Linux não possui um ciclo de lançamentos fixo.</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versão atual é a 8.</a:t>
            </a:r>
          </a:p>
        </p:txBody>
      </p:sp>
      <p:pic>
        <p:nvPicPr>
          <p:cNvPr id="7" name="Imagem 7" descr="Logotipo&#10;&#10;Descrição gerada automaticamente">
            <a:extLst>
              <a:ext uri="{FF2B5EF4-FFF2-40B4-BE49-F238E27FC236}">
                <a16:creationId xmlns:a16="http://schemas.microsoft.com/office/drawing/2014/main" id="{336C680B-2D44-44C6-AEA4-E6AB776B527D}"/>
              </a:ext>
            </a:extLst>
          </p:cNvPr>
          <p:cNvPicPr>
            <a:picLocks noChangeAspect="1"/>
          </p:cNvPicPr>
          <p:nvPr/>
        </p:nvPicPr>
        <p:blipFill rotWithShape="1">
          <a:blip r:embed="rId3"/>
          <a:srcRect l="28652" t="7840" r="28090" b="3398"/>
          <a:stretch/>
        </p:blipFill>
        <p:spPr>
          <a:xfrm>
            <a:off x="9167003" y="3783489"/>
            <a:ext cx="2212903" cy="2641548"/>
          </a:xfrm>
          <a:prstGeom prst="rect">
            <a:avLst/>
          </a:prstGeom>
        </p:spPr>
      </p:pic>
    </p:spTree>
    <p:extLst>
      <p:ext uri="{BB962C8B-B14F-4D97-AF65-F5344CB8AC3E}">
        <p14:creationId xmlns:p14="http://schemas.microsoft.com/office/powerpoint/2010/main" val="1381901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Distribuições</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820175"/>
            <a:ext cx="11700294" cy="23339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Slackware </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Simplicidade e estabilidade são duas características marcantes desta distribuição. </a:t>
            </a:r>
            <a:endParaRPr lang="pt-BR" dirty="0">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Muito comum em servidores, procura ser uma distribuição “leve”, e rápida,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Apreciada por usuários mais experientes.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Encontra-se atualmente na versão Slackware 14.2.</a:t>
            </a:r>
            <a:endParaRPr lang="pt-BR">
              <a:ea typeface="+mn-lt"/>
              <a:cs typeface="+mn-lt"/>
            </a:endParaRPr>
          </a:p>
        </p:txBody>
      </p:sp>
      <p:pic>
        <p:nvPicPr>
          <p:cNvPr id="9" name="Imagem 9" descr="Uma imagem contendo placa&#10;&#10;Descrição gerada automaticamente">
            <a:extLst>
              <a:ext uri="{FF2B5EF4-FFF2-40B4-BE49-F238E27FC236}">
                <a16:creationId xmlns:a16="http://schemas.microsoft.com/office/drawing/2014/main" id="{ECD26E17-C0A0-497C-9B64-1B0B9E9C1F1C}"/>
              </a:ext>
            </a:extLst>
          </p:cNvPr>
          <p:cNvPicPr>
            <a:picLocks noChangeAspect="1"/>
          </p:cNvPicPr>
          <p:nvPr/>
        </p:nvPicPr>
        <p:blipFill>
          <a:blip r:embed="rId3"/>
          <a:stretch>
            <a:fillRect/>
          </a:stretch>
        </p:blipFill>
        <p:spPr>
          <a:xfrm>
            <a:off x="8887364" y="3986932"/>
            <a:ext cx="2209800" cy="2162175"/>
          </a:xfrm>
          <a:prstGeom prst="rect">
            <a:avLst/>
          </a:prstGeom>
        </p:spPr>
      </p:pic>
    </p:spTree>
    <p:extLst>
      <p:ext uri="{BB962C8B-B14F-4D97-AF65-F5344CB8AC3E}">
        <p14:creationId xmlns:p14="http://schemas.microsoft.com/office/powerpoint/2010/main" val="3184409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8" descr="Logotipo, nome da empresa&#10;&#10;Descrição gerada automaticamente">
            <a:extLst>
              <a:ext uri="{FF2B5EF4-FFF2-40B4-BE49-F238E27FC236}">
                <a16:creationId xmlns:a16="http://schemas.microsoft.com/office/drawing/2014/main" id="{3F9A348E-03B5-44B0-9BC1-ECDC7B62B5EC}"/>
              </a:ext>
            </a:extLst>
          </p:cNvPr>
          <p:cNvPicPr>
            <a:picLocks noChangeAspect="1"/>
          </p:cNvPicPr>
          <p:nvPr/>
        </p:nvPicPr>
        <p:blipFill rotWithShape="1">
          <a:blip r:embed="rId2"/>
          <a:srcRect l="34114" t="23669" r="32776" b="26036"/>
          <a:stretch/>
        </p:blipFill>
        <p:spPr>
          <a:xfrm>
            <a:off x="9454552" y="4670305"/>
            <a:ext cx="2313805" cy="1979196"/>
          </a:xfrm>
          <a:prstGeom prst="rect">
            <a:avLst/>
          </a:prstGeom>
        </p:spPr>
      </p:pic>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3"/>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Distribuições</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633269"/>
            <a:ext cx="11700294" cy="36071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Ubuntu </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Ubuntu é uma distro GNU/Linux baseada na distro Debian e patrocinada pela Canonical.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proposta do Ubuntu é oferecer um S.O. que qualquer pessoa possa utilizar sem dificuldades, independentemente de nacionalidade, nível de conhecimento ou limitações físicas.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palavra Ubuntu é de origem africana e significa “humanidade para os outros”.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Oferece um ambiente atualizado e estável, focado na usabilidade e facilidade de instalação.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A cada seis meses, uma nova versão da distro é lançada, a versão atual é Ubuntu 20.4. </a:t>
            </a:r>
            <a:endParaRPr lang="pt-BR">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Os números 20 e 4 correspondem ao ano e o mês do lançamento da versão.</a:t>
            </a:r>
            <a:endParaRPr lang="pt-BR">
              <a:ea typeface="+mn-lt"/>
              <a:cs typeface="+mn-lt"/>
            </a:endParaRPr>
          </a:p>
        </p:txBody>
      </p:sp>
    </p:spTree>
    <p:extLst>
      <p:ext uri="{BB962C8B-B14F-4D97-AF65-F5344CB8AC3E}">
        <p14:creationId xmlns:p14="http://schemas.microsoft.com/office/powerpoint/2010/main" val="4135288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Ambientes Gráficos</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388854"/>
            <a:ext cx="11700294" cy="51850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Ambientes Gráficos </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 controle da aparência é feito por um programa, chamado gerenciador de janelas (</a:t>
            </a:r>
            <a:r>
              <a:rPr lang="pt-BR" sz="2200" i="1">
                <a:ea typeface="+mn-lt"/>
                <a:cs typeface="+mn-lt"/>
              </a:rPr>
              <a:t>window manager</a:t>
            </a:r>
            <a:r>
              <a:rPr lang="pt-BR" sz="2200">
                <a:ea typeface="+mn-lt"/>
                <a:cs typeface="+mn-lt"/>
              </a:rPr>
              <a:t>). </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Exemplos de gerenciadores de janelas são:</a:t>
            </a:r>
            <a:endParaRPr lang="pt-BR" b="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FVWM - </a:t>
            </a:r>
            <a:r>
              <a:rPr lang="pt-BR" sz="2200" i="1">
                <a:ea typeface="+mn-lt"/>
                <a:cs typeface="+mn-lt"/>
              </a:rPr>
              <a:t>F Virtual Window Manager</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FluxBox</a:t>
            </a:r>
            <a:endParaRPr lang="pt-BR" b="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Xfce</a:t>
            </a:r>
            <a:endParaRPr lang="pt-BR" b="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GNOME</a:t>
            </a:r>
            <a:endParaRPr lang="pt-BR" b="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KDE </a:t>
            </a:r>
            <a:endParaRPr lang="pt-BR" b="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Estes dois últimos transcendem o conceito de gerenciador de janelas e são ambientes desktop (desktop environment), ou seja, oferecem uma interface mais completa para o sistema operacional, incluindo utilitários integrados e aplicações.</a:t>
            </a:r>
            <a:endParaRPr lang="pt-BR" b="1">
              <a:ea typeface="+mn-lt"/>
              <a:cs typeface="+mn-lt"/>
            </a:endParaRPr>
          </a:p>
        </p:txBody>
      </p:sp>
    </p:spTree>
    <p:extLst>
      <p:ext uri="{BB962C8B-B14F-4D97-AF65-F5344CB8AC3E}">
        <p14:creationId xmlns:p14="http://schemas.microsoft.com/office/powerpoint/2010/main" val="1984082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cs typeface="Calibri"/>
              </a:rPr>
              <a:t>Diretórios Linux</a:t>
            </a:r>
            <a:endParaRPr lang="pt-BR" sz="2400" i="1" dirty="0">
              <a:cs typeface="Calibri"/>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7" descr="Diagrama&#10;&#10;Descrição gerada automaticamente">
            <a:extLst>
              <a:ext uri="{FF2B5EF4-FFF2-40B4-BE49-F238E27FC236}">
                <a16:creationId xmlns:a16="http://schemas.microsoft.com/office/drawing/2014/main" id="{A3DEABBC-ED0C-479B-AA8A-28B247F4831E}"/>
              </a:ext>
            </a:extLst>
          </p:cNvPr>
          <p:cNvPicPr>
            <a:picLocks noChangeAspect="1"/>
          </p:cNvPicPr>
          <p:nvPr/>
        </p:nvPicPr>
        <p:blipFill>
          <a:blip r:embed="rId3"/>
          <a:stretch>
            <a:fillRect/>
          </a:stretch>
        </p:blipFill>
        <p:spPr>
          <a:xfrm>
            <a:off x="2309004" y="1309991"/>
            <a:ext cx="7588369" cy="5158170"/>
          </a:xfrm>
          <a:prstGeom prst="rect">
            <a:avLst/>
          </a:prstGeom>
        </p:spPr>
      </p:pic>
    </p:spTree>
    <p:extLst>
      <p:ext uri="{BB962C8B-B14F-4D97-AF65-F5344CB8AC3E}">
        <p14:creationId xmlns:p14="http://schemas.microsoft.com/office/powerpoint/2010/main" val="15191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Diretórios Linux</a:t>
            </a:r>
            <a:endParaRPr lang="pt-BR" sz="2400">
              <a:ea typeface="+mn-lt"/>
              <a:cs typeface="+mn-lt"/>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17608"/>
            <a:ext cx="11700294" cy="452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dirty="0">
                <a:ea typeface="+mn-lt"/>
                <a:cs typeface="+mn-lt"/>
              </a:rPr>
              <a:t>Diretórios Linux</a:t>
            </a:r>
          </a:p>
          <a:p>
            <a:pPr marL="800100" lvl="1" indent="-342900" algn="just">
              <a:lnSpc>
                <a:spcPct val="90000"/>
              </a:lnSpc>
              <a:spcBef>
                <a:spcPts val="375"/>
              </a:spcBef>
              <a:spcAft>
                <a:spcPts val="1000"/>
              </a:spcAft>
              <a:buFont typeface="Arial"/>
              <a:buChar char="•"/>
            </a:pPr>
            <a:r>
              <a:rPr lang="pt-BR" sz="2200" dirty="0">
                <a:ea typeface="+mn-lt"/>
                <a:cs typeface="+mn-lt"/>
              </a:rPr>
              <a:t>Pode-se dizer que, no Linux, tudo é arquivo. Se há algo que não seja um arquivo, então este algo é um processo. </a:t>
            </a:r>
            <a:endParaRPr lang="pt-BR" b="1" i="1" dirty="0">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dirty="0">
                <a:ea typeface="+mn-lt"/>
                <a:cs typeface="+mn-lt"/>
              </a:rPr>
              <a:t>No GNU/Linux (como no UNIX), não há diferença entre arquivo e diretório, uma vez que um diretório é apenas um arquivo contendo nomes de outros arquivos. </a:t>
            </a:r>
            <a:endParaRPr lang="pt-BR" b="1" i="1" dirty="0">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dirty="0">
                <a:ea typeface="+mn-lt"/>
                <a:cs typeface="+mn-lt"/>
              </a:rPr>
              <a:t>Dispositivos de entrada e saída, e geralmente, todos os dispositivos, são considerados como arquivos. </a:t>
            </a:r>
            <a:endParaRPr lang="pt-BR" b="1" i="1" dirty="0">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dirty="0">
                <a:ea typeface="+mn-lt"/>
                <a:cs typeface="+mn-lt"/>
              </a:rPr>
              <a:t>Todos estes arquivos estão organizados de acordo com uma hierarquia, isto é, há critérios que preveem os principais diretórios e seu conteúdo. </a:t>
            </a:r>
            <a:endParaRPr lang="pt-BR" b="1" i="1" dirty="0">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dirty="0">
                <a:ea typeface="+mn-lt"/>
                <a:cs typeface="+mn-lt"/>
              </a:rPr>
              <a:t>Estes critérios são definidos por um padrão, o FHS (</a:t>
            </a:r>
            <a:r>
              <a:rPr lang="pt-BR" sz="2200" i="1" dirty="0" err="1">
                <a:ea typeface="+mn-lt"/>
                <a:cs typeface="+mn-lt"/>
              </a:rPr>
              <a:t>Filesystem</a:t>
            </a:r>
            <a:r>
              <a:rPr lang="pt-BR" sz="2200" i="1" dirty="0">
                <a:ea typeface="+mn-lt"/>
                <a:cs typeface="+mn-lt"/>
              </a:rPr>
              <a:t> </a:t>
            </a:r>
            <a:r>
              <a:rPr lang="pt-BR" sz="2200" i="1" dirty="0" err="1">
                <a:ea typeface="+mn-lt"/>
                <a:cs typeface="+mn-lt"/>
              </a:rPr>
              <a:t>Hierarchy</a:t>
            </a:r>
            <a:r>
              <a:rPr lang="pt-BR" sz="2200" i="1" dirty="0">
                <a:ea typeface="+mn-lt"/>
                <a:cs typeface="+mn-lt"/>
              </a:rPr>
              <a:t> Standard</a:t>
            </a:r>
            <a:r>
              <a:rPr lang="pt-BR" sz="2200" dirty="0">
                <a:ea typeface="+mn-lt"/>
                <a:cs typeface="+mn-lt"/>
              </a:rPr>
              <a:t>).</a:t>
            </a:r>
          </a:p>
          <a:p>
            <a:pPr marL="800100" lvl="1" indent="-342900" algn="just">
              <a:lnSpc>
                <a:spcPct val="90000"/>
              </a:lnSpc>
              <a:spcBef>
                <a:spcPts val="375"/>
              </a:spcBef>
              <a:spcAft>
                <a:spcPts val="1000"/>
              </a:spcAft>
              <a:buFont typeface="Arial"/>
              <a:buChar char="•"/>
            </a:pPr>
            <a:r>
              <a:rPr lang="pt-BR" sz="2200" dirty="0">
                <a:ea typeface="+mn-lt"/>
                <a:cs typeface="+mn-lt"/>
              </a:rPr>
              <a:t>A estrutura de diretórios é chamada também de “Arvore de Diretórios”.</a:t>
            </a:r>
            <a:endParaRPr lang="pt-BR" sz="2200" dirty="0">
              <a:latin typeface="Calibri"/>
              <a:ea typeface="+mn-lt"/>
              <a:cs typeface="+mn-lt"/>
            </a:endParaRPr>
          </a:p>
        </p:txBody>
      </p:sp>
      <p:sp>
        <p:nvSpPr>
          <p:cNvPr id="2" name="Estrela: 5 Pontas 1">
            <a:extLst>
              <a:ext uri="{FF2B5EF4-FFF2-40B4-BE49-F238E27FC236}">
                <a16:creationId xmlns:a16="http://schemas.microsoft.com/office/drawing/2014/main" id="{A53F4227-2936-4C34-ABA6-39D54413E9F2}"/>
              </a:ext>
            </a:extLst>
          </p:cNvPr>
          <p:cNvSpPr/>
          <p:nvPr/>
        </p:nvSpPr>
        <p:spPr>
          <a:xfrm>
            <a:off x="11087818" y="5976668"/>
            <a:ext cx="445698" cy="388188"/>
          </a:xfrm>
          <a:prstGeom prst="star5">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546791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Diretórios Linux</a:t>
            </a:r>
            <a:endParaRPr lang="pt-BR" sz="2400">
              <a:ea typeface="+mn-lt"/>
              <a:cs typeface="+mn-lt"/>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561382"/>
            <a:ext cx="11700294" cy="4880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a:ea typeface="+mn-lt"/>
                <a:cs typeface="+mn-lt"/>
              </a:rPr>
              <a:t>Diretório </a:t>
            </a:r>
            <a:r>
              <a:rPr lang="pt-BR" sz="2200" b="1" i="1">
                <a:ea typeface="+mn-lt"/>
                <a:cs typeface="+mn-lt"/>
              </a:rPr>
              <a:t>root</a:t>
            </a:r>
            <a:r>
              <a:rPr lang="pt-BR" sz="2200" i="1">
                <a:ea typeface="+mn-lt"/>
                <a:cs typeface="+mn-lt"/>
              </a:rPr>
              <a:t> - </a:t>
            </a:r>
            <a:r>
              <a:rPr lang="pt-BR" sz="2200" b="1" i="1">
                <a:latin typeface="Courier New"/>
                <a:ea typeface="+mn-lt"/>
                <a:cs typeface="+mn-lt"/>
              </a:rPr>
              <a:t>/</a:t>
            </a:r>
            <a:endParaRPr lang="pt-BR" b="1" i="1">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Este é o diretório principal do sistema. Dentro dele estão todos os diretórios do sistema. O diretório root é representado por uma barra (</a:t>
            </a:r>
            <a:r>
              <a:rPr lang="pt-BR" sz="2200" b="1">
                <a:latin typeface="Courier New"/>
                <a:ea typeface="+mn-lt"/>
                <a:cs typeface="+mn-lt"/>
              </a:rPr>
              <a:t>/</a:t>
            </a:r>
            <a:r>
              <a:rPr lang="pt-BR" sz="2200">
                <a:ea typeface="+mn-lt"/>
                <a:cs typeface="+mn-lt"/>
              </a:rPr>
              <a:t>).</a:t>
            </a: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mn-lt"/>
              </a:rPr>
              <a:t>/bin</a:t>
            </a:r>
            <a:r>
              <a:rPr lang="pt-BR" sz="2200" dirty="0">
                <a:ea typeface="+mn-lt"/>
                <a:cs typeface="+mn-lt"/>
              </a:rPr>
              <a:t> </a:t>
            </a:r>
          </a:p>
          <a:p>
            <a:pPr marL="800100" lvl="1" indent="-342900" algn="just">
              <a:lnSpc>
                <a:spcPct val="90000"/>
              </a:lnSpc>
              <a:spcBef>
                <a:spcPts val="375"/>
              </a:spcBef>
              <a:spcAft>
                <a:spcPts val="1000"/>
              </a:spcAft>
              <a:buFont typeface="Arial,Sans-Serif"/>
              <a:buChar char="•"/>
            </a:pPr>
            <a:r>
              <a:rPr lang="pt-BR" sz="2200">
                <a:ea typeface="+mn-lt"/>
                <a:cs typeface="+mn-lt"/>
              </a:rPr>
              <a:t>Contém comandos e programas essenciais para todos os usuários (alguns desses comandos serão tratados nesta aula).</a:t>
            </a:r>
            <a:endParaRPr lang="pt-BR">
              <a:cs typeface="Calibri"/>
            </a:endParaRP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Courier New"/>
              </a:rPr>
              <a:t>/boot</a:t>
            </a:r>
            <a:r>
              <a:rPr lang="pt-BR" sz="2200" dirty="0">
                <a:ea typeface="+mn-lt"/>
                <a:cs typeface="+mn-lt"/>
              </a:rPr>
              <a:t> </a:t>
            </a:r>
          </a:p>
          <a:p>
            <a:pPr marL="800100" lvl="1" indent="-342900" algn="just">
              <a:lnSpc>
                <a:spcPct val="90000"/>
              </a:lnSpc>
              <a:spcBef>
                <a:spcPts val="375"/>
              </a:spcBef>
              <a:spcAft>
                <a:spcPts val="1000"/>
              </a:spcAft>
              <a:buFont typeface="Arial,Sans-Serif"/>
              <a:buChar char="•"/>
            </a:pPr>
            <a:r>
              <a:rPr lang="pt-BR" sz="2200">
                <a:ea typeface="+mn-lt"/>
                <a:cs typeface="+mn-lt"/>
              </a:rPr>
              <a:t>Contém os arquivos necessários para a inicialização do sistema.</a:t>
            </a:r>
            <a:endParaRPr lang="pt-BR" sz="2200" dirty="0">
              <a:ea typeface="+mn-lt"/>
              <a:cs typeface="+mn-lt"/>
            </a:endParaRPr>
          </a:p>
          <a:p>
            <a:pPr lvl="1" algn="just">
              <a:lnSpc>
                <a:spcPct val="90000"/>
              </a:lnSpc>
              <a:spcBef>
                <a:spcPts val="375"/>
              </a:spcBef>
              <a:spcAft>
                <a:spcPts val="1000"/>
              </a:spcAft>
            </a:pPr>
            <a:endParaRPr lang="pt-BR" sz="2200" dirty="0">
              <a:ea typeface="+mn-lt"/>
              <a:cs typeface="+mn-lt"/>
            </a:endParaRPr>
          </a:p>
        </p:txBody>
      </p:sp>
    </p:spTree>
    <p:extLst>
      <p:ext uri="{BB962C8B-B14F-4D97-AF65-F5344CB8AC3E}">
        <p14:creationId xmlns:p14="http://schemas.microsoft.com/office/powerpoint/2010/main" val="2141734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Diretórios Linux</a:t>
            </a:r>
            <a:endParaRPr lang="pt-BR" sz="2400">
              <a:ea typeface="+mn-lt"/>
              <a:cs typeface="+mn-lt"/>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547005"/>
            <a:ext cx="11700294" cy="4880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a:ea typeface="+mn-lt"/>
                <a:cs typeface="+mn-lt"/>
              </a:rPr>
              <a:t>Diretório </a:t>
            </a:r>
            <a:r>
              <a:rPr lang="pt-BR" sz="2200" b="1" i="1">
                <a:latin typeface="Courier New"/>
                <a:ea typeface="+mn-lt"/>
                <a:cs typeface="+mn-lt"/>
              </a:rPr>
              <a:t>/dev</a:t>
            </a:r>
            <a:endParaRPr lang="pt-BR" b="1" i="1">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Dispositivos (</a:t>
            </a:r>
            <a:r>
              <a:rPr lang="pt-BR" sz="2200" i="1">
                <a:ea typeface="+mn-lt"/>
                <a:cs typeface="+mn-lt"/>
              </a:rPr>
              <a:t>devices</a:t>
            </a:r>
            <a:r>
              <a:rPr lang="pt-BR" sz="2200">
                <a:ea typeface="+mn-lt"/>
                <a:cs typeface="+mn-lt"/>
              </a:rPr>
              <a:t>) o /dev contém referências para todos os dispositivos, os quais são representados como arquivos com propriedades especiais.</a:t>
            </a:r>
            <a:endParaRPr lang="pt-BR">
              <a:ea typeface="+mn-lt"/>
              <a:cs typeface="+mn-lt"/>
            </a:endParaRP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mn-lt"/>
              </a:rPr>
              <a:t>/bin</a:t>
            </a:r>
            <a:r>
              <a:rPr lang="pt-BR" sz="2200" dirty="0">
                <a:ea typeface="+mn-lt"/>
                <a:cs typeface="+mn-lt"/>
              </a:rPr>
              <a:t> </a:t>
            </a:r>
          </a:p>
          <a:p>
            <a:pPr marL="800100" lvl="1" indent="-342900" algn="just">
              <a:lnSpc>
                <a:spcPct val="90000"/>
              </a:lnSpc>
              <a:spcBef>
                <a:spcPts val="375"/>
              </a:spcBef>
              <a:spcAft>
                <a:spcPts val="1000"/>
              </a:spcAft>
              <a:buFont typeface="Arial,Sans-Serif"/>
              <a:buChar char="•"/>
            </a:pPr>
            <a:r>
              <a:rPr lang="pt-BR" sz="2200">
                <a:ea typeface="+mn-lt"/>
                <a:cs typeface="+mn-lt"/>
              </a:rPr>
              <a:t>Contém comandos e programas essenciais para todos os usuários (alguns desses comandos serão tratados nesta aula).</a:t>
            </a:r>
            <a:endParaRPr lang="pt-BR">
              <a:cs typeface="Calibri"/>
            </a:endParaRP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Courier New"/>
              </a:rPr>
              <a:t>/boot</a:t>
            </a:r>
            <a:r>
              <a:rPr lang="pt-BR" sz="2200" dirty="0">
                <a:ea typeface="+mn-lt"/>
                <a:cs typeface="+mn-lt"/>
              </a:rPr>
              <a:t> </a:t>
            </a:r>
          </a:p>
          <a:p>
            <a:pPr marL="800100" lvl="1" indent="-342900" algn="just">
              <a:lnSpc>
                <a:spcPct val="90000"/>
              </a:lnSpc>
              <a:spcBef>
                <a:spcPts val="375"/>
              </a:spcBef>
              <a:spcAft>
                <a:spcPts val="1000"/>
              </a:spcAft>
              <a:buFont typeface="Arial,Sans-Serif"/>
              <a:buChar char="•"/>
            </a:pPr>
            <a:r>
              <a:rPr lang="pt-BR" sz="2200">
                <a:ea typeface="+mn-lt"/>
                <a:cs typeface="+mn-lt"/>
              </a:rPr>
              <a:t>Contém os arquivos necessários para a inicialização do sistema.</a:t>
            </a:r>
            <a:endParaRPr lang="pt-BR" sz="2200" dirty="0">
              <a:ea typeface="+mn-lt"/>
              <a:cs typeface="+mn-lt"/>
            </a:endParaRPr>
          </a:p>
          <a:p>
            <a:pPr lvl="1" algn="just">
              <a:lnSpc>
                <a:spcPct val="90000"/>
              </a:lnSpc>
              <a:spcBef>
                <a:spcPts val="375"/>
              </a:spcBef>
              <a:spcAft>
                <a:spcPts val="1000"/>
              </a:spcAft>
            </a:pPr>
            <a:endParaRPr lang="pt-BR" sz="2200" dirty="0">
              <a:ea typeface="+mn-lt"/>
              <a:cs typeface="+mn-lt"/>
            </a:endParaRPr>
          </a:p>
        </p:txBody>
      </p:sp>
    </p:spTree>
    <p:extLst>
      <p:ext uri="{BB962C8B-B14F-4D97-AF65-F5344CB8AC3E}">
        <p14:creationId xmlns:p14="http://schemas.microsoft.com/office/powerpoint/2010/main" val="262578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Diretórios Linux</a:t>
            </a:r>
            <a:endParaRPr lang="pt-BR" sz="2400">
              <a:ea typeface="+mn-lt"/>
              <a:cs typeface="+mn-lt"/>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604514"/>
            <a:ext cx="11700294" cy="4880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a:ea typeface="+mn-lt"/>
                <a:cs typeface="+mn-lt"/>
              </a:rPr>
              <a:t>Diretório </a:t>
            </a:r>
            <a:r>
              <a:rPr lang="pt-BR" sz="2200" b="1" i="1">
                <a:latin typeface="Courier New"/>
                <a:ea typeface="+mn-lt"/>
                <a:cs typeface="+mn-lt"/>
              </a:rPr>
              <a:t>/etc</a:t>
            </a:r>
            <a:endParaRPr lang="pt-BR" b="1" i="1">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Contém os arquivos de configuração dos programas instalados e do sistema.</a:t>
            </a:r>
            <a:endParaRPr lang="pt-BR">
              <a:ea typeface="+mn-lt"/>
              <a:cs typeface="+mn-lt"/>
            </a:endParaRP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mn-lt"/>
              </a:rPr>
              <a:t>/lib</a:t>
            </a:r>
            <a:endParaRPr lang="pt-BR" sz="2200">
              <a:ea typeface="+mn-lt"/>
              <a:cs typeface="+mn-lt"/>
            </a:endParaRPr>
          </a:p>
          <a:p>
            <a:pPr marL="800100" lvl="1" indent="-342900" algn="just">
              <a:lnSpc>
                <a:spcPct val="90000"/>
              </a:lnSpc>
              <a:spcBef>
                <a:spcPts val="375"/>
              </a:spcBef>
              <a:spcAft>
                <a:spcPts val="1000"/>
              </a:spcAft>
              <a:buFont typeface="Arial,Sans-Serif"/>
              <a:buChar char="•"/>
            </a:pPr>
            <a:r>
              <a:rPr lang="pt-BR" sz="2200">
                <a:ea typeface="+mn-lt"/>
                <a:cs typeface="+mn-lt"/>
              </a:rPr>
              <a:t>Contém bibliotecas (que são subprogramas ou códigos auxiliares utilizados por programas) essenciais para o funcionamento do Linux, e também os módulos do kernel.</a:t>
            </a:r>
            <a:endParaRPr lang="pt-BR">
              <a:cs typeface="Calibri"/>
            </a:endParaRP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Courier New"/>
              </a:rPr>
              <a:t>/media</a:t>
            </a:r>
            <a:r>
              <a:rPr lang="pt-BR" sz="2200" dirty="0">
                <a:ea typeface="+mn-lt"/>
                <a:cs typeface="+mn-lt"/>
              </a:rPr>
              <a:t> </a:t>
            </a:r>
          </a:p>
          <a:p>
            <a:pPr marL="800100" lvl="1" indent="-342900" algn="just">
              <a:lnSpc>
                <a:spcPct val="90000"/>
              </a:lnSpc>
              <a:spcBef>
                <a:spcPts val="375"/>
              </a:spcBef>
              <a:spcAft>
                <a:spcPts val="1000"/>
              </a:spcAft>
              <a:buFont typeface="Arial,Sans-Serif"/>
              <a:buChar char="•"/>
            </a:pPr>
            <a:r>
              <a:rPr lang="pt-BR" sz="2200">
                <a:ea typeface="+mn-lt"/>
                <a:cs typeface="+mn-lt"/>
              </a:rPr>
              <a:t>Este diretório contém subdiretórios que são usados como pontos de montagem para mídias removíveis, como disquetes, cdroms, pen drives etc.</a:t>
            </a:r>
          </a:p>
          <a:p>
            <a:pPr lvl="1" algn="just">
              <a:lnSpc>
                <a:spcPct val="90000"/>
              </a:lnSpc>
              <a:spcBef>
                <a:spcPts val="375"/>
              </a:spcBef>
              <a:spcAft>
                <a:spcPts val="1000"/>
              </a:spcAft>
            </a:pPr>
            <a:endParaRPr lang="pt-BR" sz="2200" dirty="0">
              <a:ea typeface="+mn-lt"/>
              <a:cs typeface="+mn-lt"/>
            </a:endParaRPr>
          </a:p>
        </p:txBody>
      </p:sp>
    </p:spTree>
    <p:extLst>
      <p:ext uri="{BB962C8B-B14F-4D97-AF65-F5344CB8AC3E}">
        <p14:creationId xmlns:p14="http://schemas.microsoft.com/office/powerpoint/2010/main" val="4013883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Diretórios Linux</a:t>
            </a:r>
            <a:endParaRPr lang="pt-BR" sz="2400">
              <a:ea typeface="+mn-lt"/>
              <a:cs typeface="+mn-lt"/>
            </a:endParaRP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345721"/>
            <a:ext cx="11700294" cy="49572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a:ea typeface="+mn-lt"/>
                <a:cs typeface="+mn-lt"/>
              </a:rPr>
              <a:t>Diretório </a:t>
            </a:r>
            <a:r>
              <a:rPr lang="pt-BR" sz="2200" b="1" i="1">
                <a:latin typeface="Courier New"/>
                <a:ea typeface="+mn-lt"/>
                <a:cs typeface="+mn-lt"/>
              </a:rPr>
              <a:t>/root</a:t>
            </a:r>
            <a:endParaRPr lang="pt-BR" b="1" i="1">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Diretório “home” do super usuário (usuário root). </a:t>
            </a:r>
            <a:r>
              <a:rPr lang="pt-BR" sz="2200" b="1">
                <a:ea typeface="+mn-lt"/>
                <a:cs typeface="+mn-lt"/>
              </a:rPr>
              <a:t>Não confundir com o diretório root, o /.</a:t>
            </a:r>
            <a:r>
              <a:rPr lang="pt-BR" sz="2200">
                <a:ea typeface="+mn-lt"/>
                <a:cs typeface="+mn-lt"/>
              </a:rPr>
              <a:t> O diretório /root contém os arquivos do usuário root. </a:t>
            </a:r>
            <a:endParaRPr lang="pt-BR">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O diretório / é o topo da hierarquia de arquivos. </a:t>
            </a:r>
            <a:endParaRPr lang="pt-BR">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Usuário root: E o administrador do sistema, possui acesso a todos os comandos e arquivos.</a:t>
            </a:r>
            <a:endParaRPr lang="pt-BR">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mn-lt"/>
              </a:rPr>
              <a:t>/tmp</a:t>
            </a:r>
            <a:endParaRPr lang="pt-BR" sz="2200">
              <a:ea typeface="+mn-lt"/>
              <a:cs typeface="+mn-lt"/>
            </a:endParaRPr>
          </a:p>
          <a:p>
            <a:pPr marL="800100" lvl="1" indent="-342900" algn="just">
              <a:lnSpc>
                <a:spcPct val="90000"/>
              </a:lnSpc>
              <a:spcBef>
                <a:spcPts val="375"/>
              </a:spcBef>
              <a:spcAft>
                <a:spcPts val="1000"/>
              </a:spcAft>
              <a:buFont typeface="Arial,Sans-Serif"/>
              <a:buChar char="•"/>
            </a:pPr>
            <a:r>
              <a:rPr lang="pt-BR" sz="2200">
                <a:ea typeface="+mn-lt"/>
                <a:cs typeface="+mn-lt"/>
              </a:rPr>
              <a:t>Diretórios para arquivos temporários</a:t>
            </a:r>
            <a:endParaRPr lang="pt-BR">
              <a:cs typeface="Calibri"/>
            </a:endParaRPr>
          </a:p>
          <a:p>
            <a:pPr lvl="1" algn="just">
              <a:lnSpc>
                <a:spcPct val="90000"/>
              </a:lnSpc>
              <a:spcBef>
                <a:spcPts val="375"/>
              </a:spcBef>
              <a:spcAft>
                <a:spcPts val="1000"/>
              </a:spcAft>
            </a:pPr>
            <a:endParaRPr lang="pt-BR" sz="2200" dirty="0">
              <a:ea typeface="+mn-lt"/>
              <a:cs typeface="+mn-lt"/>
            </a:endParaRPr>
          </a:p>
          <a:p>
            <a:pPr marL="342900" indent="-342900" algn="just">
              <a:lnSpc>
                <a:spcPct val="90000"/>
              </a:lnSpc>
              <a:spcBef>
                <a:spcPts val="375"/>
              </a:spcBef>
              <a:spcAft>
                <a:spcPts val="1000"/>
              </a:spcAft>
              <a:buFont typeface="Arial,Sans-Serif"/>
              <a:buChar char="•"/>
            </a:pPr>
            <a:r>
              <a:rPr lang="pt-BR" sz="2200">
                <a:ea typeface="+mn-lt"/>
                <a:cs typeface="+mn-lt"/>
              </a:rPr>
              <a:t>Diretório </a:t>
            </a:r>
            <a:r>
              <a:rPr lang="pt-BR" sz="2200" b="1">
                <a:latin typeface="Courier New"/>
                <a:ea typeface="+mn-lt"/>
                <a:cs typeface="Courier New"/>
              </a:rPr>
              <a:t>/usr</a:t>
            </a:r>
            <a:r>
              <a:rPr lang="pt-BR" sz="2200" dirty="0">
                <a:ea typeface="+mn-lt"/>
                <a:cs typeface="+mn-lt"/>
              </a:rPr>
              <a:t> </a:t>
            </a:r>
          </a:p>
          <a:p>
            <a:pPr marL="800100" lvl="1" indent="-342900" algn="just">
              <a:lnSpc>
                <a:spcPct val="90000"/>
              </a:lnSpc>
              <a:spcBef>
                <a:spcPts val="375"/>
              </a:spcBef>
              <a:spcAft>
                <a:spcPts val="1000"/>
              </a:spcAft>
              <a:buFont typeface="Arial,Sans-Serif"/>
              <a:buChar char="•"/>
            </a:pPr>
            <a:r>
              <a:rPr lang="pt-BR" sz="2200">
                <a:ea typeface="+mn-lt"/>
                <a:cs typeface="+mn-lt"/>
              </a:rPr>
              <a:t>Contém programas, bibliotecas etc.</a:t>
            </a:r>
            <a:endParaRPr lang="pt-BR">
              <a:ea typeface="+mn-lt"/>
              <a:cs typeface="+mn-lt"/>
            </a:endParaRPr>
          </a:p>
        </p:txBody>
      </p:sp>
    </p:spTree>
    <p:extLst>
      <p:ext uri="{BB962C8B-B14F-4D97-AF65-F5344CB8AC3E}">
        <p14:creationId xmlns:p14="http://schemas.microsoft.com/office/powerpoint/2010/main" val="4085999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Modo Texto</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561382"/>
            <a:ext cx="11700294" cy="43960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Modo texto</a:t>
            </a:r>
            <a:r>
              <a:rPr lang="pt-BR" sz="2200" dirty="0">
                <a:ea typeface="+mn-lt"/>
                <a:cs typeface="+mn-lt"/>
              </a:rPr>
              <a:t> </a:t>
            </a:r>
            <a:endParaRPr lang="pt-BR" b="1" i="1" dirty="0">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Não é apenas pelo modo gráfico que o usuário consegue interagir com o sistema. </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E possível atuar pelo modo texto, digitando comandos e nomes de programas para conseguir uma “resposta” do sistema. </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 modo texto também é chamado de linha de comando. </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E importante para um usuário do GNU/Linux aprender a trabalhar no modo texto por vários motivos: </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otimiza várias tarefas;</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existem alguns programas que rodam somente no modo texto;</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 também porque o modo gráfico consome mais recursos.</a:t>
            </a:r>
            <a:endParaRPr lang="pt-BR" b="1" i="1">
              <a:ea typeface="+mn-lt"/>
              <a:cs typeface="+mn-lt"/>
            </a:endParaRPr>
          </a:p>
        </p:txBody>
      </p:sp>
    </p:spTree>
    <p:extLst>
      <p:ext uri="{BB962C8B-B14F-4D97-AF65-F5344CB8AC3E}">
        <p14:creationId xmlns:p14="http://schemas.microsoft.com/office/powerpoint/2010/main" val="3386352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Modo Texto</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892061"/>
            <a:ext cx="11700294" cy="26386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Shell</a:t>
            </a:r>
            <a:r>
              <a:rPr lang="pt-BR" sz="2200" dirty="0">
                <a:ea typeface="+mn-lt"/>
                <a:cs typeface="+mn-lt"/>
              </a:rPr>
              <a:t> </a:t>
            </a:r>
            <a:endParaRPr lang="pt-BR" b="1" i="1" dirty="0">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É um programa um interpretador de comandos. </a:t>
            </a:r>
            <a:endParaRPr lang="pt-BR" b="1" i="1">
              <a:ea typeface="+mn-lt"/>
              <a:cs typeface="+mn-lt"/>
            </a:endParaRPr>
          </a:p>
          <a:p>
            <a:pPr marL="800100" lvl="1" indent="-342900" algn="just">
              <a:lnSpc>
                <a:spcPct val="90000"/>
              </a:lnSpc>
              <a:spcBef>
                <a:spcPts val="375"/>
              </a:spcBef>
              <a:spcAft>
                <a:spcPts val="1000"/>
              </a:spcAft>
              <a:buFont typeface="Arial"/>
              <a:buChar char="•"/>
            </a:pPr>
            <a:endParaRPr lang="pt-BR" sz="2200" dirty="0">
              <a:ea typeface="+mn-lt"/>
              <a:cs typeface="+mn-lt"/>
            </a:endParaRPr>
          </a:p>
          <a:p>
            <a:pPr marL="342900" indent="-342900" algn="just">
              <a:lnSpc>
                <a:spcPct val="90000"/>
              </a:lnSpc>
              <a:spcBef>
                <a:spcPts val="375"/>
              </a:spcBef>
              <a:spcAft>
                <a:spcPts val="1000"/>
              </a:spcAft>
              <a:buFont typeface="Arial"/>
              <a:buChar char="•"/>
            </a:pPr>
            <a:r>
              <a:rPr lang="pt-BR" sz="2200" b="1">
                <a:ea typeface="+mn-lt"/>
                <a:cs typeface="+mn-lt"/>
              </a:rPr>
              <a:t>BASH</a:t>
            </a:r>
            <a:r>
              <a:rPr lang="pt-BR" sz="2200" dirty="0">
                <a:ea typeface="+mn-lt"/>
                <a:cs typeface="+mn-lt"/>
              </a:rPr>
              <a:t> </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 BASH (</a:t>
            </a:r>
            <a:r>
              <a:rPr lang="pt-BR" sz="2200" i="1">
                <a:ea typeface="+mn-lt"/>
                <a:cs typeface="+mn-lt"/>
              </a:rPr>
              <a:t>Bourne Again Shell</a:t>
            </a:r>
            <a:r>
              <a:rPr lang="pt-BR" sz="2200">
                <a:ea typeface="+mn-lt"/>
                <a:cs typeface="+mn-lt"/>
              </a:rPr>
              <a:t>) é o shell desenvolvido para o projeto GNU, da </a:t>
            </a:r>
            <a:r>
              <a:rPr lang="pt-BR" sz="2200" i="1">
                <a:ea typeface="+mn-lt"/>
                <a:cs typeface="+mn-lt"/>
              </a:rPr>
              <a:t>Free Software Foundation</a:t>
            </a:r>
            <a:r>
              <a:rPr lang="pt-BR" sz="2200">
                <a:ea typeface="+mn-lt"/>
                <a:cs typeface="+mn-lt"/>
              </a:rPr>
              <a:t>, que se tornou padrão nas várias distribuições Linux (incluindo Ubuntu).</a:t>
            </a:r>
            <a:endParaRPr lang="pt-BR" b="1" i="1">
              <a:ea typeface="+mn-lt"/>
              <a:cs typeface="+mn-lt"/>
            </a:endParaRPr>
          </a:p>
        </p:txBody>
      </p:sp>
      <p:pic>
        <p:nvPicPr>
          <p:cNvPr id="2" name="Imagem 6" descr="Diagrama, Texto&#10;&#10;Descrição gerada automaticamente">
            <a:extLst>
              <a:ext uri="{FF2B5EF4-FFF2-40B4-BE49-F238E27FC236}">
                <a16:creationId xmlns:a16="http://schemas.microsoft.com/office/drawing/2014/main" id="{1E61F74C-6115-4561-9249-65B2D145CF5A}"/>
              </a:ext>
            </a:extLst>
          </p:cNvPr>
          <p:cNvPicPr>
            <a:picLocks noChangeAspect="1"/>
          </p:cNvPicPr>
          <p:nvPr/>
        </p:nvPicPr>
        <p:blipFill>
          <a:blip r:embed="rId3"/>
          <a:stretch>
            <a:fillRect/>
          </a:stretch>
        </p:blipFill>
        <p:spPr>
          <a:xfrm>
            <a:off x="8563155" y="5038345"/>
            <a:ext cx="2743200" cy="1238291"/>
          </a:xfrm>
          <a:prstGeom prst="rect">
            <a:avLst/>
          </a:prstGeom>
        </p:spPr>
      </p:pic>
    </p:spTree>
    <p:extLst>
      <p:ext uri="{BB962C8B-B14F-4D97-AF65-F5344CB8AC3E}">
        <p14:creationId xmlns:p14="http://schemas.microsoft.com/office/powerpoint/2010/main" val="2981028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Comandos do BASH</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2107721"/>
            <a:ext cx="11700294" cy="26386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dirty="0">
                <a:ea typeface="+mn-lt"/>
                <a:cs typeface="+mn-lt"/>
              </a:rPr>
              <a:t>Comandos do BASH</a:t>
            </a:r>
            <a:r>
              <a:rPr lang="pt-BR" sz="2200" dirty="0">
                <a:ea typeface="+mn-lt"/>
                <a:cs typeface="+mn-lt"/>
              </a:rPr>
              <a:t>. </a:t>
            </a:r>
            <a:endParaRPr lang="pt-BR" b="1" i="1" dirty="0">
              <a:ea typeface="+mn-lt"/>
              <a:cs typeface="+mn-lt"/>
            </a:endParaRPr>
          </a:p>
          <a:p>
            <a:pPr marL="800100" lvl="1" indent="-342900" algn="just">
              <a:lnSpc>
                <a:spcPct val="90000"/>
              </a:lnSpc>
              <a:spcBef>
                <a:spcPts val="375"/>
              </a:spcBef>
              <a:spcAft>
                <a:spcPts val="1000"/>
              </a:spcAft>
              <a:buFont typeface="Arial"/>
              <a:buChar char="•"/>
            </a:pPr>
            <a:r>
              <a:rPr lang="pt-BR" sz="2200" dirty="0">
                <a:ea typeface="+mn-lt"/>
                <a:cs typeface="+mn-lt"/>
              </a:rPr>
              <a:t>Não é preciso decorar os comandos apresentados aqui. Para aprendê-los de fato, devemos ir praticando conforme a nossa necessidade. </a:t>
            </a:r>
            <a:endParaRPr lang="pt-BR" b="1" i="1" dirty="0">
              <a:ea typeface="+mn-lt"/>
              <a:cs typeface="+mn-lt"/>
            </a:endParaRPr>
          </a:p>
          <a:p>
            <a:pPr marL="800100" lvl="1" indent="-342900" algn="just">
              <a:lnSpc>
                <a:spcPct val="90000"/>
              </a:lnSpc>
              <a:spcBef>
                <a:spcPts val="375"/>
              </a:spcBef>
              <a:spcAft>
                <a:spcPts val="1000"/>
              </a:spcAft>
              <a:buFont typeface="Arial"/>
              <a:buChar char="•"/>
            </a:pPr>
            <a:r>
              <a:rPr lang="pt-BR" sz="2200" b="1" dirty="0">
                <a:ea typeface="+mn-lt"/>
                <a:cs typeface="+mn-lt"/>
              </a:rPr>
              <a:t>Prompt</a:t>
            </a:r>
            <a:r>
              <a:rPr lang="pt-BR" sz="2200" dirty="0">
                <a:ea typeface="+mn-lt"/>
                <a:cs typeface="+mn-lt"/>
              </a:rPr>
              <a:t> </a:t>
            </a:r>
            <a:endParaRPr lang="pt-BR" b="1" i="1" dirty="0">
              <a:ea typeface="+mn-lt"/>
              <a:cs typeface="+mn-lt"/>
            </a:endParaRPr>
          </a:p>
          <a:p>
            <a:pPr marL="800100" lvl="1" indent="-342900" algn="just">
              <a:lnSpc>
                <a:spcPct val="90000"/>
              </a:lnSpc>
              <a:spcBef>
                <a:spcPts val="375"/>
              </a:spcBef>
              <a:spcAft>
                <a:spcPts val="1000"/>
              </a:spcAft>
              <a:buFont typeface="Arial"/>
              <a:buChar char="•"/>
            </a:pPr>
            <a:r>
              <a:rPr lang="pt-BR" sz="2200" dirty="0">
                <a:ea typeface="+mn-lt"/>
                <a:cs typeface="+mn-lt"/>
              </a:rPr>
              <a:t>O prompt do BASH tem a seguinte aparência: </a:t>
            </a:r>
            <a:endParaRPr lang="pt-BR" b="1" i="1">
              <a:ea typeface="+mn-lt"/>
              <a:cs typeface="+mn-lt"/>
            </a:endParaRPr>
          </a:p>
          <a:p>
            <a:pPr lvl="3" algn="just">
              <a:lnSpc>
                <a:spcPct val="90000"/>
              </a:lnSpc>
              <a:spcBef>
                <a:spcPts val="375"/>
              </a:spcBef>
              <a:spcAft>
                <a:spcPts val="1000"/>
              </a:spcAft>
            </a:pPr>
            <a:r>
              <a:rPr lang="pt-BR" sz="2000" b="1" dirty="0" err="1">
                <a:latin typeface="Courier New"/>
                <a:ea typeface="+mn-lt"/>
                <a:cs typeface="+mn-lt"/>
              </a:rPr>
              <a:t>username@nomedamáquina:diretório</a:t>
            </a:r>
            <a:r>
              <a:rPr lang="pt-BR" sz="2000" b="1" dirty="0">
                <a:latin typeface="Courier New"/>
                <a:ea typeface="+mn-lt"/>
                <a:cs typeface="+mn-lt"/>
              </a:rPr>
              <a:t>$ </a:t>
            </a:r>
            <a:endParaRPr lang="pt-BR" sz="2000" b="1" i="1" dirty="0">
              <a:latin typeface="Courier New"/>
              <a:ea typeface="+mn-lt"/>
              <a:cs typeface="+mn-lt"/>
            </a:endParaRPr>
          </a:p>
        </p:txBody>
      </p:sp>
      <p:pic>
        <p:nvPicPr>
          <p:cNvPr id="2" name="Imagem 6" descr="Uma imagem contendo desenho, texto&#10;&#10;Descrição gerada automaticamente">
            <a:extLst>
              <a:ext uri="{FF2B5EF4-FFF2-40B4-BE49-F238E27FC236}">
                <a16:creationId xmlns:a16="http://schemas.microsoft.com/office/drawing/2014/main" id="{BAC5B66B-9FEA-4CBE-AAD9-020B1427FD75}"/>
              </a:ext>
            </a:extLst>
          </p:cNvPr>
          <p:cNvPicPr>
            <a:picLocks noChangeAspect="1"/>
          </p:cNvPicPr>
          <p:nvPr/>
        </p:nvPicPr>
        <p:blipFill>
          <a:blip r:embed="rId3"/>
          <a:stretch>
            <a:fillRect/>
          </a:stretch>
        </p:blipFill>
        <p:spPr>
          <a:xfrm>
            <a:off x="8859149" y="4670036"/>
            <a:ext cx="2381250" cy="1457325"/>
          </a:xfrm>
          <a:prstGeom prst="rect">
            <a:avLst/>
          </a:prstGeom>
        </p:spPr>
      </p:pic>
    </p:spTree>
    <p:extLst>
      <p:ext uri="{BB962C8B-B14F-4D97-AF65-F5344CB8AC3E}">
        <p14:creationId xmlns:p14="http://schemas.microsoft.com/office/powerpoint/2010/main" val="3183862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Comandos do BASH</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75117"/>
            <a:ext cx="11700294" cy="39118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Comandos do BASH</a:t>
            </a:r>
            <a:r>
              <a:rPr lang="pt-BR" sz="2200">
                <a:ea typeface="+mn-lt"/>
                <a:cs typeface="+mn-lt"/>
              </a:rPr>
              <a:t>. </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b="1">
                <a:ea typeface="+mn-lt"/>
                <a:cs typeface="+mn-lt"/>
              </a:rPr>
              <a:t>Sintaxe dos comandos</a:t>
            </a:r>
            <a:r>
              <a:rPr lang="pt-BR" sz="2200" dirty="0">
                <a:ea typeface="+mn-lt"/>
                <a:cs typeface="+mn-lt"/>
              </a:rPr>
              <a:t> </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E importante lembrar que a linha de comando é </a:t>
            </a:r>
            <a:r>
              <a:rPr lang="pt-BR" sz="2200" i="1">
                <a:ea typeface="+mn-lt"/>
                <a:cs typeface="+mn-lt"/>
              </a:rPr>
              <a:t>case sensitive</a:t>
            </a:r>
            <a:r>
              <a:rPr lang="pt-BR" sz="2200">
                <a:ea typeface="+mn-lt"/>
                <a:cs typeface="+mn-lt"/>
              </a:rPr>
              <a:t>, isto é, diferencia letras maiúsculas de minúsculas. Portanto, “echo” ´e diferente de “Echo”, que são diferentes de “ECHO”. </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Isso também vale para nomes de diretórios e arquivos. </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Os comandos são, em geral, em letras minúsculas. Muitos deles aceitam argumentos. </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Os argumentos que começam com um (ou dois traços) “-” são opcionais: </a:t>
            </a:r>
            <a:endParaRPr lang="pt-BR" b="1" i="1">
              <a:ea typeface="+mn-lt"/>
              <a:cs typeface="+mn-lt"/>
            </a:endParaRPr>
          </a:p>
          <a:p>
            <a:pPr lvl="2" algn="just">
              <a:lnSpc>
                <a:spcPct val="90000"/>
              </a:lnSpc>
              <a:spcBef>
                <a:spcPts val="375"/>
              </a:spcBef>
              <a:spcAft>
                <a:spcPts val="1000"/>
              </a:spcAft>
            </a:pPr>
            <a:r>
              <a:rPr lang="pt-BR" sz="2000" b="1">
                <a:latin typeface="Courier New"/>
                <a:ea typeface="+mn-lt"/>
                <a:cs typeface="+mn-lt"/>
              </a:rPr>
              <a:t>comando -opcao1 -opcao2 --opcao3 argumento</a:t>
            </a:r>
            <a:endParaRPr lang="pt-BR" sz="2000" b="1" i="1">
              <a:latin typeface="Courier New"/>
              <a:ea typeface="+mn-lt"/>
              <a:cs typeface="+mn-lt"/>
            </a:endParaRPr>
          </a:p>
        </p:txBody>
      </p:sp>
    </p:spTree>
    <p:extLst>
      <p:ext uri="{BB962C8B-B14F-4D97-AF65-F5344CB8AC3E}">
        <p14:creationId xmlns:p14="http://schemas.microsoft.com/office/powerpoint/2010/main" val="4208303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Comandos do BASH</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75117"/>
            <a:ext cx="11700294" cy="51562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000" b="1">
                <a:latin typeface="Courier New"/>
                <a:ea typeface="+mn-lt"/>
                <a:cs typeface="+mn-lt"/>
              </a:rPr>
              <a:t>ls </a:t>
            </a:r>
            <a:r>
              <a:rPr lang="pt-BR" sz="2200" b="1">
                <a:latin typeface="Calibri"/>
                <a:ea typeface="+mn-lt"/>
                <a:cs typeface="+mn-lt"/>
              </a:rPr>
              <a:t>(</a:t>
            </a:r>
            <a:r>
              <a:rPr lang="pt-BR" sz="2200" b="1" i="1">
                <a:latin typeface="Calibri"/>
                <a:ea typeface="+mn-lt"/>
                <a:cs typeface="+mn-lt"/>
              </a:rPr>
              <a:t>list</a:t>
            </a:r>
            <a:r>
              <a:rPr lang="pt-BR" sz="2200" b="1">
                <a:latin typeface="Calibri"/>
                <a:ea typeface="+mn-lt"/>
                <a:cs typeface="+mn-lt"/>
              </a:rPr>
              <a:t>)</a:t>
            </a:r>
            <a:r>
              <a:rPr lang="pt-BR" sz="2000" b="1" dirty="0">
                <a:latin typeface="Courier New"/>
                <a:ea typeface="+mn-lt"/>
                <a:cs typeface="+mn-lt"/>
              </a:rPr>
              <a:t> </a:t>
            </a:r>
            <a:endParaRPr lang="pt-BR" sz="2000" b="1" i="1" dirty="0">
              <a:latin typeface="Courier New"/>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Lista os arquivos e subdiretórios de um ou mais diretórios.</a:t>
            </a:r>
            <a:endParaRPr lang="pt-BR" b="1" i="1">
              <a:ea typeface="+mn-lt"/>
              <a:cs typeface="+mn-lt"/>
            </a:endParaRPr>
          </a:p>
          <a:p>
            <a:pPr marL="1257300" lvl="2" indent="-342900" algn="just">
              <a:lnSpc>
                <a:spcPct val="90000"/>
              </a:lnSpc>
              <a:spcBef>
                <a:spcPts val="375"/>
              </a:spcBef>
              <a:spcAft>
                <a:spcPts val="1000"/>
              </a:spcAft>
              <a:buFont typeface="Arial"/>
              <a:buChar char="•"/>
            </a:pPr>
            <a:r>
              <a:rPr lang="pt-BR" sz="2200">
                <a:ea typeface="+mn-lt"/>
                <a:cs typeface="+mn-lt"/>
              </a:rPr>
              <a:t>Sintaxe básica: </a:t>
            </a:r>
            <a:endParaRPr lang="pt-BR" b="1" i="1">
              <a:ea typeface="+mn-lt"/>
              <a:cs typeface="+mn-lt"/>
            </a:endParaRPr>
          </a:p>
          <a:p>
            <a:pPr lvl="2" algn="just">
              <a:lnSpc>
                <a:spcPct val="90000"/>
              </a:lnSpc>
              <a:spcBef>
                <a:spcPts val="375"/>
              </a:spcBef>
              <a:spcAft>
                <a:spcPts val="1000"/>
              </a:spcAft>
            </a:pPr>
            <a:r>
              <a:rPr lang="pt-BR" sz="2000" b="1">
                <a:latin typeface="Courier New"/>
                <a:ea typeface="+mn-lt"/>
                <a:cs typeface="+mn-lt"/>
              </a:rPr>
              <a:t>ls [opções] [diretório1] [diretório2]...</a:t>
            </a:r>
          </a:p>
          <a:p>
            <a:pPr marL="1257300" lvl="2" indent="-342900" algn="just">
              <a:lnSpc>
                <a:spcPct val="90000"/>
              </a:lnSpc>
              <a:spcBef>
                <a:spcPts val="375"/>
              </a:spcBef>
              <a:spcAft>
                <a:spcPts val="1000"/>
              </a:spcAft>
              <a:buFont typeface="Arial"/>
              <a:buChar char="•"/>
            </a:pPr>
            <a:r>
              <a:rPr lang="pt-BR" sz="2200">
                <a:latin typeface="Calibri"/>
                <a:ea typeface="+mn-lt"/>
                <a:cs typeface="+mn-lt"/>
              </a:rPr>
              <a:t>Exemplos:</a:t>
            </a:r>
          </a:p>
          <a:p>
            <a:pPr lvl="3" algn="just">
              <a:lnSpc>
                <a:spcPct val="90000"/>
              </a:lnSpc>
              <a:spcBef>
                <a:spcPts val="375"/>
              </a:spcBef>
              <a:spcAft>
                <a:spcPts val="1000"/>
              </a:spcAft>
            </a:pPr>
            <a:r>
              <a:rPr lang="pt-BR" sz="2200">
                <a:ea typeface="+mn-lt"/>
                <a:cs typeface="+mn-lt"/>
              </a:rPr>
              <a:t>1. O comando abaixo lista os diretórios e arquivos do / </a:t>
            </a:r>
            <a:endParaRPr lang="pt-BR" sz="2200" dirty="0">
              <a:ea typeface="+mn-lt"/>
              <a:cs typeface="+mn-lt"/>
            </a:endParaRPr>
          </a:p>
          <a:p>
            <a:pPr lvl="3" algn="just">
              <a:lnSpc>
                <a:spcPct val="90000"/>
              </a:lnSpc>
              <a:spcBef>
                <a:spcPts val="375"/>
              </a:spcBef>
              <a:spcAft>
                <a:spcPts val="1000"/>
              </a:spcAft>
            </a:pPr>
            <a:r>
              <a:rPr lang="pt-BR" sz="2000" b="1">
                <a:latin typeface="Courier New"/>
                <a:ea typeface="+mn-lt"/>
                <a:cs typeface="+mn-lt"/>
              </a:rPr>
              <a:t>$ ls / </a:t>
            </a:r>
            <a:endParaRPr lang="pt-BR" sz="2200">
              <a:ea typeface="+mn-lt"/>
              <a:cs typeface="+mn-lt"/>
            </a:endParaRPr>
          </a:p>
          <a:p>
            <a:pPr lvl="3" algn="just">
              <a:lnSpc>
                <a:spcPct val="90000"/>
              </a:lnSpc>
              <a:spcBef>
                <a:spcPts val="375"/>
              </a:spcBef>
              <a:spcAft>
                <a:spcPts val="1000"/>
              </a:spcAft>
            </a:pPr>
            <a:r>
              <a:rPr lang="pt-BR" sz="2200">
                <a:ea typeface="+mn-lt"/>
                <a:cs typeface="+mn-lt"/>
              </a:rPr>
              <a:t>2. O comando abaixo lista os diretórios e arquivos do /etc. </a:t>
            </a:r>
          </a:p>
          <a:p>
            <a:pPr lvl="3" algn="just">
              <a:lnSpc>
                <a:spcPct val="90000"/>
              </a:lnSpc>
              <a:spcBef>
                <a:spcPts val="375"/>
              </a:spcBef>
              <a:spcAft>
                <a:spcPts val="1000"/>
              </a:spcAft>
            </a:pPr>
            <a:r>
              <a:rPr lang="pt-BR" sz="2000" b="1">
                <a:latin typeface="Courier New"/>
                <a:ea typeface="+mn-lt"/>
                <a:cs typeface="+mn-lt"/>
              </a:rPr>
              <a:t>$ ls /etc </a:t>
            </a:r>
            <a:endParaRPr lang="pt-BR" sz="2200">
              <a:ea typeface="+mn-lt"/>
              <a:cs typeface="+mn-lt"/>
            </a:endParaRPr>
          </a:p>
          <a:p>
            <a:pPr lvl="3" algn="just">
              <a:lnSpc>
                <a:spcPct val="90000"/>
              </a:lnSpc>
              <a:spcBef>
                <a:spcPts val="375"/>
              </a:spcBef>
              <a:spcAft>
                <a:spcPts val="1000"/>
              </a:spcAft>
            </a:pPr>
            <a:r>
              <a:rPr lang="pt-BR" sz="2200">
                <a:ea typeface="+mn-lt"/>
                <a:cs typeface="+mn-lt"/>
              </a:rPr>
              <a:t>3. Para listar o conteúdo do </a:t>
            </a:r>
            <a:r>
              <a:rPr lang="pt-BR" sz="2200" b="1">
                <a:ea typeface="+mn-lt"/>
                <a:cs typeface="+mn-lt"/>
              </a:rPr>
              <a:t>/</a:t>
            </a:r>
            <a:r>
              <a:rPr lang="pt-BR" sz="2200">
                <a:ea typeface="+mn-lt"/>
                <a:cs typeface="+mn-lt"/>
              </a:rPr>
              <a:t> e do </a:t>
            </a:r>
            <a:r>
              <a:rPr lang="pt-BR" sz="2200" b="1">
                <a:ea typeface="+mn-lt"/>
                <a:cs typeface="+mn-lt"/>
              </a:rPr>
              <a:t>/etc</a:t>
            </a:r>
            <a:r>
              <a:rPr lang="pt-BR" sz="2200">
                <a:ea typeface="+mn-lt"/>
                <a:cs typeface="+mn-lt"/>
              </a:rPr>
              <a:t>, de uma só vez, use: </a:t>
            </a:r>
          </a:p>
          <a:p>
            <a:pPr lvl="3" algn="just">
              <a:lnSpc>
                <a:spcPct val="90000"/>
              </a:lnSpc>
              <a:spcBef>
                <a:spcPts val="375"/>
              </a:spcBef>
              <a:spcAft>
                <a:spcPts val="1000"/>
              </a:spcAft>
            </a:pPr>
            <a:r>
              <a:rPr lang="pt-BR" sz="2000" b="1">
                <a:latin typeface="Courier New"/>
                <a:ea typeface="+mn-lt"/>
                <a:cs typeface="+mn-lt"/>
              </a:rPr>
              <a:t>$ ls / /etc</a:t>
            </a:r>
          </a:p>
        </p:txBody>
      </p:sp>
    </p:spTree>
    <p:extLst>
      <p:ext uri="{BB962C8B-B14F-4D97-AF65-F5344CB8AC3E}">
        <p14:creationId xmlns:p14="http://schemas.microsoft.com/office/powerpoint/2010/main" val="3716974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Comandos do BASH</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75117"/>
            <a:ext cx="11700294" cy="5136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000" b="1">
                <a:latin typeface="Courier New"/>
                <a:ea typeface="+mn-lt"/>
                <a:cs typeface="+mn-lt"/>
              </a:rPr>
              <a:t>cd</a:t>
            </a:r>
            <a:r>
              <a:rPr lang="pt-BR" sz="2000" dirty="0">
                <a:ea typeface="+mn-lt"/>
                <a:cs typeface="+mn-lt"/>
              </a:rPr>
              <a:t> </a:t>
            </a:r>
            <a:r>
              <a:rPr lang="pt-BR" sz="2200" b="1">
                <a:ea typeface="+mn-lt"/>
                <a:cs typeface="+mn-lt"/>
              </a:rPr>
              <a:t>(</a:t>
            </a:r>
            <a:r>
              <a:rPr lang="pt-BR" sz="2200" b="1" i="1">
                <a:ea typeface="+mn-lt"/>
                <a:cs typeface="+mn-lt"/>
              </a:rPr>
              <a:t>change directory</a:t>
            </a:r>
            <a:r>
              <a:rPr lang="pt-BR" sz="2200" b="1">
                <a:ea typeface="+mn-lt"/>
                <a:cs typeface="+mn-lt"/>
              </a:rPr>
              <a:t>)</a:t>
            </a:r>
            <a:r>
              <a:rPr lang="pt-BR" sz="2200" dirty="0">
                <a:ea typeface="+mn-lt"/>
                <a:cs typeface="+mn-lt"/>
              </a:rPr>
              <a:t> </a:t>
            </a:r>
            <a:endParaRPr lang="pt-BR" b="1" i="1" dirty="0">
              <a:ea typeface="+mn-lt"/>
              <a:cs typeface="+mn-lt"/>
            </a:endParaRPr>
          </a:p>
          <a:p>
            <a:pPr marL="1257300" indent="-342900" algn="just">
              <a:lnSpc>
                <a:spcPct val="90000"/>
              </a:lnSpc>
              <a:spcBef>
                <a:spcPts val="375"/>
              </a:spcBef>
              <a:spcAft>
                <a:spcPts val="1000"/>
              </a:spcAft>
              <a:buFont typeface="Arial"/>
              <a:buChar char="•"/>
            </a:pPr>
            <a:r>
              <a:rPr lang="pt-BR" sz="2200">
                <a:ea typeface="+mn-lt"/>
                <a:cs typeface="+mn-lt"/>
              </a:rPr>
              <a:t>Entra em um diretório.</a:t>
            </a:r>
            <a:endParaRPr lang="pt-BR" b="1" i="1">
              <a:ea typeface="+mn-lt"/>
              <a:cs typeface="+mn-lt"/>
            </a:endParaRPr>
          </a:p>
          <a:p>
            <a:pPr marL="1257300" indent="-342900" algn="just">
              <a:lnSpc>
                <a:spcPct val="90000"/>
              </a:lnSpc>
              <a:spcBef>
                <a:spcPts val="375"/>
              </a:spcBef>
              <a:spcAft>
                <a:spcPts val="1000"/>
              </a:spcAft>
              <a:buFont typeface="Arial"/>
              <a:buChar char="•"/>
            </a:pPr>
            <a:r>
              <a:rPr lang="pt-BR" sz="2200">
                <a:ea typeface="+mn-lt"/>
                <a:cs typeface="+mn-lt"/>
              </a:rPr>
              <a:t>Sintaxe básica: </a:t>
            </a:r>
            <a:endParaRPr lang="pt-BR" b="1" i="1">
              <a:ea typeface="+mn-lt"/>
              <a:cs typeface="+mn-lt"/>
            </a:endParaRPr>
          </a:p>
          <a:p>
            <a:pPr lvl="2" algn="just">
              <a:lnSpc>
                <a:spcPct val="90000"/>
              </a:lnSpc>
              <a:spcBef>
                <a:spcPts val="375"/>
              </a:spcBef>
              <a:spcAft>
                <a:spcPts val="1000"/>
              </a:spcAft>
            </a:pPr>
            <a:r>
              <a:rPr lang="pt-BR" sz="2000" b="1">
                <a:latin typeface="Courier New"/>
                <a:ea typeface="+mn-lt"/>
                <a:cs typeface="+mn-lt"/>
              </a:rPr>
              <a:t>cd [diretório]</a:t>
            </a:r>
          </a:p>
          <a:p>
            <a:pPr marL="1257300" lvl="2" indent="-342900" algn="just">
              <a:lnSpc>
                <a:spcPct val="90000"/>
              </a:lnSpc>
              <a:spcBef>
                <a:spcPts val="375"/>
              </a:spcBef>
              <a:spcAft>
                <a:spcPts val="1000"/>
              </a:spcAft>
              <a:buFont typeface="Arial"/>
              <a:buChar char="•"/>
            </a:pPr>
            <a:r>
              <a:rPr lang="pt-BR" sz="2200">
                <a:latin typeface="Calibri"/>
                <a:ea typeface="+mn-lt"/>
                <a:cs typeface="+mn-lt"/>
              </a:rPr>
              <a:t>Exemplos:</a:t>
            </a:r>
          </a:p>
          <a:p>
            <a:pPr lvl="3" algn="just">
              <a:lnSpc>
                <a:spcPct val="90000"/>
              </a:lnSpc>
              <a:spcBef>
                <a:spcPts val="375"/>
              </a:spcBef>
              <a:spcAft>
                <a:spcPts val="1000"/>
              </a:spcAft>
            </a:pPr>
            <a:r>
              <a:rPr lang="pt-BR" sz="2200">
                <a:ea typeface="+mn-lt"/>
                <a:cs typeface="+mn-lt"/>
              </a:rPr>
              <a:t>1. Para entrar no diretório root, use:</a:t>
            </a:r>
            <a:endParaRPr lang="pt-BR" sz="2200" dirty="0">
              <a:ea typeface="+mn-lt"/>
              <a:cs typeface="+mn-lt"/>
            </a:endParaRPr>
          </a:p>
          <a:p>
            <a:pPr lvl="3" algn="just">
              <a:lnSpc>
                <a:spcPct val="90000"/>
              </a:lnSpc>
              <a:spcBef>
                <a:spcPts val="375"/>
              </a:spcBef>
              <a:spcAft>
                <a:spcPts val="1000"/>
              </a:spcAft>
            </a:pPr>
            <a:r>
              <a:rPr lang="pt-BR" sz="2000" b="1">
                <a:latin typeface="Courier New"/>
                <a:ea typeface="+mn-lt"/>
                <a:cs typeface="+mn-lt"/>
              </a:rPr>
              <a:t>$ cd / </a:t>
            </a:r>
            <a:endParaRPr lang="pt-BR" sz="2200">
              <a:ea typeface="+mn-lt"/>
              <a:cs typeface="+mn-lt"/>
            </a:endParaRPr>
          </a:p>
          <a:p>
            <a:pPr lvl="3" algn="just">
              <a:lnSpc>
                <a:spcPct val="90000"/>
              </a:lnSpc>
              <a:spcBef>
                <a:spcPts val="375"/>
              </a:spcBef>
              <a:spcAft>
                <a:spcPts val="1000"/>
              </a:spcAft>
            </a:pPr>
            <a:r>
              <a:rPr lang="pt-BR" sz="2200">
                <a:ea typeface="+mn-lt"/>
                <a:cs typeface="+mn-lt"/>
              </a:rPr>
              <a:t>2. Para entrar no diretório /tmp, use o seguinte comando: </a:t>
            </a:r>
          </a:p>
          <a:p>
            <a:pPr lvl="3" algn="just">
              <a:lnSpc>
                <a:spcPct val="90000"/>
              </a:lnSpc>
              <a:spcBef>
                <a:spcPts val="375"/>
              </a:spcBef>
              <a:spcAft>
                <a:spcPts val="1000"/>
              </a:spcAft>
            </a:pPr>
            <a:r>
              <a:rPr lang="pt-BR" sz="2000" b="1">
                <a:latin typeface="Courier New"/>
                <a:ea typeface="+mn-lt"/>
                <a:cs typeface="+mn-lt"/>
              </a:rPr>
              <a:t>$ cd /tmp </a:t>
            </a:r>
            <a:endParaRPr lang="pt-BR" sz="2200">
              <a:ea typeface="+mn-lt"/>
              <a:cs typeface="+mn-lt"/>
            </a:endParaRPr>
          </a:p>
          <a:p>
            <a:pPr lvl="3" algn="just">
              <a:lnSpc>
                <a:spcPct val="90000"/>
              </a:lnSpc>
              <a:spcBef>
                <a:spcPts val="375"/>
              </a:spcBef>
              <a:spcAft>
                <a:spcPts val="1000"/>
              </a:spcAft>
            </a:pPr>
            <a:r>
              <a:rPr lang="pt-BR" sz="2200">
                <a:ea typeface="+mn-lt"/>
                <a:cs typeface="+mn-lt"/>
              </a:rPr>
              <a:t>3. Para subir um diretório acima, use: </a:t>
            </a:r>
          </a:p>
          <a:p>
            <a:pPr lvl="3" algn="just">
              <a:lnSpc>
                <a:spcPct val="90000"/>
              </a:lnSpc>
              <a:spcBef>
                <a:spcPts val="375"/>
              </a:spcBef>
              <a:spcAft>
                <a:spcPts val="1000"/>
              </a:spcAft>
            </a:pPr>
            <a:r>
              <a:rPr lang="pt-BR" sz="2000" b="1">
                <a:latin typeface="Courier New"/>
                <a:ea typeface="+mn-lt"/>
                <a:cs typeface="+mn-lt"/>
              </a:rPr>
              <a:t>$ cd ..</a:t>
            </a:r>
          </a:p>
        </p:txBody>
      </p:sp>
      <p:pic>
        <p:nvPicPr>
          <p:cNvPr id="2" name="Imagem 6" descr="Interface gráfica do usuário&#10;&#10;Descrição gerada automaticamente">
            <a:extLst>
              <a:ext uri="{FF2B5EF4-FFF2-40B4-BE49-F238E27FC236}">
                <a16:creationId xmlns:a16="http://schemas.microsoft.com/office/drawing/2014/main" id="{C2504E86-C052-43C8-A43D-CA1AA714FA6D}"/>
              </a:ext>
            </a:extLst>
          </p:cNvPr>
          <p:cNvPicPr>
            <a:picLocks noChangeAspect="1"/>
          </p:cNvPicPr>
          <p:nvPr/>
        </p:nvPicPr>
        <p:blipFill>
          <a:blip r:embed="rId3"/>
          <a:stretch>
            <a:fillRect/>
          </a:stretch>
        </p:blipFill>
        <p:spPr>
          <a:xfrm>
            <a:off x="8836325" y="4298072"/>
            <a:ext cx="2743200" cy="1712422"/>
          </a:xfrm>
          <a:prstGeom prst="rect">
            <a:avLst/>
          </a:prstGeom>
        </p:spPr>
      </p:pic>
    </p:spTree>
    <p:extLst>
      <p:ext uri="{BB962C8B-B14F-4D97-AF65-F5344CB8AC3E}">
        <p14:creationId xmlns:p14="http://schemas.microsoft.com/office/powerpoint/2010/main" val="2337037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Ferramenta APT</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75117"/>
            <a:ext cx="11700294" cy="27638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375"/>
              </a:spcBef>
              <a:spcAft>
                <a:spcPts val="1000"/>
              </a:spcAft>
              <a:buFont typeface="Arial"/>
              <a:buChar char="•"/>
            </a:pPr>
            <a:r>
              <a:rPr lang="pt-BR" sz="2200" b="1">
                <a:ea typeface="+mn-lt"/>
                <a:cs typeface="+mn-lt"/>
              </a:rPr>
              <a:t>APT</a:t>
            </a:r>
            <a:r>
              <a:rPr lang="pt-BR" sz="2200" dirty="0">
                <a:ea typeface="+mn-lt"/>
                <a:cs typeface="+mn-lt"/>
              </a:rPr>
              <a:t> </a:t>
            </a:r>
            <a:r>
              <a:rPr lang="pt-BR" sz="2200" i="1">
                <a:ea typeface="+mn-lt"/>
                <a:cs typeface="+mn-lt"/>
              </a:rPr>
              <a:t>(</a:t>
            </a:r>
            <a:r>
              <a:rPr lang="pt-BR" sz="2200" b="1" i="1">
                <a:ea typeface="+mn-lt"/>
                <a:cs typeface="+mn-lt"/>
              </a:rPr>
              <a:t>Advanced Packaging Tool)</a:t>
            </a:r>
            <a:r>
              <a:rPr lang="pt-BR" sz="2200" dirty="0">
                <a:ea typeface="+mn-lt"/>
                <a:cs typeface="+mn-lt"/>
              </a:rPr>
              <a:t> </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O APT é um conjunto de ferramentas usadas pelo GNU/Linux Debian e suas respectivas derivações, entre eles o </a:t>
            </a:r>
            <a:r>
              <a:rPr lang="pt-BR" sz="2200" b="1">
                <a:ea typeface="+mn-lt"/>
                <a:cs typeface="+mn-lt"/>
              </a:rPr>
              <a:t>Ubuntu</a:t>
            </a:r>
            <a:r>
              <a:rPr lang="pt-BR" sz="2200">
                <a:ea typeface="+mn-lt"/>
                <a:cs typeface="+mn-lt"/>
              </a:rPr>
              <a:t>, para administrar os pacotes .deb de uma forma automática</a:t>
            </a:r>
            <a:endParaRPr lang="pt-BR" b="1" i="1">
              <a:ea typeface="+mn-lt"/>
              <a:cs typeface="+mn-lt"/>
            </a:endParaRPr>
          </a:p>
          <a:p>
            <a:pPr marL="800100" lvl="1" indent="-342900" algn="just">
              <a:lnSpc>
                <a:spcPct val="90000"/>
              </a:lnSpc>
              <a:spcBef>
                <a:spcPts val="375"/>
              </a:spcBef>
              <a:spcAft>
                <a:spcPts val="1000"/>
              </a:spcAft>
              <a:buFont typeface="Arial"/>
              <a:buChar char="•"/>
            </a:pPr>
            <a:r>
              <a:rPr lang="pt-BR" sz="2200">
                <a:ea typeface="+mn-lt"/>
                <a:cs typeface="+mn-lt"/>
              </a:rPr>
              <a:t>Quando um programa é instalado o APT instala e/ou atualiza também todos os pacotes que são necessários para um funcionamento do programa.</a:t>
            </a:r>
          </a:p>
          <a:p>
            <a:pPr marL="800100" lvl="1" indent="-342900" algn="just">
              <a:lnSpc>
                <a:spcPct val="90000"/>
              </a:lnSpc>
              <a:spcBef>
                <a:spcPts val="375"/>
              </a:spcBef>
              <a:spcAft>
                <a:spcPts val="1000"/>
              </a:spcAft>
              <a:buFont typeface="Arial"/>
              <a:buChar char="•"/>
            </a:pPr>
            <a:r>
              <a:rPr lang="pt-BR" sz="2200">
                <a:ea typeface="+mn-lt"/>
                <a:cs typeface="+mn-lt"/>
              </a:rPr>
              <a:t>Em linha de comando, usa-se </a:t>
            </a:r>
            <a:r>
              <a:rPr lang="pt-BR" sz="2000" b="1">
                <a:latin typeface="Courier New"/>
                <a:ea typeface="+mn-lt"/>
                <a:cs typeface="+mn-lt"/>
              </a:rPr>
              <a:t>"apt-get"</a:t>
            </a:r>
            <a:r>
              <a:rPr lang="pt-BR" sz="2200">
                <a:ea typeface="+mn-lt"/>
                <a:cs typeface="+mn-lt"/>
              </a:rPr>
              <a:t> para baixar pacotes, o que faz muitos se referirem ao Apt como apt-get, o que não está correto.</a:t>
            </a:r>
            <a:endParaRPr lang="pt-BR" sz="2200" dirty="0">
              <a:ea typeface="+mn-lt"/>
              <a:cs typeface="+mn-lt"/>
            </a:endParaRPr>
          </a:p>
        </p:txBody>
      </p:sp>
    </p:spTree>
    <p:extLst>
      <p:ext uri="{BB962C8B-B14F-4D97-AF65-F5344CB8AC3E}">
        <p14:creationId xmlns:p14="http://schemas.microsoft.com/office/powerpoint/2010/main" val="2291233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Ferramenta APT</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75117"/>
            <a:ext cx="11700294" cy="4977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Aft>
                <a:spcPts val="1000"/>
              </a:spcAft>
              <a:buFont typeface="Arial"/>
              <a:buChar char="•"/>
            </a:pPr>
            <a:r>
              <a:rPr lang="pt-BR" sz="2200" b="1"/>
              <a:t>Comandos</a:t>
            </a:r>
            <a:endParaRPr lang="pt-BR" sz="2200" b="1" i="1">
              <a:ea typeface="+mn-lt"/>
              <a:cs typeface="+mn-lt"/>
            </a:endParaRPr>
          </a:p>
          <a:p>
            <a:pPr marL="800100" lvl="1" indent="-342900" algn="just">
              <a:buFont typeface="Arial"/>
              <a:buChar char="•"/>
            </a:pPr>
            <a:r>
              <a:rPr lang="pt-BR" sz="2200" b="1">
                <a:ea typeface="+mn-lt"/>
                <a:cs typeface="+mn-lt"/>
              </a:rPr>
              <a:t>update</a:t>
            </a:r>
            <a:r>
              <a:rPr lang="pt-BR" sz="2200">
                <a:ea typeface="+mn-lt"/>
                <a:cs typeface="+mn-lt"/>
              </a:rPr>
              <a:t> - Adquire novas listas de pacotes.</a:t>
            </a:r>
            <a:endParaRPr lang="pt-BR">
              <a:ea typeface="+mn-lt"/>
              <a:cs typeface="+mn-lt"/>
            </a:endParaRPr>
          </a:p>
          <a:p>
            <a:pPr marL="800100" lvl="1" indent="-342900" algn="just">
              <a:buFont typeface="Arial"/>
              <a:buChar char="•"/>
            </a:pPr>
            <a:r>
              <a:rPr lang="pt-BR" sz="2200" b="1">
                <a:ea typeface="+mn-lt"/>
                <a:cs typeface="+mn-lt"/>
              </a:rPr>
              <a:t>upgrade</a:t>
            </a:r>
            <a:r>
              <a:rPr lang="pt-BR" sz="2200">
                <a:ea typeface="+mn-lt"/>
                <a:cs typeface="+mn-lt"/>
              </a:rPr>
              <a:t> - Faz uma atualização.</a:t>
            </a:r>
            <a:endParaRPr lang="pt-BR">
              <a:cs typeface="Calibri"/>
            </a:endParaRPr>
          </a:p>
          <a:p>
            <a:pPr marL="800100" lvl="1" indent="-342900" algn="just">
              <a:buFont typeface="Arial"/>
              <a:buChar char="•"/>
            </a:pPr>
            <a:r>
              <a:rPr lang="pt-BR" sz="2200" b="1">
                <a:ea typeface="+mn-lt"/>
                <a:cs typeface="+mn-lt"/>
              </a:rPr>
              <a:t>install</a:t>
            </a:r>
            <a:r>
              <a:rPr lang="pt-BR" sz="2200">
                <a:ea typeface="+mn-lt"/>
                <a:cs typeface="+mn-lt"/>
              </a:rPr>
              <a:t> - Instala novos pacotes.</a:t>
            </a:r>
            <a:endParaRPr lang="pt-BR">
              <a:cs typeface="Calibri"/>
            </a:endParaRPr>
          </a:p>
          <a:p>
            <a:pPr marL="800100" lvl="1" indent="-342900" algn="just">
              <a:buFont typeface="Arial"/>
              <a:buChar char="•"/>
            </a:pPr>
            <a:r>
              <a:rPr lang="pt-BR" sz="2200" b="1">
                <a:ea typeface="+mn-lt"/>
                <a:cs typeface="+mn-lt"/>
              </a:rPr>
              <a:t>remove</a:t>
            </a:r>
            <a:r>
              <a:rPr lang="pt-BR" sz="2200">
                <a:ea typeface="+mn-lt"/>
                <a:cs typeface="+mn-lt"/>
              </a:rPr>
              <a:t> - Remove um pacote.</a:t>
            </a:r>
            <a:endParaRPr lang="pt-BR">
              <a:cs typeface="Calibri"/>
            </a:endParaRPr>
          </a:p>
          <a:p>
            <a:pPr marL="800100" lvl="1" indent="-342900" algn="just">
              <a:buFont typeface="Arial"/>
              <a:buChar char="•"/>
            </a:pPr>
            <a:r>
              <a:rPr lang="pt-BR" sz="2200" b="1">
                <a:ea typeface="+mn-lt"/>
                <a:cs typeface="+mn-lt"/>
              </a:rPr>
              <a:t>source</a:t>
            </a:r>
            <a:r>
              <a:rPr lang="pt-BR" sz="2200">
                <a:ea typeface="+mn-lt"/>
                <a:cs typeface="+mn-lt"/>
              </a:rPr>
              <a:t> - Faz o download de arquivos fonte.</a:t>
            </a:r>
            <a:endParaRPr lang="pt-BR">
              <a:ea typeface="+mn-lt"/>
              <a:cs typeface="+mn-lt"/>
            </a:endParaRPr>
          </a:p>
          <a:p>
            <a:pPr marL="800100" lvl="1" indent="-342900" algn="just">
              <a:buFont typeface="Arial"/>
              <a:buChar char="•"/>
            </a:pPr>
            <a:r>
              <a:rPr lang="pt-BR" sz="2200" b="1">
                <a:ea typeface="+mn-lt"/>
                <a:cs typeface="+mn-lt"/>
              </a:rPr>
              <a:t>build-dep</a:t>
            </a:r>
            <a:r>
              <a:rPr lang="pt-BR" sz="2200">
                <a:ea typeface="+mn-lt"/>
                <a:cs typeface="+mn-lt"/>
              </a:rPr>
              <a:t> - Configura as dependências de compilação de pacotes fonte.</a:t>
            </a:r>
            <a:endParaRPr lang="pt-BR">
              <a:cs typeface="Calibri"/>
            </a:endParaRPr>
          </a:p>
          <a:p>
            <a:pPr marL="800100" lvl="1" indent="-342900" algn="just">
              <a:buFont typeface="Arial"/>
              <a:buChar char="•"/>
            </a:pPr>
            <a:r>
              <a:rPr lang="pt-BR" sz="2200" b="1">
                <a:ea typeface="+mn-lt"/>
                <a:cs typeface="+mn-lt"/>
              </a:rPr>
              <a:t>dist-upgrade</a:t>
            </a:r>
            <a:r>
              <a:rPr lang="pt-BR" sz="2200">
                <a:ea typeface="+mn-lt"/>
                <a:cs typeface="+mn-lt"/>
              </a:rPr>
              <a:t> - Atualiza a distribuição, consulte apt-get(8).</a:t>
            </a:r>
            <a:endParaRPr lang="pt-BR">
              <a:cs typeface="Calibri"/>
            </a:endParaRPr>
          </a:p>
          <a:p>
            <a:pPr marL="800100" lvl="1" indent="-342900" algn="just">
              <a:buFont typeface="Arial"/>
              <a:buChar char="•"/>
            </a:pPr>
            <a:r>
              <a:rPr lang="pt-BR" sz="2200" b="1">
                <a:ea typeface="+mn-lt"/>
                <a:cs typeface="+mn-lt"/>
              </a:rPr>
              <a:t>dselect-upgrade</a:t>
            </a:r>
            <a:r>
              <a:rPr lang="pt-BR" sz="2200">
                <a:ea typeface="+mn-lt"/>
                <a:cs typeface="+mn-lt"/>
              </a:rPr>
              <a:t> - Segue as seleções do dselect.</a:t>
            </a:r>
            <a:endParaRPr lang="pt-BR">
              <a:cs typeface="Calibri"/>
            </a:endParaRPr>
          </a:p>
          <a:p>
            <a:pPr marL="800100" lvl="1" indent="-342900" algn="just">
              <a:buFont typeface="Arial"/>
              <a:buChar char="•"/>
            </a:pPr>
            <a:r>
              <a:rPr lang="pt-BR" sz="2200" b="1">
                <a:ea typeface="+mn-lt"/>
                <a:cs typeface="+mn-lt"/>
              </a:rPr>
              <a:t>clean</a:t>
            </a:r>
            <a:r>
              <a:rPr lang="pt-BR" sz="2200">
                <a:ea typeface="+mn-lt"/>
                <a:cs typeface="+mn-lt"/>
              </a:rPr>
              <a:t> - Apaga arquivos baixados para instalação.</a:t>
            </a:r>
            <a:endParaRPr lang="pt-BR">
              <a:cs typeface="Calibri"/>
            </a:endParaRPr>
          </a:p>
          <a:p>
            <a:pPr marL="800100" lvl="1" indent="-342900" algn="just">
              <a:buFont typeface="Arial"/>
              <a:buChar char="•"/>
            </a:pPr>
            <a:r>
              <a:rPr lang="pt-BR" sz="2200" b="1">
                <a:ea typeface="+mn-lt"/>
                <a:cs typeface="+mn-lt"/>
              </a:rPr>
              <a:t>autoclean</a:t>
            </a:r>
            <a:r>
              <a:rPr lang="pt-BR" sz="2200">
                <a:ea typeface="+mn-lt"/>
                <a:cs typeface="+mn-lt"/>
              </a:rPr>
              <a:t> - Apaga arquivos antigos baixados para instalação.</a:t>
            </a:r>
            <a:endParaRPr lang="pt-BR">
              <a:cs typeface="Calibri"/>
            </a:endParaRPr>
          </a:p>
          <a:p>
            <a:pPr marL="800100" lvl="1" indent="-342900" algn="just">
              <a:buFont typeface="Arial"/>
              <a:buChar char="•"/>
            </a:pPr>
            <a:r>
              <a:rPr lang="pt-BR" sz="2200" b="1">
                <a:ea typeface="+mn-lt"/>
                <a:cs typeface="+mn-lt"/>
              </a:rPr>
              <a:t>check</a:t>
            </a:r>
            <a:r>
              <a:rPr lang="pt-BR" sz="2200">
                <a:ea typeface="+mn-lt"/>
                <a:cs typeface="+mn-lt"/>
              </a:rPr>
              <a:t> - Verifica se não há dependências quebradas.</a:t>
            </a:r>
            <a:endParaRPr lang="pt-BR">
              <a:cs typeface="Calibri"/>
            </a:endParaRPr>
          </a:p>
          <a:p>
            <a:pPr marL="800100" lvl="1" indent="-342900" algn="just">
              <a:buFont typeface="Arial"/>
              <a:buChar char="•"/>
            </a:pPr>
            <a:r>
              <a:rPr lang="pt-BR" sz="2200" b="1">
                <a:ea typeface="+mn-lt"/>
                <a:cs typeface="+mn-lt"/>
              </a:rPr>
              <a:t>purge</a:t>
            </a:r>
            <a:r>
              <a:rPr lang="pt-BR" sz="2200">
                <a:ea typeface="+mn-lt"/>
                <a:cs typeface="+mn-lt"/>
              </a:rPr>
              <a:t> - Remove pacotes e os arquivos dos pacotes de configuração.</a:t>
            </a:r>
            <a:endParaRPr lang="pt-BR">
              <a:ea typeface="+mn-lt"/>
              <a:cs typeface="+mn-lt"/>
            </a:endParaRPr>
          </a:p>
          <a:p>
            <a:pPr marL="342900" indent="-342900" algn="just">
              <a:lnSpc>
                <a:spcPct val="90000"/>
              </a:lnSpc>
              <a:spcBef>
                <a:spcPts val="375"/>
              </a:spcBef>
              <a:spcAft>
                <a:spcPts val="1000"/>
              </a:spcAft>
              <a:buFont typeface="Arial"/>
              <a:buChar char="•"/>
            </a:pPr>
            <a:endParaRPr lang="pt-BR" sz="2200" dirty="0">
              <a:ea typeface="+mn-lt"/>
              <a:cs typeface="+mn-lt"/>
            </a:endParaRPr>
          </a:p>
        </p:txBody>
      </p:sp>
    </p:spTree>
    <p:extLst>
      <p:ext uri="{BB962C8B-B14F-4D97-AF65-F5344CB8AC3E}">
        <p14:creationId xmlns:p14="http://schemas.microsoft.com/office/powerpoint/2010/main" val="3208459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400" b="1">
                <a:ea typeface="+mn-lt"/>
                <a:cs typeface="+mn-lt"/>
              </a:rPr>
              <a:t>Sistema Operacional Linux</a:t>
            </a:r>
          </a:p>
          <a:p>
            <a:pPr algn="ctr"/>
            <a:r>
              <a:rPr lang="pt-BR" sz="2400" i="1">
                <a:ea typeface="+mn-lt"/>
                <a:cs typeface="+mn-lt"/>
              </a:rPr>
              <a:t>Ferramenta APT</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475117"/>
            <a:ext cx="11700294" cy="39446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pt-BR" sz="2200" b="1"/>
              <a:t>Características</a:t>
            </a:r>
            <a:endParaRPr lang="pt-BR">
              <a:cs typeface="Calibri"/>
            </a:endParaRPr>
          </a:p>
          <a:p>
            <a:pPr marL="800100" lvl="1" indent="-342900" algn="just">
              <a:buFont typeface="Arial"/>
              <a:buChar char="•"/>
            </a:pPr>
            <a:r>
              <a:rPr lang="pt-BR" sz="2200">
                <a:ea typeface="+mn-lt"/>
                <a:cs typeface="+mn-lt"/>
              </a:rPr>
              <a:t>O APT normalmente faz o download de arquivos </a:t>
            </a:r>
            <a:r>
              <a:rPr lang="pt-BR" sz="2200" i="1">
                <a:ea typeface="+mn-lt"/>
                <a:cs typeface="+mn-lt"/>
              </a:rPr>
              <a:t>.deb</a:t>
            </a:r>
            <a:r>
              <a:rPr lang="pt-BR" sz="2200">
                <a:ea typeface="+mn-lt"/>
                <a:cs typeface="+mn-lt"/>
              </a:rPr>
              <a:t>, que são instalados usando o </a:t>
            </a:r>
            <a:r>
              <a:rPr lang="pt-BR" sz="2200" b="1">
                <a:ea typeface="+mn-lt"/>
                <a:cs typeface="+mn-lt"/>
              </a:rPr>
              <a:t>dpkg</a:t>
            </a:r>
            <a:r>
              <a:rPr lang="pt-BR" sz="2200">
                <a:ea typeface="+mn-lt"/>
                <a:cs typeface="+mn-lt"/>
              </a:rPr>
              <a:t>, mas o APT também funciona com  RPM, pelo </a:t>
            </a:r>
            <a:r>
              <a:rPr lang="pt-BR" sz="2200" i="1">
                <a:ea typeface="+mn-lt"/>
                <a:cs typeface="+mn-lt"/>
              </a:rPr>
              <a:t>APT-RPM</a:t>
            </a:r>
            <a:r>
              <a:rPr lang="pt-BR" sz="2200">
                <a:ea typeface="+mn-lt"/>
                <a:cs typeface="+mn-lt"/>
              </a:rPr>
              <a:t>.</a:t>
            </a:r>
            <a:endParaRPr lang="pt-BR">
              <a:cs typeface="Calibri"/>
            </a:endParaRPr>
          </a:p>
          <a:p>
            <a:pPr marL="800100" lvl="1" indent="-342900" algn="just">
              <a:buFont typeface="Arial"/>
              <a:buChar char="•"/>
            </a:pPr>
            <a:r>
              <a:rPr lang="pt-BR" sz="2200">
                <a:ea typeface="+mn-lt"/>
                <a:cs typeface="+mn-lt"/>
              </a:rPr>
              <a:t>Os arquivos de configuração do APT estão em </a:t>
            </a:r>
            <a:r>
              <a:rPr lang="pt-BR" sz="2200" i="1">
                <a:ea typeface="+mn-lt"/>
                <a:cs typeface="+mn-lt"/>
              </a:rPr>
              <a:t>/etc/apt/sources.list</a:t>
            </a:r>
            <a:r>
              <a:rPr lang="pt-BR" sz="2200">
                <a:ea typeface="+mn-lt"/>
                <a:cs typeface="+mn-lt"/>
              </a:rPr>
              <a:t>.</a:t>
            </a:r>
          </a:p>
          <a:p>
            <a:pPr marL="800100" lvl="1" indent="-342900" algn="just">
              <a:buFont typeface="Arial"/>
              <a:buChar char="•"/>
            </a:pPr>
            <a:endParaRPr lang="pt-BR" sz="2200" dirty="0">
              <a:cs typeface="Calibri"/>
            </a:endParaRPr>
          </a:p>
          <a:p>
            <a:pPr marL="800100" lvl="1" indent="-342900" algn="just">
              <a:buFont typeface="Arial"/>
              <a:buChar char="•"/>
            </a:pPr>
            <a:endParaRPr lang="pt-BR" sz="2200" dirty="0">
              <a:cs typeface="Calibri"/>
            </a:endParaRPr>
          </a:p>
          <a:p>
            <a:pPr marL="342900" indent="-342900" algn="just">
              <a:buFont typeface="Arial"/>
              <a:buChar char="•"/>
            </a:pPr>
            <a:r>
              <a:rPr lang="pt-BR" sz="2200" dirty="0">
                <a:ea typeface="+mn-lt"/>
                <a:cs typeface="+mn-lt"/>
              </a:rPr>
              <a:t>O </a:t>
            </a:r>
            <a:r>
              <a:rPr lang="pt-BR" sz="2200" b="1">
                <a:ea typeface="+mn-lt"/>
                <a:cs typeface="+mn-lt"/>
              </a:rPr>
              <a:t>Yellowdog Updater Modified</a:t>
            </a:r>
            <a:r>
              <a:rPr lang="pt-BR" sz="2200" dirty="0">
                <a:ea typeface="+mn-lt"/>
                <a:cs typeface="+mn-lt"/>
              </a:rPr>
              <a:t> também  conhecido como </a:t>
            </a:r>
            <a:r>
              <a:rPr lang="pt-BR" sz="2200" b="1" dirty="0">
                <a:ea typeface="+mn-lt"/>
                <a:cs typeface="+mn-lt"/>
              </a:rPr>
              <a:t>YUM</a:t>
            </a:r>
            <a:r>
              <a:rPr lang="pt-BR" sz="2200" dirty="0">
                <a:ea typeface="+mn-lt"/>
                <a:cs typeface="+mn-lt"/>
              </a:rPr>
              <a:t> é uma ferramenta utilizada para gerenciar a instalação e remoção de pacotes que utilizam o sistema RPM. É um gerenciador de pacotes de arquivos similar ao APT que lida automaticamente com dependências computando-as e resolvendo o que deve ser feito para tratá-las. Trabalha com formato .rpm de pacotes de arquivos.</a:t>
            </a:r>
            <a:endParaRPr lang="pt-BR" sz="2200" baseline="30000" dirty="0">
              <a:ea typeface="+mn-lt"/>
              <a:cs typeface="+mn-lt"/>
            </a:endParaRPr>
          </a:p>
        </p:txBody>
      </p:sp>
    </p:spTree>
    <p:extLst>
      <p:ext uri="{BB962C8B-B14F-4D97-AF65-F5344CB8AC3E}">
        <p14:creationId xmlns:p14="http://schemas.microsoft.com/office/powerpoint/2010/main" val="1298804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39940" name="AutoShape 4"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 name="Imagem 4" descr="Uma imagem contendo faca, mesa&#10;&#10;Descrição gerada com muito alta confiança">
            <a:extLst>
              <a:ext uri="{FF2B5EF4-FFF2-40B4-BE49-F238E27FC236}">
                <a16:creationId xmlns:a16="http://schemas.microsoft.com/office/drawing/2014/main" id="{B63663D3-7F22-4EDA-93C9-D096C6C5C327}"/>
              </a:ext>
            </a:extLst>
          </p:cNvPr>
          <p:cNvPicPr>
            <a:picLocks noChangeAspect="1"/>
          </p:cNvPicPr>
          <p:nvPr/>
        </p:nvPicPr>
        <p:blipFill>
          <a:blip r:embed="rId2"/>
          <a:stretch>
            <a:fillRect/>
          </a:stretch>
        </p:blipFill>
        <p:spPr>
          <a:xfrm>
            <a:off x="66136" y="214865"/>
            <a:ext cx="2743200" cy="907366"/>
          </a:xfrm>
          <a:prstGeom prst="rect">
            <a:avLst/>
          </a:prstGeom>
        </p:spPr>
      </p:pic>
      <p:sp>
        <p:nvSpPr>
          <p:cNvPr id="4" name="CaixaDeTexto 3">
            <a:extLst>
              <a:ext uri="{FF2B5EF4-FFF2-40B4-BE49-F238E27FC236}">
                <a16:creationId xmlns:a16="http://schemas.microsoft.com/office/drawing/2014/main" id="{38473EF7-5FA0-4FD2-8C41-5AB04D0B7A92}"/>
              </a:ext>
            </a:extLst>
          </p:cNvPr>
          <p:cNvSpPr txBox="1"/>
          <p:nvPr/>
        </p:nvSpPr>
        <p:spPr>
          <a:xfrm>
            <a:off x="3646099" y="253043"/>
            <a:ext cx="492855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2800" b="1">
                <a:ea typeface="+mn-lt"/>
                <a:cs typeface="+mn-lt"/>
              </a:rPr>
              <a:t>Resumo</a:t>
            </a:r>
            <a:endParaRPr lang="pt-BR"/>
          </a:p>
        </p:txBody>
      </p:sp>
      <p:sp>
        <p:nvSpPr>
          <p:cNvPr id="5" name="Retângulo 4">
            <a:extLst>
              <a:ext uri="{FF2B5EF4-FFF2-40B4-BE49-F238E27FC236}">
                <a16:creationId xmlns:a16="http://schemas.microsoft.com/office/drawing/2014/main" id="{D34DB00C-18D5-4E09-8282-62BB63EA1769}"/>
              </a:ext>
            </a:extLst>
          </p:cNvPr>
          <p:cNvSpPr/>
          <p:nvPr/>
        </p:nvSpPr>
        <p:spPr>
          <a:xfrm>
            <a:off x="103518" y="10064"/>
            <a:ext cx="11976337" cy="2156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B1434DD-739D-48EE-822A-8E8DCC1A72EA}"/>
              </a:ext>
            </a:extLst>
          </p:cNvPr>
          <p:cNvSpPr txBox="1"/>
          <p:nvPr/>
        </p:nvSpPr>
        <p:spPr>
          <a:xfrm>
            <a:off x="253041" y="1503873"/>
            <a:ext cx="11700294" cy="444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90000"/>
              </a:lnSpc>
              <a:spcBef>
                <a:spcPts val="750"/>
              </a:spcBef>
              <a:buFont typeface="Arial"/>
              <a:buChar char="•"/>
            </a:pPr>
            <a:r>
              <a:rPr lang="pt-BR" sz="2100" b="1" dirty="0">
                <a:ea typeface="+mn-lt"/>
                <a:cs typeface="+mn-lt"/>
              </a:rPr>
              <a:t>Sistema Operacional Linux</a:t>
            </a:r>
            <a:br>
              <a:rPr lang="pt-BR" sz="2100" b="1" dirty="0">
                <a:ea typeface="+mn-lt"/>
                <a:cs typeface="+mn-lt"/>
              </a:rPr>
            </a:br>
            <a:br>
              <a:rPr lang="pt-BR" sz="2100" b="1" dirty="0">
                <a:ea typeface="+mn-lt"/>
                <a:cs typeface="+mn-lt"/>
              </a:rPr>
            </a:br>
            <a:r>
              <a:rPr lang="pt-BR" sz="2100" dirty="0">
                <a:ea typeface="+mn-lt"/>
                <a:cs typeface="+mn-lt"/>
              </a:rPr>
              <a:t>=&gt;</a:t>
            </a:r>
            <a:r>
              <a:rPr lang="pt-BR" sz="2000" dirty="0">
                <a:ea typeface="+mn-lt"/>
                <a:cs typeface="+mn-lt"/>
              </a:rPr>
              <a:t> Introdução</a:t>
            </a:r>
            <a:br>
              <a:rPr lang="pt-BR" sz="2000" dirty="0">
                <a:ea typeface="+mn-lt"/>
                <a:cs typeface="+mn-lt"/>
              </a:rPr>
            </a:br>
            <a:br>
              <a:rPr lang="pt-BR" sz="2000" dirty="0">
                <a:ea typeface="+mn-lt"/>
                <a:cs typeface="+mn-lt"/>
              </a:rPr>
            </a:br>
            <a:r>
              <a:rPr lang="pt-BR" sz="2100">
                <a:ea typeface="+mn-lt"/>
                <a:cs typeface="+mn-lt"/>
              </a:rPr>
              <a:t>=&gt; Software Livre</a:t>
            </a:r>
            <a:br>
              <a:rPr lang="pt-BR" sz="2100" dirty="0">
                <a:ea typeface="+mn-lt"/>
                <a:cs typeface="+mn-lt"/>
              </a:rPr>
            </a:br>
            <a:br>
              <a:rPr lang="pt-BR" sz="2100" dirty="0">
                <a:ea typeface="+mn-lt"/>
                <a:cs typeface="+mn-lt"/>
              </a:rPr>
            </a:br>
            <a:r>
              <a:rPr lang="pt-BR" sz="2100">
                <a:ea typeface="+mn-lt"/>
                <a:cs typeface="+mn-lt"/>
              </a:rPr>
              <a:t>=&gt; Distribuições</a:t>
            </a:r>
            <a:br>
              <a:rPr lang="pt-BR" sz="2100" dirty="0">
                <a:ea typeface="+mn-lt"/>
                <a:cs typeface="+mn-lt"/>
              </a:rPr>
            </a:br>
            <a:br>
              <a:rPr lang="pt-BR" sz="2100" dirty="0">
                <a:ea typeface="+mn-lt"/>
                <a:cs typeface="+mn-lt"/>
              </a:rPr>
            </a:br>
            <a:r>
              <a:rPr lang="pt-BR" sz="2100">
                <a:ea typeface="+mn-lt"/>
                <a:cs typeface="+mn-lt"/>
              </a:rPr>
              <a:t>=&gt; Diretórios Linux</a:t>
            </a:r>
            <a:br>
              <a:rPr lang="pt-BR" sz="2100" dirty="0">
                <a:ea typeface="+mn-lt"/>
                <a:cs typeface="+mn-lt"/>
              </a:rPr>
            </a:br>
            <a:br>
              <a:rPr lang="pt-BR" sz="2100" dirty="0">
                <a:ea typeface="+mn-lt"/>
                <a:cs typeface="+mn-lt"/>
              </a:rPr>
            </a:br>
            <a:r>
              <a:rPr lang="pt-BR" sz="2100">
                <a:ea typeface="+mn-lt"/>
                <a:cs typeface="+mn-lt"/>
              </a:rPr>
              <a:t>=&gt; Modo texto</a:t>
            </a:r>
            <a:br>
              <a:rPr lang="pt-BR" sz="2100" dirty="0">
                <a:ea typeface="+mn-lt"/>
                <a:cs typeface="+mn-lt"/>
              </a:rPr>
            </a:br>
            <a:br>
              <a:rPr lang="pt-BR" sz="2100" dirty="0">
                <a:ea typeface="+mn-lt"/>
                <a:cs typeface="+mn-lt"/>
              </a:rPr>
            </a:br>
            <a:r>
              <a:rPr lang="pt-BR" sz="2100">
                <a:ea typeface="+mn-lt"/>
                <a:cs typeface="+mn-lt"/>
              </a:rPr>
              <a:t>=&gt; Comandos do BASH</a:t>
            </a:r>
            <a:br>
              <a:rPr lang="pt-BR" sz="2100" dirty="0">
                <a:ea typeface="+mn-lt"/>
                <a:cs typeface="+mn-lt"/>
              </a:rPr>
            </a:br>
            <a:br>
              <a:rPr lang="pt-BR" sz="2100" dirty="0">
                <a:ea typeface="+mn-lt"/>
                <a:cs typeface="+mn-lt"/>
              </a:rPr>
            </a:br>
            <a:r>
              <a:rPr lang="pt-BR" sz="2100">
                <a:ea typeface="+mn-lt"/>
                <a:cs typeface="+mn-lt"/>
              </a:rPr>
              <a:t>=&gt; Ferramenta APT</a:t>
            </a:r>
            <a:endParaRPr lang="pt-BR" sz="2100" dirty="0">
              <a:ea typeface="+mn-lt"/>
              <a:cs typeface="+mn-lt"/>
            </a:endParaRPr>
          </a:p>
        </p:txBody>
      </p:sp>
      <p:pic>
        <p:nvPicPr>
          <p:cNvPr id="2" name="Imagem 6" descr="Uma imagem contendo desenho, luz, pássaro&#10;&#10;Descrição gerada automaticamente">
            <a:extLst>
              <a:ext uri="{FF2B5EF4-FFF2-40B4-BE49-F238E27FC236}">
                <a16:creationId xmlns:a16="http://schemas.microsoft.com/office/drawing/2014/main" id="{AA981626-84AE-4AD4-8ECE-DD0ECAE6F7F7}"/>
              </a:ext>
            </a:extLst>
          </p:cNvPr>
          <p:cNvPicPr>
            <a:picLocks noChangeAspect="1"/>
          </p:cNvPicPr>
          <p:nvPr/>
        </p:nvPicPr>
        <p:blipFill>
          <a:blip r:embed="rId3"/>
          <a:stretch>
            <a:fillRect/>
          </a:stretch>
        </p:blipFill>
        <p:spPr>
          <a:xfrm>
            <a:off x="8074325" y="2645229"/>
            <a:ext cx="2743200" cy="1567543"/>
          </a:xfrm>
          <a:prstGeom prst="rect">
            <a:avLst/>
          </a:prstGeom>
        </p:spPr>
      </p:pic>
    </p:spTree>
    <p:extLst>
      <p:ext uri="{BB962C8B-B14F-4D97-AF65-F5344CB8AC3E}">
        <p14:creationId xmlns:p14="http://schemas.microsoft.com/office/powerpoint/2010/main" val="337133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4" descr="Uma imagem contendo faca, mesa&#10;&#10;Descrição gerada com muito alta confiança">
            <a:extLst>
              <a:ext uri="{FF2B5EF4-FFF2-40B4-BE49-F238E27FC236}">
                <a16:creationId xmlns:a16="http://schemas.microsoft.com/office/drawing/2014/main" id="{E085A284-484B-456B-B4E2-7488A6570D21}"/>
              </a:ext>
            </a:extLst>
          </p:cNvPr>
          <p:cNvPicPr>
            <a:picLocks noChangeAspect="1"/>
          </p:cNvPicPr>
          <p:nvPr/>
        </p:nvPicPr>
        <p:blipFill>
          <a:blip r:embed="rId2"/>
          <a:stretch>
            <a:fillRect/>
          </a:stretch>
        </p:blipFill>
        <p:spPr>
          <a:xfrm>
            <a:off x="66136" y="214865"/>
            <a:ext cx="2743200" cy="907366"/>
          </a:xfrm>
          <a:prstGeom prst="rect">
            <a:avLst/>
          </a:prstGeom>
        </p:spPr>
      </p:pic>
      <p:sp>
        <p:nvSpPr>
          <p:cNvPr id="7" name="TextBox 6">
            <a:extLst>
              <a:ext uri="{FF2B5EF4-FFF2-40B4-BE49-F238E27FC236}">
                <a16:creationId xmlns:a16="http://schemas.microsoft.com/office/drawing/2014/main" id="{50C22CAF-7658-453A-A95D-424154294C89}"/>
              </a:ext>
            </a:extLst>
          </p:cNvPr>
          <p:cNvSpPr txBox="1"/>
          <p:nvPr/>
        </p:nvSpPr>
        <p:spPr>
          <a:xfrm>
            <a:off x="641231" y="2539042"/>
            <a:ext cx="1092391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200">
              <a:cs typeface="Calibri"/>
            </a:endParaRPr>
          </a:p>
        </p:txBody>
      </p:sp>
      <p:sp>
        <p:nvSpPr>
          <p:cNvPr id="11" name="TextBox 10">
            <a:extLst>
              <a:ext uri="{FF2B5EF4-FFF2-40B4-BE49-F238E27FC236}">
                <a16:creationId xmlns:a16="http://schemas.microsoft.com/office/drawing/2014/main" id="{EE121C3C-328D-469F-99DD-B1DA32E3FD0D}"/>
              </a:ext>
            </a:extLst>
          </p:cNvPr>
          <p:cNvSpPr txBox="1"/>
          <p:nvPr/>
        </p:nvSpPr>
        <p:spPr>
          <a:xfrm>
            <a:off x="641230" y="396815"/>
            <a:ext cx="109239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3000" dirty="0">
                <a:ea typeface="+mn-lt"/>
                <a:cs typeface="+mn-lt"/>
              </a:rPr>
              <a:t>Referências</a:t>
            </a:r>
            <a:r>
              <a:rPr lang="pt-BR" sz="3000" b="1" dirty="0">
                <a:ea typeface="+mn-lt"/>
                <a:cs typeface="+mn-lt"/>
              </a:rPr>
              <a:t> </a:t>
            </a:r>
            <a:endParaRPr lang="pt-BR" sz="3000" b="1" dirty="0">
              <a:cs typeface="Calibri"/>
            </a:endParaRPr>
          </a:p>
        </p:txBody>
      </p:sp>
      <p:sp>
        <p:nvSpPr>
          <p:cNvPr id="2" name="TextBox 1">
            <a:extLst>
              <a:ext uri="{FF2B5EF4-FFF2-40B4-BE49-F238E27FC236}">
                <a16:creationId xmlns:a16="http://schemas.microsoft.com/office/drawing/2014/main" id="{06365182-1347-4B38-9A11-A47AF08BDDA5}"/>
              </a:ext>
            </a:extLst>
          </p:cNvPr>
          <p:cNvSpPr txBox="1"/>
          <p:nvPr/>
        </p:nvSpPr>
        <p:spPr>
          <a:xfrm>
            <a:off x="353683" y="2122098"/>
            <a:ext cx="1149901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err="1">
                <a:ea typeface="+mn-lt"/>
                <a:cs typeface="+mn-lt"/>
              </a:rPr>
              <a:t>Referências</a:t>
            </a:r>
            <a:r>
              <a:rPr lang="en-US" b="1" dirty="0">
                <a:ea typeface="+mn-lt"/>
                <a:cs typeface="+mn-lt"/>
              </a:rPr>
              <a:t> </a:t>
            </a:r>
            <a:r>
              <a:rPr lang="en-US" b="1" dirty="0" err="1">
                <a:ea typeface="+mn-lt"/>
                <a:cs typeface="+mn-lt"/>
              </a:rPr>
              <a:t>Básicas</a:t>
            </a:r>
            <a:endParaRPr lang="pt-BR" b="1" dirty="0" err="1"/>
          </a:p>
          <a:p>
            <a:pPr algn="just"/>
            <a:r>
              <a:rPr lang="en-US" dirty="0" err="1">
                <a:ea typeface="+mn-lt"/>
                <a:cs typeface="+mn-lt"/>
              </a:rPr>
              <a:t>Livro</a:t>
            </a:r>
            <a:r>
              <a:rPr lang="en-US" dirty="0">
                <a:ea typeface="+mn-lt"/>
                <a:cs typeface="+mn-lt"/>
              </a:rPr>
              <a:t> DEITEL, Harvey M.; DEITEL, Paul J.; CHOFFNES, David R. Sistemas </a:t>
            </a:r>
            <a:r>
              <a:rPr lang="en-US" dirty="0" err="1">
                <a:ea typeface="+mn-lt"/>
                <a:cs typeface="+mn-lt"/>
              </a:rPr>
              <a:t>Operacionais</a:t>
            </a:r>
            <a:r>
              <a:rPr lang="en-US" dirty="0">
                <a:ea typeface="+mn-lt"/>
                <a:cs typeface="+mn-lt"/>
              </a:rPr>
              <a:t>. 3ª </a:t>
            </a:r>
            <a:r>
              <a:rPr lang="en-US" dirty="0" err="1">
                <a:ea typeface="+mn-lt"/>
                <a:cs typeface="+mn-lt"/>
              </a:rPr>
              <a:t>Edição</a:t>
            </a:r>
            <a:r>
              <a:rPr lang="en-US" dirty="0">
                <a:ea typeface="+mn-lt"/>
                <a:cs typeface="+mn-lt"/>
              </a:rPr>
              <a:t>. São Paulo: Pearson Prentice Hall, 2005.</a:t>
            </a:r>
            <a:endParaRPr lang="en-US" dirty="0">
              <a:cs typeface="Calibri"/>
            </a:endParaRPr>
          </a:p>
          <a:p>
            <a:pPr algn="just"/>
            <a:r>
              <a:rPr lang="en-US" dirty="0" err="1">
                <a:ea typeface="+mn-lt"/>
                <a:cs typeface="+mn-lt"/>
              </a:rPr>
              <a:t>Livro</a:t>
            </a:r>
            <a:r>
              <a:rPr lang="en-US" dirty="0">
                <a:ea typeface="+mn-lt"/>
                <a:cs typeface="+mn-lt"/>
              </a:rPr>
              <a:t> GONÇALVES FILHO, </a:t>
            </a:r>
            <a:r>
              <a:rPr lang="en-US" dirty="0" err="1">
                <a:ea typeface="+mn-lt"/>
                <a:cs typeface="+mn-lt"/>
              </a:rPr>
              <a:t>Aurélio</a:t>
            </a:r>
            <a:r>
              <a:rPr lang="en-US" dirty="0">
                <a:ea typeface="+mn-lt"/>
                <a:cs typeface="+mn-lt"/>
              </a:rPr>
              <a:t>; BAROLLI, Elisabeth. </a:t>
            </a:r>
            <a:r>
              <a:rPr lang="en-US" dirty="0" err="1">
                <a:ea typeface="+mn-lt"/>
                <a:cs typeface="+mn-lt"/>
              </a:rPr>
              <a:t>Instalação</a:t>
            </a:r>
            <a:r>
              <a:rPr lang="en-US" dirty="0">
                <a:ea typeface="+mn-lt"/>
                <a:cs typeface="+mn-lt"/>
              </a:rPr>
              <a:t> </a:t>
            </a:r>
            <a:r>
              <a:rPr lang="en-US" dirty="0" err="1">
                <a:ea typeface="+mn-lt"/>
                <a:cs typeface="+mn-lt"/>
              </a:rPr>
              <a:t>elétrica</a:t>
            </a:r>
            <a:r>
              <a:rPr lang="en-US" dirty="0">
                <a:ea typeface="+mn-lt"/>
                <a:cs typeface="+mn-lt"/>
              </a:rPr>
              <a:t>: </a:t>
            </a:r>
            <a:r>
              <a:rPr lang="en-US" dirty="0" err="1">
                <a:ea typeface="+mn-lt"/>
                <a:cs typeface="+mn-lt"/>
              </a:rPr>
              <a:t>investigando</a:t>
            </a:r>
            <a:r>
              <a:rPr lang="en-US" dirty="0">
                <a:ea typeface="+mn-lt"/>
                <a:cs typeface="+mn-lt"/>
              </a:rPr>
              <a:t> e </a:t>
            </a:r>
            <a:r>
              <a:rPr lang="en-US" dirty="0" err="1">
                <a:ea typeface="+mn-lt"/>
                <a:cs typeface="+mn-lt"/>
              </a:rPr>
              <a:t>aprendendo</a:t>
            </a:r>
            <a:r>
              <a:rPr lang="en-US" dirty="0">
                <a:ea typeface="+mn-lt"/>
                <a:cs typeface="+mn-lt"/>
              </a:rPr>
              <a:t>. 5ª. ed. São Paulo, SP: Scipione, 1997.</a:t>
            </a:r>
            <a:endParaRPr lang="en-US">
              <a:cs typeface="Calibri"/>
            </a:endParaRPr>
          </a:p>
          <a:p>
            <a:pPr algn="just"/>
            <a:r>
              <a:rPr lang="en-US" dirty="0" err="1">
                <a:ea typeface="+mn-lt"/>
                <a:cs typeface="+mn-lt"/>
              </a:rPr>
              <a:t>Livro</a:t>
            </a:r>
            <a:r>
              <a:rPr lang="en-US" dirty="0">
                <a:ea typeface="+mn-lt"/>
                <a:cs typeface="+mn-lt"/>
              </a:rPr>
              <a:t> MACHADO, Francis B.; MAIA, Luiz Paulo. </a:t>
            </a:r>
            <a:r>
              <a:rPr lang="en-US" dirty="0" err="1">
                <a:ea typeface="+mn-lt"/>
                <a:cs typeface="+mn-lt"/>
              </a:rPr>
              <a:t>Arquitetura</a:t>
            </a:r>
            <a:r>
              <a:rPr lang="en-US" dirty="0">
                <a:ea typeface="+mn-lt"/>
                <a:cs typeface="+mn-lt"/>
              </a:rPr>
              <a:t> de Sistemas </a:t>
            </a:r>
            <a:r>
              <a:rPr lang="en-US" dirty="0" err="1">
                <a:ea typeface="+mn-lt"/>
                <a:cs typeface="+mn-lt"/>
              </a:rPr>
              <a:t>Operacionais</a:t>
            </a:r>
            <a:r>
              <a:rPr lang="en-US" dirty="0">
                <a:ea typeface="+mn-lt"/>
                <a:cs typeface="+mn-lt"/>
              </a:rPr>
              <a:t>. 5ª </a:t>
            </a:r>
            <a:r>
              <a:rPr lang="en-US" dirty="0" err="1">
                <a:ea typeface="+mn-lt"/>
                <a:cs typeface="+mn-lt"/>
              </a:rPr>
              <a:t>Edição</a:t>
            </a:r>
            <a:r>
              <a:rPr lang="en-US" dirty="0">
                <a:ea typeface="+mn-lt"/>
                <a:cs typeface="+mn-lt"/>
              </a:rPr>
              <a:t>. Rio de Janeiro: Editora </a:t>
            </a:r>
            <a:r>
              <a:rPr lang="en-US" dirty="0" err="1">
                <a:ea typeface="+mn-lt"/>
                <a:cs typeface="+mn-lt"/>
              </a:rPr>
              <a:t>Livros</a:t>
            </a:r>
            <a:r>
              <a:rPr lang="en-US" dirty="0">
                <a:ea typeface="+mn-lt"/>
                <a:cs typeface="+mn-lt"/>
              </a:rPr>
              <a:t> </a:t>
            </a:r>
            <a:r>
              <a:rPr lang="en-US" dirty="0" err="1">
                <a:ea typeface="+mn-lt"/>
                <a:cs typeface="+mn-lt"/>
              </a:rPr>
              <a:t>Técnicos</a:t>
            </a:r>
            <a:r>
              <a:rPr lang="en-US" dirty="0">
                <a:ea typeface="+mn-lt"/>
                <a:cs typeface="+mn-lt"/>
              </a:rPr>
              <a:t> e </a:t>
            </a:r>
            <a:r>
              <a:rPr lang="en-US" dirty="0" err="1">
                <a:ea typeface="+mn-lt"/>
                <a:cs typeface="+mn-lt"/>
              </a:rPr>
              <a:t>Científicos</a:t>
            </a:r>
            <a:r>
              <a:rPr lang="en-US" dirty="0">
                <a:ea typeface="+mn-lt"/>
                <a:cs typeface="+mn-lt"/>
              </a:rPr>
              <a:t>, 2013.</a:t>
            </a:r>
          </a:p>
          <a:p>
            <a:pPr algn="just"/>
            <a:r>
              <a:rPr lang="en-US" dirty="0" err="1">
                <a:ea typeface="+mn-lt"/>
                <a:cs typeface="+mn-lt"/>
              </a:rPr>
              <a:t>Livro</a:t>
            </a:r>
            <a:r>
              <a:rPr lang="en-US" dirty="0">
                <a:ea typeface="+mn-lt"/>
                <a:cs typeface="+mn-lt"/>
              </a:rPr>
              <a:t> PATTERSON, David A; HENNESSY, John L. </a:t>
            </a:r>
            <a:r>
              <a:rPr lang="en-US" dirty="0" err="1">
                <a:ea typeface="+mn-lt"/>
                <a:cs typeface="+mn-lt"/>
              </a:rPr>
              <a:t>Organização</a:t>
            </a:r>
            <a:r>
              <a:rPr lang="en-US" dirty="0">
                <a:ea typeface="+mn-lt"/>
                <a:cs typeface="+mn-lt"/>
              </a:rPr>
              <a:t> e </a:t>
            </a:r>
            <a:r>
              <a:rPr lang="en-US" dirty="0" err="1">
                <a:ea typeface="+mn-lt"/>
                <a:cs typeface="+mn-lt"/>
              </a:rPr>
              <a:t>projeto</a:t>
            </a:r>
            <a:r>
              <a:rPr lang="en-US" dirty="0">
                <a:ea typeface="+mn-lt"/>
                <a:cs typeface="+mn-lt"/>
              </a:rPr>
              <a:t> de </a:t>
            </a:r>
            <a:r>
              <a:rPr lang="en-US" dirty="0" err="1">
                <a:ea typeface="+mn-lt"/>
                <a:cs typeface="+mn-lt"/>
              </a:rPr>
              <a:t>computadores</a:t>
            </a:r>
            <a:r>
              <a:rPr lang="en-US" dirty="0">
                <a:ea typeface="+mn-lt"/>
                <a:cs typeface="+mn-lt"/>
              </a:rPr>
              <a:t>. 3ª. ed. Rio de Janeiro: Elsevier, Campus, 2005.</a:t>
            </a:r>
            <a:endParaRPr lang="en-US" dirty="0">
              <a:cs typeface="Calibri"/>
            </a:endParaRPr>
          </a:p>
          <a:p>
            <a:pPr algn="just"/>
            <a:r>
              <a:rPr lang="en-US" dirty="0" err="1">
                <a:ea typeface="+mn-lt"/>
                <a:cs typeface="+mn-lt"/>
              </a:rPr>
              <a:t>Livro</a:t>
            </a:r>
            <a:r>
              <a:rPr lang="en-US" dirty="0">
                <a:ea typeface="+mn-lt"/>
                <a:cs typeface="+mn-lt"/>
              </a:rPr>
              <a:t> STALLINGS, William. </a:t>
            </a:r>
            <a:r>
              <a:rPr lang="en-US" dirty="0" err="1">
                <a:ea typeface="+mn-lt"/>
                <a:cs typeface="+mn-lt"/>
              </a:rPr>
              <a:t>Arquitetura</a:t>
            </a:r>
            <a:r>
              <a:rPr lang="en-US" dirty="0">
                <a:ea typeface="+mn-lt"/>
                <a:cs typeface="+mn-lt"/>
              </a:rPr>
              <a:t> e </a:t>
            </a:r>
            <a:r>
              <a:rPr lang="en-US" dirty="0" err="1">
                <a:ea typeface="+mn-lt"/>
                <a:cs typeface="+mn-lt"/>
              </a:rPr>
              <a:t>organização</a:t>
            </a:r>
            <a:r>
              <a:rPr lang="en-US" dirty="0">
                <a:ea typeface="+mn-lt"/>
                <a:cs typeface="+mn-lt"/>
              </a:rPr>
              <a:t> de </a:t>
            </a:r>
            <a:r>
              <a:rPr lang="en-US" dirty="0" err="1">
                <a:ea typeface="+mn-lt"/>
                <a:cs typeface="+mn-lt"/>
              </a:rPr>
              <a:t>computadores</a:t>
            </a:r>
            <a:r>
              <a:rPr lang="en-US" dirty="0">
                <a:ea typeface="+mn-lt"/>
                <a:cs typeface="+mn-lt"/>
              </a:rPr>
              <a:t>. 8. ed. São Paulo: Pearson Prentice Hall, 2010.</a:t>
            </a:r>
          </a:p>
          <a:p>
            <a:pPr algn="just"/>
            <a:r>
              <a:rPr lang="en-US" dirty="0" err="1">
                <a:ea typeface="+mn-lt"/>
                <a:cs typeface="+mn-lt"/>
              </a:rPr>
              <a:t>Livro</a:t>
            </a:r>
            <a:r>
              <a:rPr lang="en-US" dirty="0">
                <a:ea typeface="+mn-lt"/>
                <a:cs typeface="+mn-lt"/>
              </a:rPr>
              <a:t> TANENBAUM, Andrew S. Sistemas </a:t>
            </a:r>
            <a:r>
              <a:rPr lang="en-US" dirty="0" err="1">
                <a:ea typeface="+mn-lt"/>
                <a:cs typeface="+mn-lt"/>
              </a:rPr>
              <a:t>operacionais</a:t>
            </a:r>
            <a:r>
              <a:rPr lang="en-US" dirty="0">
                <a:ea typeface="+mn-lt"/>
                <a:cs typeface="+mn-lt"/>
              </a:rPr>
              <a:t> </a:t>
            </a:r>
            <a:r>
              <a:rPr lang="en-US" dirty="0" err="1">
                <a:ea typeface="+mn-lt"/>
                <a:cs typeface="+mn-lt"/>
              </a:rPr>
              <a:t>modernos</a:t>
            </a:r>
            <a:r>
              <a:rPr lang="en-US" dirty="0">
                <a:ea typeface="+mn-lt"/>
                <a:cs typeface="+mn-lt"/>
              </a:rPr>
              <a:t>. 3ª. ed. São Paulo: Pearson Prentice Hall, 2010</a:t>
            </a:r>
            <a:endParaRPr lang="en-US" dirty="0"/>
          </a:p>
        </p:txBody>
      </p:sp>
      <p:sp>
        <p:nvSpPr>
          <p:cNvPr id="3" name="Retângulo 2">
            <a:extLst>
              <a:ext uri="{FF2B5EF4-FFF2-40B4-BE49-F238E27FC236}">
                <a16:creationId xmlns:a16="http://schemas.microsoft.com/office/drawing/2014/main" id="{61A23740-EE54-4910-B21A-EBDBEFA1265A}"/>
              </a:ext>
            </a:extLst>
          </p:cNvPr>
          <p:cNvSpPr/>
          <p:nvPr/>
        </p:nvSpPr>
        <p:spPr>
          <a:xfrm>
            <a:off x="161027" y="10064"/>
            <a:ext cx="11861319" cy="201282"/>
          </a:xfrm>
          <a:prstGeom prst="rect">
            <a:avLst/>
          </a:prstGeom>
          <a:solidFill>
            <a:srgbClr val="00B050"/>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441428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4" descr="Uma imagem contendo faca, mesa&#10;&#10;Descrição gerada com muito alta confiança">
            <a:extLst>
              <a:ext uri="{FF2B5EF4-FFF2-40B4-BE49-F238E27FC236}">
                <a16:creationId xmlns:a16="http://schemas.microsoft.com/office/drawing/2014/main" id="{E085A284-484B-456B-B4E2-7488A6570D21}"/>
              </a:ext>
            </a:extLst>
          </p:cNvPr>
          <p:cNvPicPr>
            <a:picLocks noChangeAspect="1"/>
          </p:cNvPicPr>
          <p:nvPr/>
        </p:nvPicPr>
        <p:blipFill>
          <a:blip r:embed="rId2"/>
          <a:stretch>
            <a:fillRect/>
          </a:stretch>
        </p:blipFill>
        <p:spPr>
          <a:xfrm>
            <a:off x="66136" y="214865"/>
            <a:ext cx="2743200" cy="907366"/>
          </a:xfrm>
          <a:prstGeom prst="rect">
            <a:avLst/>
          </a:prstGeom>
        </p:spPr>
      </p:pic>
      <p:sp>
        <p:nvSpPr>
          <p:cNvPr id="7" name="TextBox 6">
            <a:extLst>
              <a:ext uri="{FF2B5EF4-FFF2-40B4-BE49-F238E27FC236}">
                <a16:creationId xmlns:a16="http://schemas.microsoft.com/office/drawing/2014/main" id="{50C22CAF-7658-453A-A95D-424154294C89}"/>
              </a:ext>
            </a:extLst>
          </p:cNvPr>
          <p:cNvSpPr txBox="1"/>
          <p:nvPr/>
        </p:nvSpPr>
        <p:spPr>
          <a:xfrm>
            <a:off x="641231" y="2539042"/>
            <a:ext cx="1092391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200">
              <a:cs typeface="Calibri"/>
            </a:endParaRPr>
          </a:p>
        </p:txBody>
      </p:sp>
      <p:sp>
        <p:nvSpPr>
          <p:cNvPr id="11" name="TextBox 10">
            <a:extLst>
              <a:ext uri="{FF2B5EF4-FFF2-40B4-BE49-F238E27FC236}">
                <a16:creationId xmlns:a16="http://schemas.microsoft.com/office/drawing/2014/main" id="{EE121C3C-328D-469F-99DD-B1DA32E3FD0D}"/>
              </a:ext>
            </a:extLst>
          </p:cNvPr>
          <p:cNvSpPr txBox="1"/>
          <p:nvPr/>
        </p:nvSpPr>
        <p:spPr>
          <a:xfrm>
            <a:off x="641230" y="396815"/>
            <a:ext cx="109239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3000" dirty="0">
                <a:ea typeface="+mn-lt"/>
                <a:cs typeface="+mn-lt"/>
              </a:rPr>
              <a:t>Referências</a:t>
            </a:r>
            <a:r>
              <a:rPr lang="pt-BR" sz="3000" b="1" dirty="0">
                <a:ea typeface="+mn-lt"/>
                <a:cs typeface="+mn-lt"/>
              </a:rPr>
              <a:t> </a:t>
            </a:r>
            <a:endParaRPr lang="pt-BR" sz="3000" b="1" dirty="0">
              <a:cs typeface="Calibri"/>
            </a:endParaRPr>
          </a:p>
        </p:txBody>
      </p:sp>
      <p:sp>
        <p:nvSpPr>
          <p:cNvPr id="2" name="TextBox 1">
            <a:extLst>
              <a:ext uri="{FF2B5EF4-FFF2-40B4-BE49-F238E27FC236}">
                <a16:creationId xmlns:a16="http://schemas.microsoft.com/office/drawing/2014/main" id="{06365182-1347-4B38-9A11-A47AF08BDDA5}"/>
              </a:ext>
            </a:extLst>
          </p:cNvPr>
          <p:cNvSpPr txBox="1"/>
          <p:nvPr/>
        </p:nvSpPr>
        <p:spPr>
          <a:xfrm>
            <a:off x="353683" y="1863305"/>
            <a:ext cx="1149901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err="1">
                <a:ea typeface="+mn-lt"/>
                <a:cs typeface="+mn-lt"/>
              </a:rPr>
              <a:t>Referências</a:t>
            </a:r>
            <a:r>
              <a:rPr lang="en-US" b="1" dirty="0">
                <a:ea typeface="+mn-lt"/>
                <a:cs typeface="+mn-lt"/>
              </a:rPr>
              <a:t> </a:t>
            </a:r>
            <a:r>
              <a:rPr lang="en-US" b="1" err="1">
                <a:ea typeface="+mn-lt"/>
                <a:cs typeface="+mn-lt"/>
              </a:rPr>
              <a:t>Complementares</a:t>
            </a:r>
            <a:endParaRPr lang="en-US" err="1">
              <a:ea typeface="+mn-lt"/>
              <a:cs typeface="+mn-lt"/>
            </a:endParaRPr>
          </a:p>
          <a:p>
            <a:pPr algn="just"/>
            <a:r>
              <a:rPr lang="en-US" dirty="0">
                <a:ea typeface="+mn-lt"/>
                <a:cs typeface="+mn-lt"/>
              </a:rPr>
              <a:t>AHO, Alfred V. </a:t>
            </a:r>
            <a:r>
              <a:rPr lang="en-US" err="1">
                <a:ea typeface="+mn-lt"/>
                <a:cs typeface="+mn-lt"/>
              </a:rPr>
              <a:t>Compiladores</a:t>
            </a:r>
            <a:r>
              <a:rPr lang="en-US" dirty="0">
                <a:ea typeface="+mn-lt"/>
                <a:cs typeface="+mn-lt"/>
              </a:rPr>
              <a:t>: </a:t>
            </a:r>
            <a:r>
              <a:rPr lang="en-US" err="1">
                <a:ea typeface="+mn-lt"/>
                <a:cs typeface="+mn-lt"/>
              </a:rPr>
              <a:t>princípios</a:t>
            </a:r>
            <a:r>
              <a:rPr lang="en-US" dirty="0">
                <a:ea typeface="+mn-lt"/>
                <a:cs typeface="+mn-lt"/>
              </a:rPr>
              <a:t>, </a:t>
            </a:r>
            <a:r>
              <a:rPr lang="en-US" err="1">
                <a:ea typeface="+mn-lt"/>
                <a:cs typeface="+mn-lt"/>
              </a:rPr>
              <a:t>técnicas</a:t>
            </a:r>
            <a:r>
              <a:rPr lang="en-US" dirty="0">
                <a:ea typeface="+mn-lt"/>
                <a:cs typeface="+mn-lt"/>
              </a:rPr>
              <a:t> e ferramentas. 2ª. ed. São Paulo, SP: Pearson Addison Wesley, 2008.</a:t>
            </a:r>
          </a:p>
          <a:p>
            <a:pPr algn="just"/>
            <a:r>
              <a:rPr lang="en-US" dirty="0">
                <a:ea typeface="+mn-lt"/>
                <a:cs typeface="+mn-lt"/>
              </a:rPr>
              <a:t>DAGHLIAN, Jacob. </a:t>
            </a:r>
            <a:r>
              <a:rPr lang="en-US" err="1">
                <a:ea typeface="+mn-lt"/>
                <a:cs typeface="+mn-lt"/>
              </a:rPr>
              <a:t>Lógica</a:t>
            </a:r>
            <a:r>
              <a:rPr lang="en-US" dirty="0">
                <a:ea typeface="+mn-lt"/>
                <a:cs typeface="+mn-lt"/>
              </a:rPr>
              <a:t> e </a:t>
            </a:r>
            <a:r>
              <a:rPr lang="en-US" err="1">
                <a:ea typeface="+mn-lt"/>
                <a:cs typeface="+mn-lt"/>
              </a:rPr>
              <a:t>álgebra</a:t>
            </a:r>
            <a:r>
              <a:rPr lang="en-US" dirty="0">
                <a:ea typeface="+mn-lt"/>
                <a:cs typeface="+mn-lt"/>
              </a:rPr>
              <a:t> de Boole. 4ª. ed. São Paulo: Atlas, 2006.</a:t>
            </a:r>
          </a:p>
          <a:p>
            <a:pPr algn="just"/>
            <a:r>
              <a:rPr lang="en-US" dirty="0">
                <a:ea typeface="+mn-lt"/>
                <a:cs typeface="+mn-lt"/>
              </a:rPr>
              <a:t>KANNO, A. </a:t>
            </a:r>
            <a:r>
              <a:rPr lang="en-US" err="1">
                <a:ea typeface="+mn-lt"/>
                <a:cs typeface="+mn-lt"/>
              </a:rPr>
              <a:t>Eletrônica</a:t>
            </a:r>
            <a:r>
              <a:rPr lang="en-US" dirty="0">
                <a:ea typeface="+mn-lt"/>
                <a:cs typeface="+mn-lt"/>
              </a:rPr>
              <a:t> </a:t>
            </a:r>
            <a:r>
              <a:rPr lang="en-US" err="1">
                <a:ea typeface="+mn-lt"/>
                <a:cs typeface="+mn-lt"/>
              </a:rPr>
              <a:t>básica</a:t>
            </a:r>
            <a:r>
              <a:rPr lang="en-US" dirty="0">
                <a:ea typeface="+mn-lt"/>
                <a:cs typeface="+mn-lt"/>
              </a:rPr>
              <a:t> para </a:t>
            </a:r>
            <a:r>
              <a:rPr lang="en-US" err="1">
                <a:ea typeface="+mn-lt"/>
                <a:cs typeface="+mn-lt"/>
              </a:rPr>
              <a:t>principiantes</a:t>
            </a:r>
            <a:r>
              <a:rPr lang="en-US" dirty="0">
                <a:ea typeface="+mn-lt"/>
                <a:cs typeface="+mn-lt"/>
              </a:rPr>
              <a:t>. São Paulo: Eltec, 2002.</a:t>
            </a:r>
          </a:p>
          <a:p>
            <a:pPr algn="just"/>
            <a:r>
              <a:rPr lang="en-US" dirty="0">
                <a:ea typeface="+mn-lt"/>
                <a:cs typeface="+mn-lt"/>
              </a:rPr>
              <a:t>MONTEIRO, Mário A. (Mario Antônio). </a:t>
            </a:r>
            <a:r>
              <a:rPr lang="en-US" err="1">
                <a:ea typeface="+mn-lt"/>
                <a:cs typeface="+mn-lt"/>
              </a:rPr>
              <a:t>Introdução</a:t>
            </a:r>
            <a:r>
              <a:rPr lang="en-US" dirty="0">
                <a:ea typeface="+mn-lt"/>
                <a:cs typeface="+mn-lt"/>
              </a:rPr>
              <a:t> à </a:t>
            </a:r>
            <a:r>
              <a:rPr lang="en-US" err="1">
                <a:ea typeface="+mn-lt"/>
                <a:cs typeface="+mn-lt"/>
              </a:rPr>
              <a:t>organização</a:t>
            </a:r>
            <a:r>
              <a:rPr lang="en-US" dirty="0">
                <a:ea typeface="+mn-lt"/>
                <a:cs typeface="+mn-lt"/>
              </a:rPr>
              <a:t> de </a:t>
            </a:r>
            <a:r>
              <a:rPr lang="en-US" err="1">
                <a:ea typeface="+mn-lt"/>
                <a:cs typeface="+mn-lt"/>
              </a:rPr>
              <a:t>computadores</a:t>
            </a:r>
            <a:r>
              <a:rPr lang="en-US" dirty="0">
                <a:ea typeface="+mn-lt"/>
                <a:cs typeface="+mn-lt"/>
              </a:rPr>
              <a:t>. 5ª. ed. Rio de Janeiro: </a:t>
            </a:r>
            <a:r>
              <a:rPr lang="en-US" err="1">
                <a:ea typeface="+mn-lt"/>
                <a:cs typeface="+mn-lt"/>
              </a:rPr>
              <a:t>Livros</a:t>
            </a:r>
            <a:r>
              <a:rPr lang="en-US" dirty="0">
                <a:ea typeface="+mn-lt"/>
                <a:cs typeface="+mn-lt"/>
              </a:rPr>
              <a:t> </a:t>
            </a:r>
            <a:r>
              <a:rPr lang="en-US" err="1">
                <a:ea typeface="+mn-lt"/>
                <a:cs typeface="+mn-lt"/>
              </a:rPr>
              <a:t>Técnicos</a:t>
            </a:r>
            <a:r>
              <a:rPr lang="en-US" dirty="0">
                <a:ea typeface="+mn-lt"/>
                <a:cs typeface="+mn-lt"/>
              </a:rPr>
              <a:t> e </a:t>
            </a:r>
            <a:r>
              <a:rPr lang="en-US" err="1">
                <a:ea typeface="+mn-lt"/>
                <a:cs typeface="+mn-lt"/>
              </a:rPr>
              <a:t>Científicos</a:t>
            </a:r>
            <a:r>
              <a:rPr lang="en-US" dirty="0">
                <a:ea typeface="+mn-lt"/>
                <a:cs typeface="+mn-lt"/>
              </a:rPr>
              <a:t>, 2007.</a:t>
            </a:r>
          </a:p>
          <a:p>
            <a:pPr algn="just"/>
            <a:r>
              <a:rPr lang="en-US" dirty="0">
                <a:ea typeface="+mn-lt"/>
                <a:cs typeface="+mn-lt"/>
              </a:rPr>
              <a:t>NEGUS, Christopher. Linux: a </a:t>
            </a:r>
            <a:r>
              <a:rPr lang="en-US" err="1">
                <a:ea typeface="+mn-lt"/>
                <a:cs typeface="+mn-lt"/>
              </a:rPr>
              <a:t>bíblia</a:t>
            </a:r>
            <a:r>
              <a:rPr lang="en-US" dirty="0">
                <a:ea typeface="+mn-lt"/>
                <a:cs typeface="+mn-lt"/>
              </a:rPr>
              <a:t> boot up Ubuntu, Fedora, </a:t>
            </a:r>
            <a:r>
              <a:rPr lang="en-US" err="1">
                <a:ea typeface="+mn-lt"/>
                <a:cs typeface="+mn-lt"/>
              </a:rPr>
              <a:t>Knippix</a:t>
            </a:r>
            <a:r>
              <a:rPr lang="en-US" dirty="0">
                <a:ea typeface="+mn-lt"/>
                <a:cs typeface="+mn-lt"/>
              </a:rPr>
              <a:t>, Debian, Suse e </a:t>
            </a:r>
            <a:r>
              <a:rPr lang="en-US" err="1">
                <a:ea typeface="+mn-lt"/>
                <a:cs typeface="+mn-lt"/>
              </a:rPr>
              <a:t>outras</a:t>
            </a:r>
            <a:r>
              <a:rPr lang="en-US" dirty="0">
                <a:ea typeface="+mn-lt"/>
                <a:cs typeface="+mn-lt"/>
              </a:rPr>
              <a:t>. Rio de Janeiro: Alta Books, 2008.</a:t>
            </a:r>
          </a:p>
          <a:p>
            <a:pPr algn="just"/>
            <a:r>
              <a:rPr lang="en-US" dirty="0">
                <a:ea typeface="+mn-lt"/>
                <a:cs typeface="+mn-lt"/>
              </a:rPr>
              <a:t>OLIVEIRA, </a:t>
            </a:r>
            <a:r>
              <a:rPr lang="en-US" err="1">
                <a:ea typeface="+mn-lt"/>
                <a:cs typeface="+mn-lt"/>
              </a:rPr>
              <a:t>Rômulo</a:t>
            </a:r>
            <a:r>
              <a:rPr lang="en-US" dirty="0">
                <a:ea typeface="+mn-lt"/>
                <a:cs typeface="+mn-lt"/>
              </a:rPr>
              <a:t> Silva de; CARISSIMI, Alexandre da Silva; TOSCANI, </a:t>
            </a:r>
            <a:r>
              <a:rPr lang="en-US" err="1">
                <a:ea typeface="+mn-lt"/>
                <a:cs typeface="+mn-lt"/>
              </a:rPr>
              <a:t>Simão</a:t>
            </a:r>
            <a:r>
              <a:rPr lang="en-US" dirty="0">
                <a:ea typeface="+mn-lt"/>
                <a:cs typeface="+mn-lt"/>
              </a:rPr>
              <a:t>. Sistemas </a:t>
            </a:r>
            <a:r>
              <a:rPr lang="en-US" err="1">
                <a:ea typeface="+mn-lt"/>
                <a:cs typeface="+mn-lt"/>
              </a:rPr>
              <a:t>operacionais</a:t>
            </a:r>
            <a:r>
              <a:rPr lang="en-US" dirty="0">
                <a:ea typeface="+mn-lt"/>
                <a:cs typeface="+mn-lt"/>
              </a:rPr>
              <a:t>. 4a.</a:t>
            </a:r>
          </a:p>
          <a:p>
            <a:pPr algn="just"/>
            <a:r>
              <a:rPr lang="en-US" err="1">
                <a:ea typeface="+mn-lt"/>
                <a:cs typeface="+mn-lt"/>
              </a:rPr>
              <a:t>Edição</a:t>
            </a:r>
            <a:r>
              <a:rPr lang="en-US" dirty="0">
                <a:ea typeface="+mn-lt"/>
                <a:cs typeface="+mn-lt"/>
              </a:rPr>
              <a:t>. Porto Alegre: Bookman, 2010.</a:t>
            </a:r>
          </a:p>
          <a:p>
            <a:pPr algn="just"/>
            <a:r>
              <a:rPr lang="en-US" dirty="0">
                <a:ea typeface="+mn-lt"/>
                <a:cs typeface="+mn-lt"/>
              </a:rPr>
              <a:t>TANENBAUM, Andrew S. </a:t>
            </a:r>
            <a:r>
              <a:rPr lang="en-US" err="1">
                <a:ea typeface="+mn-lt"/>
                <a:cs typeface="+mn-lt"/>
              </a:rPr>
              <a:t>Organização</a:t>
            </a:r>
            <a:r>
              <a:rPr lang="en-US" dirty="0">
                <a:ea typeface="+mn-lt"/>
                <a:cs typeface="+mn-lt"/>
              </a:rPr>
              <a:t> </a:t>
            </a:r>
            <a:r>
              <a:rPr lang="en-US" err="1">
                <a:ea typeface="+mn-lt"/>
                <a:cs typeface="+mn-lt"/>
              </a:rPr>
              <a:t>estruturada</a:t>
            </a:r>
            <a:r>
              <a:rPr lang="en-US" dirty="0">
                <a:ea typeface="+mn-lt"/>
                <a:cs typeface="+mn-lt"/>
              </a:rPr>
              <a:t> de </a:t>
            </a:r>
            <a:r>
              <a:rPr lang="en-US" err="1">
                <a:ea typeface="+mn-lt"/>
                <a:cs typeface="+mn-lt"/>
              </a:rPr>
              <a:t>computadores</a:t>
            </a:r>
            <a:r>
              <a:rPr lang="en-US" dirty="0">
                <a:ea typeface="+mn-lt"/>
                <a:cs typeface="+mn-lt"/>
              </a:rPr>
              <a:t>. 5a. ed. São Paulo, SP: Pearson Prentice</a:t>
            </a:r>
          </a:p>
          <a:p>
            <a:pPr algn="just"/>
            <a:r>
              <a:rPr lang="en-US" dirty="0">
                <a:ea typeface="+mn-lt"/>
                <a:cs typeface="+mn-lt"/>
              </a:rPr>
              <a:t>Hall, 2007.</a:t>
            </a:r>
          </a:p>
          <a:p>
            <a:pPr algn="just"/>
            <a:r>
              <a:rPr lang="en-US" dirty="0">
                <a:ea typeface="+mn-lt"/>
                <a:cs typeface="+mn-lt"/>
              </a:rPr>
              <a:t>TOCCI, Ronald J. Sistemas </a:t>
            </a:r>
            <a:r>
              <a:rPr lang="en-US" err="1">
                <a:ea typeface="+mn-lt"/>
                <a:cs typeface="+mn-lt"/>
              </a:rPr>
              <a:t>digitais</a:t>
            </a:r>
            <a:r>
              <a:rPr lang="en-US" dirty="0">
                <a:ea typeface="+mn-lt"/>
                <a:cs typeface="+mn-lt"/>
              </a:rPr>
              <a:t>: </a:t>
            </a:r>
            <a:r>
              <a:rPr lang="en-US" err="1">
                <a:ea typeface="+mn-lt"/>
                <a:cs typeface="+mn-lt"/>
              </a:rPr>
              <a:t>princípios</a:t>
            </a:r>
            <a:r>
              <a:rPr lang="en-US" dirty="0">
                <a:ea typeface="+mn-lt"/>
                <a:cs typeface="+mn-lt"/>
              </a:rPr>
              <a:t> e </a:t>
            </a:r>
            <a:r>
              <a:rPr lang="en-US" err="1">
                <a:ea typeface="+mn-lt"/>
                <a:cs typeface="+mn-lt"/>
              </a:rPr>
              <a:t>aplicações</a:t>
            </a:r>
            <a:r>
              <a:rPr lang="en-US">
                <a:ea typeface="+mn-lt"/>
                <a:cs typeface="+mn-lt"/>
              </a:rPr>
              <a:t>. 10a. ed. São Paulo: Pearson Hall., 2007.</a:t>
            </a:r>
          </a:p>
          <a:p>
            <a:pPr algn="just"/>
            <a:endParaRPr lang="en-US" b="1" strike="sngStrike" dirty="0">
              <a:cs typeface="Calibri"/>
            </a:endParaRPr>
          </a:p>
        </p:txBody>
      </p:sp>
      <p:sp>
        <p:nvSpPr>
          <p:cNvPr id="3" name="Retângulo 2">
            <a:extLst>
              <a:ext uri="{FF2B5EF4-FFF2-40B4-BE49-F238E27FC236}">
                <a16:creationId xmlns:a16="http://schemas.microsoft.com/office/drawing/2014/main" id="{F9EADFB8-7453-4068-8BFF-A68E3A1AD7B8}"/>
              </a:ext>
            </a:extLst>
          </p:cNvPr>
          <p:cNvSpPr/>
          <p:nvPr/>
        </p:nvSpPr>
        <p:spPr>
          <a:xfrm>
            <a:off x="161027" y="10064"/>
            <a:ext cx="11861319" cy="201282"/>
          </a:xfrm>
          <a:prstGeom prst="rect">
            <a:avLst/>
          </a:prstGeom>
          <a:solidFill>
            <a:srgbClr val="00B050"/>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32601975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DOfficeLightV0">
  <a:themeElements>
    <a:clrScheme name="Personalizada 12">
      <a:dk1>
        <a:sysClr val="windowText" lastClr="000000"/>
      </a:dk1>
      <a:lt1>
        <a:sysClr val="window" lastClr="FFFFFF"/>
      </a:lt1>
      <a:dk2>
        <a:srgbClr val="44546A"/>
      </a:dk2>
      <a:lt2>
        <a:srgbClr val="E7E6E6"/>
      </a:lt2>
      <a:accent1>
        <a:srgbClr val="2DEF32"/>
      </a:accent1>
      <a:accent2>
        <a:srgbClr val="ED7D31"/>
      </a:accent2>
      <a:accent3>
        <a:srgbClr val="A5A5A5"/>
      </a:accent3>
      <a:accent4>
        <a:srgbClr val="FFC000"/>
      </a:accent4>
      <a:accent5>
        <a:srgbClr val="2DEF32"/>
      </a:accent5>
      <a:accent6>
        <a:srgbClr val="0FC513"/>
      </a:accent6>
      <a:hlink>
        <a:srgbClr val="2DEF32"/>
      </a:hlink>
      <a:folHlink>
        <a:srgbClr val="954F72"/>
      </a:folHlink>
    </a:clrScheme>
    <a:fontScheme name="Personalizada 1">
      <a:majorFont>
        <a:latin typeface="HP Simplified"/>
        <a:ea typeface=""/>
        <a:cs typeface=""/>
      </a:majorFont>
      <a:minorFont>
        <a:latin typeface="Calibri"/>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0</Notes>
  <HiddenSlides>0</HiddenSlides>
  <ScaleCrop>false</ScaleCrop>
  <HeadingPairs>
    <vt:vector size="4" baseType="variant">
      <vt:variant>
        <vt:lpstr>Tema</vt:lpstr>
      </vt:variant>
      <vt:variant>
        <vt:i4>2</vt:i4>
      </vt:variant>
      <vt:variant>
        <vt:lpstr>Títulos de slides</vt:lpstr>
      </vt:variant>
      <vt:variant>
        <vt:i4>32</vt:i4>
      </vt:variant>
    </vt:vector>
  </HeadingPairs>
  <TitlesOfParts>
    <vt:vector size="34" baseType="lpstr">
      <vt:lpstr>Tema do Office</vt:lpstr>
      <vt:lpstr>HDOfficeLightV0</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
  <cp:revision>4321</cp:revision>
  <dcterms:created xsi:type="dcterms:W3CDTF">2012-07-30T23:50:35Z</dcterms:created>
  <dcterms:modified xsi:type="dcterms:W3CDTF">2020-12-14T13:02:01Z</dcterms:modified>
</cp:coreProperties>
</file>