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9144000"/>
  <p:embeddedFontLst>
    <p:embeddedFont>
      <p:font typeface="Robo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j5p40rEZDdVizl1ol43FnZyefC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t-B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f1b0d4aaa_1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g3df1b0d4aaa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ea163488b1_0_2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ea163488b1_0_2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g3ea163488b1_0_28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ea163488b1_0_2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ea163488b1_0_27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g3ea163488b1_0_27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 name="Google Shape;61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15" name="Shape 15"/>
        <p:cNvGrpSpPr/>
        <p:nvPr/>
      </p:nvGrpSpPr>
      <p:grpSpPr>
        <a:xfrm>
          <a:off x="0" y="0"/>
          <a:ext cx="0" cy="0"/>
          <a:chOff x="0" y="0"/>
          <a:chExt cx="0" cy="0"/>
        </a:xfrm>
      </p:grpSpPr>
      <p:sp>
        <p:nvSpPr>
          <p:cNvPr id="16" name="Google Shape;16;p2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21" name="Shape 21"/>
        <p:cNvGrpSpPr/>
        <p:nvPr/>
      </p:nvGrpSpPr>
      <p:grpSpPr>
        <a:xfrm>
          <a:off x="0" y="0"/>
          <a:ext cx="0" cy="0"/>
          <a:chOff x="0" y="0"/>
          <a:chExt cx="0" cy="0"/>
        </a:xfrm>
      </p:grpSpPr>
      <p:sp>
        <p:nvSpPr>
          <p:cNvPr id="22" name="Google Shape;22;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27" name="Shape 27"/>
        <p:cNvGrpSpPr/>
        <p:nvPr/>
      </p:nvGrpSpPr>
      <p:grpSpPr>
        <a:xfrm>
          <a:off x="0" y="0"/>
          <a:ext cx="0" cy="0"/>
          <a:chOff x="0" y="0"/>
          <a:chExt cx="0" cy="0"/>
        </a:xfrm>
      </p:grpSpPr>
      <p:sp>
        <p:nvSpPr>
          <p:cNvPr id="28" name="Google Shape;28;p2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33" name="Shape 33"/>
        <p:cNvGrpSpPr/>
        <p:nvPr/>
      </p:nvGrpSpPr>
      <p:grpSpPr>
        <a:xfrm>
          <a:off x="0" y="0"/>
          <a:ext cx="0" cy="0"/>
          <a:chOff x="0" y="0"/>
          <a:chExt cx="0" cy="0"/>
        </a:xfrm>
      </p:grpSpPr>
      <p:sp>
        <p:nvSpPr>
          <p:cNvPr id="34" name="Google Shape;3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0" name="Shape 40"/>
        <p:cNvGrpSpPr/>
        <p:nvPr/>
      </p:nvGrpSpPr>
      <p:grpSpPr>
        <a:xfrm>
          <a:off x="0" y="0"/>
          <a:ext cx="0" cy="0"/>
          <a:chOff x="0" y="0"/>
          <a:chExt cx="0" cy="0"/>
        </a:xfrm>
      </p:grpSpPr>
      <p:sp>
        <p:nvSpPr>
          <p:cNvPr id="41" name="Google Shape;41;p3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49" name="Shape 49"/>
        <p:cNvGrpSpPr/>
        <p:nvPr/>
      </p:nvGrpSpPr>
      <p:grpSpPr>
        <a:xfrm>
          <a:off x="0" y="0"/>
          <a:ext cx="0" cy="0"/>
          <a:chOff x="0" y="0"/>
          <a:chExt cx="0" cy="0"/>
        </a:xfrm>
      </p:grpSpPr>
      <p:sp>
        <p:nvSpPr>
          <p:cNvPr id="50" name="Google Shape;5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54" name="Shape 54"/>
        <p:cNvGrpSpPr/>
        <p:nvPr/>
      </p:nvGrpSpPr>
      <p:grpSpPr>
        <a:xfrm>
          <a:off x="0" y="0"/>
          <a:ext cx="0" cy="0"/>
          <a:chOff x="0" y="0"/>
          <a:chExt cx="0" cy="0"/>
        </a:xfrm>
      </p:grpSpPr>
      <p:sp>
        <p:nvSpPr>
          <p:cNvPr id="55" name="Google Shape;55;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8" name="Shape 58"/>
        <p:cNvGrpSpPr/>
        <p:nvPr/>
      </p:nvGrpSpPr>
      <p:grpSpPr>
        <a:xfrm>
          <a:off x="0" y="0"/>
          <a:ext cx="0" cy="0"/>
          <a:chOff x="0" y="0"/>
          <a:chExt cx="0" cy="0"/>
        </a:xfrm>
      </p:grpSpPr>
      <p:sp>
        <p:nvSpPr>
          <p:cNvPr id="59" name="Google Shape;59;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5" name="Shape 65"/>
        <p:cNvGrpSpPr/>
        <p:nvPr/>
      </p:nvGrpSpPr>
      <p:grpSpPr>
        <a:xfrm>
          <a:off x="0" y="0"/>
          <a:ext cx="0" cy="0"/>
          <a:chOff x="0" y="0"/>
          <a:chExt cx="0" cy="0"/>
        </a:xfrm>
      </p:grpSpPr>
      <p:sp>
        <p:nvSpPr>
          <p:cNvPr id="66" name="Google Shape;66;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4"/>
          <p:cNvSpPr/>
          <p:nvPr>
            <p:ph idx="2" type="pic"/>
          </p:nvPr>
        </p:nvSpPr>
        <p:spPr>
          <a:xfrm>
            <a:off x="5183188" y="987425"/>
            <a:ext cx="6172200" cy="4873625"/>
          </a:xfrm>
          <a:prstGeom prst="rect">
            <a:avLst/>
          </a:prstGeom>
          <a:noFill/>
          <a:ln>
            <a:noFill/>
          </a:ln>
        </p:spPr>
      </p:sp>
      <p:sp>
        <p:nvSpPr>
          <p:cNvPr id="68" name="Google Shape;68;p3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72" name="Shape 72"/>
        <p:cNvGrpSpPr/>
        <p:nvPr/>
      </p:nvGrpSpPr>
      <p:grpSpPr>
        <a:xfrm>
          <a:off x="0" y="0"/>
          <a:ext cx="0" cy="0"/>
          <a:chOff x="0" y="0"/>
          <a:chExt cx="0" cy="0"/>
        </a:xfrm>
      </p:grpSpPr>
      <p:sp>
        <p:nvSpPr>
          <p:cNvPr id="73" name="Google Shape;73;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type="vertTitleAndTx">
  <p:cSld name="VERTICAL_TITLE_AND_VERTICAL_TEXT">
    <p:spTree>
      <p:nvGrpSpPr>
        <p:cNvPr id="78" name="Shape 78"/>
        <p:cNvGrpSpPr/>
        <p:nvPr/>
      </p:nvGrpSpPr>
      <p:grpSpPr>
        <a:xfrm>
          <a:off x="0" y="0"/>
          <a:ext cx="0" cy="0"/>
          <a:chOff x="0" y="0"/>
          <a:chExt cx="0" cy="0"/>
        </a:xfrm>
      </p:grpSpPr>
      <p:sp>
        <p:nvSpPr>
          <p:cNvPr id="79" name="Google Shape;79;p3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showMasterSp="0" type="obj">
  <p:cSld name="OBJECT">
    <p:spTree>
      <p:nvGrpSpPr>
        <p:cNvPr id="90" name="Shape 90"/>
        <p:cNvGrpSpPr/>
        <p:nvPr/>
      </p:nvGrpSpPr>
      <p:grpSpPr>
        <a:xfrm>
          <a:off x="0" y="0"/>
          <a:ext cx="0" cy="0"/>
          <a:chOff x="0" y="0"/>
          <a:chExt cx="0" cy="0"/>
        </a:xfrm>
      </p:grpSpPr>
      <p:sp>
        <p:nvSpPr>
          <p:cNvPr id="91" name="Google Shape;91;g3ea163488b1_0_208"/>
          <p:cNvSpPr txBox="1"/>
          <p:nvPr>
            <p:ph type="title"/>
          </p:nvPr>
        </p:nvSpPr>
        <p:spPr>
          <a:xfrm>
            <a:off x="845127" y="365760"/>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g3ea163488b1_0_208"/>
          <p:cNvSpPr txBox="1"/>
          <p:nvPr>
            <p:ph idx="1" type="body"/>
          </p:nvPr>
        </p:nvSpPr>
        <p:spPr>
          <a:xfrm>
            <a:off x="845127" y="1828803"/>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3" name="Google Shape;93;g3ea163488b1_0_208"/>
          <p:cNvSpPr txBox="1"/>
          <p:nvPr>
            <p:ph idx="10" type="dt"/>
          </p:nvPr>
        </p:nvSpPr>
        <p:spPr>
          <a:xfrm>
            <a:off x="838200" y="6356354"/>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g3ea163488b1_0_208"/>
          <p:cNvSpPr txBox="1"/>
          <p:nvPr>
            <p:ph idx="11" type="ftr"/>
          </p:nvPr>
        </p:nvSpPr>
        <p:spPr>
          <a:xfrm>
            <a:off x="4038600" y="6356354"/>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g3ea163488b1_0_208"/>
          <p:cNvSpPr txBox="1"/>
          <p:nvPr>
            <p:ph idx="12" type="sldNum"/>
          </p:nvPr>
        </p:nvSpPr>
        <p:spPr>
          <a:xfrm>
            <a:off x="8617527" y="6356354"/>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showMasterSp="0">
  <p:cSld name="Somente Título">
    <p:spTree>
      <p:nvGrpSpPr>
        <p:cNvPr id="96" name="Shape 96"/>
        <p:cNvGrpSpPr/>
        <p:nvPr/>
      </p:nvGrpSpPr>
      <p:grpSpPr>
        <a:xfrm>
          <a:off x="0" y="0"/>
          <a:ext cx="0" cy="0"/>
          <a:chOff x="0" y="0"/>
          <a:chExt cx="0" cy="0"/>
        </a:xfrm>
      </p:grpSpPr>
      <p:sp>
        <p:nvSpPr>
          <p:cNvPr id="97" name="Google Shape;97;g3ea163488b1_0_214"/>
          <p:cNvSpPr txBox="1"/>
          <p:nvPr>
            <p:ph idx="10" type="dt"/>
          </p:nvPr>
        </p:nvSpPr>
        <p:spPr>
          <a:xfrm>
            <a:off x="838200" y="6356354"/>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g3ea163488b1_0_214"/>
          <p:cNvSpPr txBox="1"/>
          <p:nvPr>
            <p:ph idx="11" type="ftr"/>
          </p:nvPr>
        </p:nvSpPr>
        <p:spPr>
          <a:xfrm>
            <a:off x="4038600" y="6356354"/>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g3ea163488b1_0_214"/>
          <p:cNvSpPr txBox="1"/>
          <p:nvPr>
            <p:ph idx="12" type="sldNum"/>
          </p:nvPr>
        </p:nvSpPr>
        <p:spPr>
          <a:xfrm>
            <a:off x="8617527" y="6356354"/>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
        <p:nvSpPr>
          <p:cNvPr id="100" name="Google Shape;100;g3ea163488b1_0_214"/>
          <p:cNvSpPr txBox="1"/>
          <p:nvPr>
            <p:ph type="title"/>
          </p:nvPr>
        </p:nvSpPr>
        <p:spPr>
          <a:xfrm>
            <a:off x="845127" y="365760"/>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showMasterSp="0" type="title">
  <p:cSld name="TITLE">
    <p:spTree>
      <p:nvGrpSpPr>
        <p:cNvPr id="101" name="Shape 101"/>
        <p:cNvGrpSpPr/>
        <p:nvPr/>
      </p:nvGrpSpPr>
      <p:grpSpPr>
        <a:xfrm>
          <a:off x="0" y="0"/>
          <a:ext cx="0" cy="0"/>
          <a:chOff x="0" y="0"/>
          <a:chExt cx="0" cy="0"/>
        </a:xfrm>
      </p:grpSpPr>
      <p:sp>
        <p:nvSpPr>
          <p:cNvPr id="102" name="Google Shape;102;g3ea163488b1_0_219"/>
          <p:cNvSpPr txBox="1"/>
          <p:nvPr>
            <p:ph type="ctrTitle"/>
          </p:nvPr>
        </p:nvSpPr>
        <p:spPr>
          <a:xfrm>
            <a:off x="1524000" y="1124530"/>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g3ea163488b1_0_219"/>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rgbClr val="3F3F3F"/>
              </a:buClr>
              <a:buSzPts val="1800"/>
              <a:buNone/>
              <a:defRPr sz="1800">
                <a:solidFill>
                  <a:srgbClr val="3F3F3F"/>
                </a:solidFill>
              </a:defRPr>
            </a:lvl1pPr>
            <a:lvl2pPr lvl="1" algn="ctr">
              <a:lnSpc>
                <a:spcPct val="90000"/>
              </a:lnSpc>
              <a:spcBef>
                <a:spcPts val="375"/>
              </a:spcBef>
              <a:spcAft>
                <a:spcPts val="0"/>
              </a:spcAft>
              <a:buClr>
                <a:schemeClr val="dk1"/>
              </a:buClr>
              <a:buSzPts val="2100"/>
              <a:buNone/>
              <a:defRPr sz="2100"/>
            </a:lvl2pPr>
            <a:lvl3pPr lvl="2" algn="ctr">
              <a:lnSpc>
                <a:spcPct val="90000"/>
              </a:lnSpc>
              <a:spcBef>
                <a:spcPts val="375"/>
              </a:spcBef>
              <a:spcAft>
                <a:spcPts val="0"/>
              </a:spcAft>
              <a:buClr>
                <a:schemeClr val="dk1"/>
              </a:buClr>
              <a:buSzPts val="1800"/>
              <a:buNone/>
              <a:defRPr sz="1800"/>
            </a:lvl3pPr>
            <a:lvl4pPr lvl="3" algn="ctr">
              <a:lnSpc>
                <a:spcPct val="90000"/>
              </a:lnSpc>
              <a:spcBef>
                <a:spcPts val="375"/>
              </a:spcBef>
              <a:spcAft>
                <a:spcPts val="0"/>
              </a:spcAft>
              <a:buClr>
                <a:schemeClr val="dk1"/>
              </a:buClr>
              <a:buSzPts val="1500"/>
              <a:buNone/>
              <a:defRPr sz="1500"/>
            </a:lvl4pPr>
            <a:lvl5pPr lvl="4" algn="ctr">
              <a:lnSpc>
                <a:spcPct val="90000"/>
              </a:lnSpc>
              <a:spcBef>
                <a:spcPts val="375"/>
              </a:spcBef>
              <a:spcAft>
                <a:spcPts val="0"/>
              </a:spcAft>
              <a:buClr>
                <a:schemeClr val="dk1"/>
              </a:buClr>
              <a:buSzPts val="1500"/>
              <a:buNone/>
              <a:defRPr sz="1500"/>
            </a:lvl5pPr>
            <a:lvl6pPr lvl="5" algn="ctr">
              <a:spcBef>
                <a:spcPts val="300"/>
              </a:spcBef>
              <a:spcAft>
                <a:spcPts val="0"/>
              </a:spcAft>
              <a:buClr>
                <a:schemeClr val="dk1"/>
              </a:buClr>
              <a:buSzPts val="1500"/>
              <a:buNone/>
              <a:defRPr sz="1500"/>
            </a:lvl6pPr>
            <a:lvl7pPr lvl="6" algn="ctr">
              <a:spcBef>
                <a:spcPts val="300"/>
              </a:spcBef>
              <a:spcAft>
                <a:spcPts val="0"/>
              </a:spcAft>
              <a:buClr>
                <a:schemeClr val="dk1"/>
              </a:buClr>
              <a:buSzPts val="1500"/>
              <a:buNone/>
              <a:defRPr sz="1500"/>
            </a:lvl7pPr>
            <a:lvl8pPr lvl="7" algn="ctr">
              <a:spcBef>
                <a:spcPts val="300"/>
              </a:spcBef>
              <a:spcAft>
                <a:spcPts val="0"/>
              </a:spcAft>
              <a:buClr>
                <a:schemeClr val="dk1"/>
              </a:buClr>
              <a:buSzPts val="1500"/>
              <a:buNone/>
              <a:defRPr sz="1500"/>
            </a:lvl8pPr>
            <a:lvl9pPr lvl="8" algn="ctr">
              <a:spcBef>
                <a:spcPts val="300"/>
              </a:spcBef>
              <a:spcAft>
                <a:spcPts val="0"/>
              </a:spcAft>
              <a:buClr>
                <a:schemeClr val="dk1"/>
              </a:buClr>
              <a:buSzPts val="1500"/>
              <a:buNone/>
              <a:defRPr sz="1500"/>
            </a:lvl9pPr>
          </a:lstStyle>
          <a:p/>
        </p:txBody>
      </p:sp>
      <p:sp>
        <p:nvSpPr>
          <p:cNvPr id="104" name="Google Shape;104;g3ea163488b1_0_219"/>
          <p:cNvSpPr txBox="1"/>
          <p:nvPr>
            <p:ph idx="10" type="dt"/>
          </p:nvPr>
        </p:nvSpPr>
        <p:spPr>
          <a:xfrm>
            <a:off x="838200" y="6356354"/>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g3ea163488b1_0_219"/>
          <p:cNvSpPr txBox="1"/>
          <p:nvPr>
            <p:ph idx="11" type="ftr"/>
          </p:nvPr>
        </p:nvSpPr>
        <p:spPr>
          <a:xfrm>
            <a:off x="4038600" y="6356354"/>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g3ea163488b1_0_219"/>
          <p:cNvSpPr txBox="1"/>
          <p:nvPr>
            <p:ph idx="12" type="sldNum"/>
          </p:nvPr>
        </p:nvSpPr>
        <p:spPr>
          <a:xfrm>
            <a:off x="8617527" y="6356354"/>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showMasterSp="0" type="secHead">
  <p:cSld name="SECTION_HEADER">
    <p:spTree>
      <p:nvGrpSpPr>
        <p:cNvPr id="107" name="Shape 107"/>
        <p:cNvGrpSpPr/>
        <p:nvPr/>
      </p:nvGrpSpPr>
      <p:grpSpPr>
        <a:xfrm>
          <a:off x="0" y="0"/>
          <a:ext cx="0" cy="0"/>
          <a:chOff x="0" y="0"/>
          <a:chExt cx="0" cy="0"/>
        </a:xfrm>
      </p:grpSpPr>
      <p:sp>
        <p:nvSpPr>
          <p:cNvPr id="108" name="Google Shape;108;g3ea163488b1_0_225"/>
          <p:cNvSpPr txBox="1"/>
          <p:nvPr>
            <p:ph type="title"/>
          </p:nvPr>
        </p:nvSpPr>
        <p:spPr>
          <a:xfrm>
            <a:off x="831851" y="1712423"/>
            <a:ext cx="10515600" cy="2851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Arial"/>
              <a:buNone/>
              <a:defRPr b="0"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g3ea163488b1_0_225"/>
          <p:cNvSpPr txBox="1"/>
          <p:nvPr>
            <p:ph idx="1" type="body"/>
          </p:nvPr>
        </p:nvSpPr>
        <p:spPr>
          <a:xfrm>
            <a:off x="831851" y="4552637"/>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3F3F3F"/>
              </a:buClr>
              <a:buSzPts val="1800"/>
              <a:buNone/>
              <a:defRPr sz="1800">
                <a:solidFill>
                  <a:srgbClr val="3F3F3F"/>
                </a:solidFill>
              </a:defRPr>
            </a:lvl1pPr>
            <a:lvl2pPr indent="-228600" lvl="1" marL="914400" algn="l">
              <a:lnSpc>
                <a:spcPct val="90000"/>
              </a:lnSpc>
              <a:spcBef>
                <a:spcPts val="375"/>
              </a:spcBef>
              <a:spcAft>
                <a:spcPts val="0"/>
              </a:spcAft>
              <a:buClr>
                <a:srgbClr val="888888"/>
              </a:buClr>
              <a:buSzPts val="1350"/>
              <a:buNone/>
              <a:defRPr sz="1350">
                <a:solidFill>
                  <a:srgbClr val="888888"/>
                </a:solidFill>
              </a:defRPr>
            </a:lvl2pPr>
            <a:lvl3pPr indent="-228600" lvl="2" marL="1371600" algn="l">
              <a:lnSpc>
                <a:spcPct val="90000"/>
              </a:lnSpc>
              <a:spcBef>
                <a:spcPts val="375"/>
              </a:spcBef>
              <a:spcAft>
                <a:spcPts val="0"/>
              </a:spcAft>
              <a:buClr>
                <a:srgbClr val="888888"/>
              </a:buClr>
              <a:buSzPts val="1200"/>
              <a:buNone/>
              <a:defRPr sz="1200">
                <a:solidFill>
                  <a:srgbClr val="888888"/>
                </a:solidFill>
              </a:defRPr>
            </a:lvl3pPr>
            <a:lvl4pPr indent="-228600" lvl="3" marL="1828800" algn="l">
              <a:lnSpc>
                <a:spcPct val="90000"/>
              </a:lnSpc>
              <a:spcBef>
                <a:spcPts val="375"/>
              </a:spcBef>
              <a:spcAft>
                <a:spcPts val="0"/>
              </a:spcAft>
              <a:buClr>
                <a:srgbClr val="888888"/>
              </a:buClr>
              <a:buSzPts val="1050"/>
              <a:buNone/>
              <a:defRPr sz="1050">
                <a:solidFill>
                  <a:srgbClr val="888888"/>
                </a:solidFill>
              </a:defRPr>
            </a:lvl4pPr>
            <a:lvl5pPr indent="-228600" lvl="4" marL="2286000" algn="l">
              <a:lnSpc>
                <a:spcPct val="90000"/>
              </a:lnSpc>
              <a:spcBef>
                <a:spcPts val="375"/>
              </a:spcBef>
              <a:spcAft>
                <a:spcPts val="0"/>
              </a:spcAft>
              <a:buClr>
                <a:srgbClr val="888888"/>
              </a:buClr>
              <a:buSzPts val="1050"/>
              <a:buNone/>
              <a:defRPr sz="1050">
                <a:solidFill>
                  <a:srgbClr val="888888"/>
                </a:solidFill>
              </a:defRPr>
            </a:lvl5pPr>
            <a:lvl6pPr indent="-228600" lvl="5" marL="2743200" algn="l">
              <a:spcBef>
                <a:spcPts val="210"/>
              </a:spcBef>
              <a:spcAft>
                <a:spcPts val="0"/>
              </a:spcAft>
              <a:buClr>
                <a:srgbClr val="888888"/>
              </a:buClr>
              <a:buSzPts val="1050"/>
              <a:buNone/>
              <a:defRPr sz="1050">
                <a:solidFill>
                  <a:srgbClr val="888888"/>
                </a:solidFill>
              </a:defRPr>
            </a:lvl6pPr>
            <a:lvl7pPr indent="-228600" lvl="6" marL="3200400" algn="l">
              <a:spcBef>
                <a:spcPts val="210"/>
              </a:spcBef>
              <a:spcAft>
                <a:spcPts val="0"/>
              </a:spcAft>
              <a:buClr>
                <a:srgbClr val="888888"/>
              </a:buClr>
              <a:buSzPts val="1050"/>
              <a:buNone/>
              <a:defRPr sz="1050">
                <a:solidFill>
                  <a:srgbClr val="888888"/>
                </a:solidFill>
              </a:defRPr>
            </a:lvl7pPr>
            <a:lvl8pPr indent="-228600" lvl="7" marL="3657600" algn="l">
              <a:spcBef>
                <a:spcPts val="210"/>
              </a:spcBef>
              <a:spcAft>
                <a:spcPts val="0"/>
              </a:spcAft>
              <a:buClr>
                <a:srgbClr val="888888"/>
              </a:buClr>
              <a:buSzPts val="1050"/>
              <a:buNone/>
              <a:defRPr sz="1050">
                <a:solidFill>
                  <a:srgbClr val="888888"/>
                </a:solidFill>
              </a:defRPr>
            </a:lvl8pPr>
            <a:lvl9pPr indent="-228600" lvl="8" marL="4114800" algn="l">
              <a:spcBef>
                <a:spcPts val="210"/>
              </a:spcBef>
              <a:spcAft>
                <a:spcPts val="0"/>
              </a:spcAft>
              <a:buClr>
                <a:srgbClr val="888888"/>
              </a:buClr>
              <a:buSzPts val="1050"/>
              <a:buNone/>
              <a:defRPr sz="1050">
                <a:solidFill>
                  <a:srgbClr val="888888"/>
                </a:solidFill>
              </a:defRPr>
            </a:lvl9pPr>
          </a:lstStyle>
          <a:p/>
        </p:txBody>
      </p:sp>
      <p:sp>
        <p:nvSpPr>
          <p:cNvPr id="110" name="Google Shape;110;g3ea163488b1_0_225"/>
          <p:cNvSpPr txBox="1"/>
          <p:nvPr>
            <p:ph idx="10" type="dt"/>
          </p:nvPr>
        </p:nvSpPr>
        <p:spPr>
          <a:xfrm>
            <a:off x="838200" y="6356354"/>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g3ea163488b1_0_225"/>
          <p:cNvSpPr txBox="1"/>
          <p:nvPr>
            <p:ph idx="11" type="ftr"/>
          </p:nvPr>
        </p:nvSpPr>
        <p:spPr>
          <a:xfrm>
            <a:off x="4038600" y="6356354"/>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g3ea163488b1_0_225"/>
          <p:cNvSpPr txBox="1"/>
          <p:nvPr>
            <p:ph idx="12" type="sldNum"/>
          </p:nvPr>
        </p:nvSpPr>
        <p:spPr>
          <a:xfrm>
            <a:off x="8617527" y="6356354"/>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showMasterSp="0" type="twoObj">
  <p:cSld name="TWO_OBJECTS">
    <p:spTree>
      <p:nvGrpSpPr>
        <p:cNvPr id="113" name="Shape 113"/>
        <p:cNvGrpSpPr/>
        <p:nvPr/>
      </p:nvGrpSpPr>
      <p:grpSpPr>
        <a:xfrm>
          <a:off x="0" y="0"/>
          <a:ext cx="0" cy="0"/>
          <a:chOff x="0" y="0"/>
          <a:chExt cx="0" cy="0"/>
        </a:xfrm>
      </p:grpSpPr>
      <p:sp>
        <p:nvSpPr>
          <p:cNvPr id="114" name="Google Shape;114;g3ea163488b1_0_231"/>
          <p:cNvSpPr txBox="1"/>
          <p:nvPr>
            <p:ph type="title"/>
          </p:nvPr>
        </p:nvSpPr>
        <p:spPr>
          <a:xfrm>
            <a:off x="845127" y="365760"/>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g3ea163488b1_0_231"/>
          <p:cNvSpPr txBox="1"/>
          <p:nvPr>
            <p:ph idx="1" type="body"/>
          </p:nvPr>
        </p:nvSpPr>
        <p:spPr>
          <a:xfrm>
            <a:off x="845127" y="1828803"/>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6" name="Google Shape;116;g3ea163488b1_0_231"/>
          <p:cNvSpPr txBox="1"/>
          <p:nvPr>
            <p:ph idx="2" type="body"/>
          </p:nvPr>
        </p:nvSpPr>
        <p:spPr>
          <a:xfrm>
            <a:off x="6172200" y="1828803"/>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7" name="Google Shape;117;g3ea163488b1_0_231"/>
          <p:cNvSpPr txBox="1"/>
          <p:nvPr>
            <p:ph idx="10" type="dt"/>
          </p:nvPr>
        </p:nvSpPr>
        <p:spPr>
          <a:xfrm>
            <a:off x="838200" y="6356354"/>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g3ea163488b1_0_231"/>
          <p:cNvSpPr txBox="1"/>
          <p:nvPr>
            <p:ph idx="11" type="ftr"/>
          </p:nvPr>
        </p:nvSpPr>
        <p:spPr>
          <a:xfrm>
            <a:off x="4038600" y="6356354"/>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g3ea163488b1_0_231"/>
          <p:cNvSpPr txBox="1"/>
          <p:nvPr>
            <p:ph idx="12" type="sldNum"/>
          </p:nvPr>
        </p:nvSpPr>
        <p:spPr>
          <a:xfrm>
            <a:off x="8617527" y="6356354"/>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showMasterSp="0">
  <p:cSld name="Comparação">
    <p:spTree>
      <p:nvGrpSpPr>
        <p:cNvPr id="120" name="Shape 120"/>
        <p:cNvGrpSpPr/>
        <p:nvPr/>
      </p:nvGrpSpPr>
      <p:grpSpPr>
        <a:xfrm>
          <a:off x="0" y="0"/>
          <a:ext cx="0" cy="0"/>
          <a:chOff x="0" y="0"/>
          <a:chExt cx="0" cy="0"/>
        </a:xfrm>
      </p:grpSpPr>
      <p:sp>
        <p:nvSpPr>
          <p:cNvPr id="121" name="Google Shape;121;g3ea163488b1_0_238"/>
          <p:cNvSpPr txBox="1"/>
          <p:nvPr>
            <p:ph idx="1" type="body"/>
          </p:nvPr>
        </p:nvSpPr>
        <p:spPr>
          <a:xfrm>
            <a:off x="845127" y="1681852"/>
            <a:ext cx="5156100" cy="8256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spcBef>
                <a:spcPts val="240"/>
              </a:spcBef>
              <a:spcAft>
                <a:spcPts val="0"/>
              </a:spcAft>
              <a:buClr>
                <a:schemeClr val="dk1"/>
              </a:buClr>
              <a:buSzPts val="1200"/>
              <a:buNone/>
              <a:defRPr b="1" sz="1200"/>
            </a:lvl6pPr>
            <a:lvl7pPr indent="-228600" lvl="6" marL="3200400" algn="l">
              <a:spcBef>
                <a:spcPts val="240"/>
              </a:spcBef>
              <a:spcAft>
                <a:spcPts val="0"/>
              </a:spcAft>
              <a:buClr>
                <a:schemeClr val="dk1"/>
              </a:buClr>
              <a:buSzPts val="1200"/>
              <a:buNone/>
              <a:defRPr b="1" sz="1200"/>
            </a:lvl7pPr>
            <a:lvl8pPr indent="-228600" lvl="7" marL="3657600" algn="l">
              <a:spcBef>
                <a:spcPts val="240"/>
              </a:spcBef>
              <a:spcAft>
                <a:spcPts val="0"/>
              </a:spcAft>
              <a:buClr>
                <a:schemeClr val="dk1"/>
              </a:buClr>
              <a:buSzPts val="1200"/>
              <a:buNone/>
              <a:defRPr b="1" sz="1200"/>
            </a:lvl8pPr>
            <a:lvl9pPr indent="-228600" lvl="8" marL="4114800" algn="l">
              <a:spcBef>
                <a:spcPts val="240"/>
              </a:spcBef>
              <a:spcAft>
                <a:spcPts val="0"/>
              </a:spcAft>
              <a:buClr>
                <a:schemeClr val="dk1"/>
              </a:buClr>
              <a:buSzPts val="1200"/>
              <a:buNone/>
              <a:defRPr b="1" sz="1200"/>
            </a:lvl9pPr>
          </a:lstStyle>
          <a:p/>
        </p:txBody>
      </p:sp>
      <p:sp>
        <p:nvSpPr>
          <p:cNvPr id="122" name="Google Shape;122;g3ea163488b1_0_238"/>
          <p:cNvSpPr txBox="1"/>
          <p:nvPr>
            <p:ph idx="2" type="body"/>
          </p:nvPr>
        </p:nvSpPr>
        <p:spPr>
          <a:xfrm>
            <a:off x="845127" y="2507554"/>
            <a:ext cx="5156100" cy="3680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3" name="Google Shape;123;g3ea163488b1_0_238"/>
          <p:cNvSpPr txBox="1"/>
          <p:nvPr>
            <p:ph idx="3" type="body"/>
          </p:nvPr>
        </p:nvSpPr>
        <p:spPr>
          <a:xfrm>
            <a:off x="6172202" y="1681851"/>
            <a:ext cx="5181600" cy="8256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spcBef>
                <a:spcPts val="240"/>
              </a:spcBef>
              <a:spcAft>
                <a:spcPts val="0"/>
              </a:spcAft>
              <a:buClr>
                <a:schemeClr val="dk1"/>
              </a:buClr>
              <a:buSzPts val="1200"/>
              <a:buNone/>
              <a:defRPr b="1" sz="1200"/>
            </a:lvl6pPr>
            <a:lvl7pPr indent="-228600" lvl="6" marL="3200400" algn="l">
              <a:spcBef>
                <a:spcPts val="240"/>
              </a:spcBef>
              <a:spcAft>
                <a:spcPts val="0"/>
              </a:spcAft>
              <a:buClr>
                <a:schemeClr val="dk1"/>
              </a:buClr>
              <a:buSzPts val="1200"/>
              <a:buNone/>
              <a:defRPr b="1" sz="1200"/>
            </a:lvl7pPr>
            <a:lvl8pPr indent="-228600" lvl="7" marL="3657600" algn="l">
              <a:spcBef>
                <a:spcPts val="240"/>
              </a:spcBef>
              <a:spcAft>
                <a:spcPts val="0"/>
              </a:spcAft>
              <a:buClr>
                <a:schemeClr val="dk1"/>
              </a:buClr>
              <a:buSzPts val="1200"/>
              <a:buNone/>
              <a:defRPr b="1" sz="1200"/>
            </a:lvl8pPr>
            <a:lvl9pPr indent="-228600" lvl="8" marL="4114800" algn="l">
              <a:spcBef>
                <a:spcPts val="240"/>
              </a:spcBef>
              <a:spcAft>
                <a:spcPts val="0"/>
              </a:spcAft>
              <a:buClr>
                <a:schemeClr val="dk1"/>
              </a:buClr>
              <a:buSzPts val="1200"/>
              <a:buNone/>
              <a:defRPr b="1" sz="1200"/>
            </a:lvl9pPr>
          </a:lstStyle>
          <a:p/>
        </p:txBody>
      </p:sp>
      <p:sp>
        <p:nvSpPr>
          <p:cNvPr id="124" name="Google Shape;124;g3ea163488b1_0_238"/>
          <p:cNvSpPr txBox="1"/>
          <p:nvPr>
            <p:ph idx="4" type="body"/>
          </p:nvPr>
        </p:nvSpPr>
        <p:spPr>
          <a:xfrm>
            <a:off x="6172202" y="2507554"/>
            <a:ext cx="5181600" cy="3680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5" name="Google Shape;125;g3ea163488b1_0_238"/>
          <p:cNvSpPr txBox="1"/>
          <p:nvPr>
            <p:ph idx="10" type="dt"/>
          </p:nvPr>
        </p:nvSpPr>
        <p:spPr>
          <a:xfrm>
            <a:off x="838200" y="6356354"/>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g3ea163488b1_0_238"/>
          <p:cNvSpPr txBox="1"/>
          <p:nvPr>
            <p:ph idx="11" type="ftr"/>
          </p:nvPr>
        </p:nvSpPr>
        <p:spPr>
          <a:xfrm>
            <a:off x="4038600" y="6356354"/>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g3ea163488b1_0_238"/>
          <p:cNvSpPr txBox="1"/>
          <p:nvPr>
            <p:ph idx="12" type="sldNum"/>
          </p:nvPr>
        </p:nvSpPr>
        <p:spPr>
          <a:xfrm>
            <a:off x="8617527" y="6356354"/>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
        <p:nvSpPr>
          <p:cNvPr id="128" name="Google Shape;128;g3ea163488b1_0_238"/>
          <p:cNvSpPr txBox="1"/>
          <p:nvPr>
            <p:ph type="title"/>
          </p:nvPr>
        </p:nvSpPr>
        <p:spPr>
          <a:xfrm>
            <a:off x="845127" y="365760"/>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showMasterSp="0" type="blank">
  <p:cSld name="BLANK">
    <p:spTree>
      <p:nvGrpSpPr>
        <p:cNvPr id="129" name="Shape 129"/>
        <p:cNvGrpSpPr/>
        <p:nvPr/>
      </p:nvGrpSpPr>
      <p:grpSpPr>
        <a:xfrm>
          <a:off x="0" y="0"/>
          <a:ext cx="0" cy="0"/>
          <a:chOff x="0" y="0"/>
          <a:chExt cx="0" cy="0"/>
        </a:xfrm>
      </p:grpSpPr>
      <p:sp>
        <p:nvSpPr>
          <p:cNvPr id="130" name="Google Shape;130;g3ea163488b1_0_247"/>
          <p:cNvSpPr txBox="1"/>
          <p:nvPr>
            <p:ph idx="10" type="dt"/>
          </p:nvPr>
        </p:nvSpPr>
        <p:spPr>
          <a:xfrm>
            <a:off x="838200" y="6356354"/>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g3ea163488b1_0_247"/>
          <p:cNvSpPr txBox="1"/>
          <p:nvPr>
            <p:ph idx="11" type="ftr"/>
          </p:nvPr>
        </p:nvSpPr>
        <p:spPr>
          <a:xfrm>
            <a:off x="4038600" y="6356354"/>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g3ea163488b1_0_247"/>
          <p:cNvSpPr txBox="1"/>
          <p:nvPr>
            <p:ph idx="12" type="sldNum"/>
          </p:nvPr>
        </p:nvSpPr>
        <p:spPr>
          <a:xfrm>
            <a:off x="8617527" y="6356354"/>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showMasterSp="0" type="objTx">
  <p:cSld name="OBJECT_WITH_CAPTION_TEXT">
    <p:spTree>
      <p:nvGrpSpPr>
        <p:cNvPr id="133" name="Shape 133"/>
        <p:cNvGrpSpPr/>
        <p:nvPr/>
      </p:nvGrpSpPr>
      <p:grpSpPr>
        <a:xfrm>
          <a:off x="0" y="0"/>
          <a:ext cx="0" cy="0"/>
          <a:chOff x="0" y="0"/>
          <a:chExt cx="0" cy="0"/>
        </a:xfrm>
      </p:grpSpPr>
      <p:sp>
        <p:nvSpPr>
          <p:cNvPr id="134" name="Google Shape;134;g3ea163488b1_0_251"/>
          <p:cNvSpPr txBox="1"/>
          <p:nvPr>
            <p:ph type="title"/>
          </p:nvPr>
        </p:nvSpPr>
        <p:spPr>
          <a:xfrm>
            <a:off x="841248" y="457204"/>
            <a:ext cx="39318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g3ea163488b1_0_251"/>
          <p:cNvSpPr txBox="1"/>
          <p:nvPr>
            <p:ph idx="1" type="body"/>
          </p:nvPr>
        </p:nvSpPr>
        <p:spPr>
          <a:xfrm>
            <a:off x="5181600" y="990600"/>
            <a:ext cx="6172200" cy="48768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36" name="Google Shape;136;g3ea163488b1_0_251"/>
          <p:cNvSpPr txBox="1"/>
          <p:nvPr>
            <p:ph idx="2" type="body"/>
          </p:nvPr>
        </p:nvSpPr>
        <p:spPr>
          <a:xfrm>
            <a:off x="841248" y="2057399"/>
            <a:ext cx="3931800" cy="3810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900"/>
              <a:buNone/>
              <a:defRPr sz="900"/>
            </a:lvl2pPr>
            <a:lvl3pPr indent="-228600" lvl="2" marL="1371600" algn="l">
              <a:lnSpc>
                <a:spcPct val="90000"/>
              </a:lnSpc>
              <a:spcBef>
                <a:spcPts val="375"/>
              </a:spcBef>
              <a:spcAft>
                <a:spcPts val="0"/>
              </a:spcAft>
              <a:buClr>
                <a:schemeClr val="dk1"/>
              </a:buClr>
              <a:buSzPts val="750"/>
              <a:buNone/>
              <a:defRPr sz="750"/>
            </a:lvl3pPr>
            <a:lvl4pPr indent="-228600" lvl="3" marL="1828800" algn="l">
              <a:lnSpc>
                <a:spcPct val="90000"/>
              </a:lnSpc>
              <a:spcBef>
                <a:spcPts val="375"/>
              </a:spcBef>
              <a:spcAft>
                <a:spcPts val="0"/>
              </a:spcAft>
              <a:buClr>
                <a:schemeClr val="dk1"/>
              </a:buClr>
              <a:buSzPts val="675"/>
              <a:buNone/>
              <a:defRPr sz="675"/>
            </a:lvl4pPr>
            <a:lvl5pPr indent="-228600" lvl="4" marL="2286000" algn="l">
              <a:lnSpc>
                <a:spcPct val="90000"/>
              </a:lnSpc>
              <a:spcBef>
                <a:spcPts val="375"/>
              </a:spcBef>
              <a:spcAft>
                <a:spcPts val="0"/>
              </a:spcAft>
              <a:buClr>
                <a:schemeClr val="dk1"/>
              </a:buClr>
              <a:buSzPts val="675"/>
              <a:buNone/>
              <a:defRPr sz="675"/>
            </a:lvl5pPr>
            <a:lvl6pPr indent="-228600" lvl="5" marL="2743200" algn="l">
              <a:spcBef>
                <a:spcPts val="135"/>
              </a:spcBef>
              <a:spcAft>
                <a:spcPts val="0"/>
              </a:spcAft>
              <a:buClr>
                <a:schemeClr val="dk1"/>
              </a:buClr>
              <a:buSzPts val="675"/>
              <a:buNone/>
              <a:defRPr sz="675"/>
            </a:lvl6pPr>
            <a:lvl7pPr indent="-228600" lvl="6" marL="3200400" algn="l">
              <a:spcBef>
                <a:spcPts val="135"/>
              </a:spcBef>
              <a:spcAft>
                <a:spcPts val="0"/>
              </a:spcAft>
              <a:buClr>
                <a:schemeClr val="dk1"/>
              </a:buClr>
              <a:buSzPts val="675"/>
              <a:buNone/>
              <a:defRPr sz="675"/>
            </a:lvl7pPr>
            <a:lvl8pPr indent="-228600" lvl="7" marL="3657600" algn="l">
              <a:spcBef>
                <a:spcPts val="135"/>
              </a:spcBef>
              <a:spcAft>
                <a:spcPts val="0"/>
              </a:spcAft>
              <a:buClr>
                <a:schemeClr val="dk1"/>
              </a:buClr>
              <a:buSzPts val="675"/>
              <a:buNone/>
              <a:defRPr sz="675"/>
            </a:lvl8pPr>
            <a:lvl9pPr indent="-228600" lvl="8" marL="4114800" algn="l">
              <a:spcBef>
                <a:spcPts val="135"/>
              </a:spcBef>
              <a:spcAft>
                <a:spcPts val="0"/>
              </a:spcAft>
              <a:buClr>
                <a:schemeClr val="dk1"/>
              </a:buClr>
              <a:buSzPts val="675"/>
              <a:buNone/>
              <a:defRPr sz="675"/>
            </a:lvl9pPr>
          </a:lstStyle>
          <a:p/>
        </p:txBody>
      </p:sp>
      <p:sp>
        <p:nvSpPr>
          <p:cNvPr id="137" name="Google Shape;137;g3ea163488b1_0_251"/>
          <p:cNvSpPr txBox="1"/>
          <p:nvPr>
            <p:ph idx="10" type="dt"/>
          </p:nvPr>
        </p:nvSpPr>
        <p:spPr>
          <a:xfrm>
            <a:off x="838200" y="6356354"/>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g3ea163488b1_0_251"/>
          <p:cNvSpPr txBox="1"/>
          <p:nvPr>
            <p:ph idx="11" type="ftr"/>
          </p:nvPr>
        </p:nvSpPr>
        <p:spPr>
          <a:xfrm>
            <a:off x="4038600" y="6356354"/>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g3ea163488b1_0_251"/>
          <p:cNvSpPr txBox="1"/>
          <p:nvPr>
            <p:ph idx="12" type="sldNum"/>
          </p:nvPr>
        </p:nvSpPr>
        <p:spPr>
          <a:xfrm>
            <a:off x="8617527" y="6356354"/>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showMasterSp="0" type="picTx">
  <p:cSld name="PICTURE_WITH_CAPTION_TEXT">
    <p:spTree>
      <p:nvGrpSpPr>
        <p:cNvPr id="140" name="Shape 140"/>
        <p:cNvGrpSpPr/>
        <p:nvPr/>
      </p:nvGrpSpPr>
      <p:grpSpPr>
        <a:xfrm>
          <a:off x="0" y="0"/>
          <a:ext cx="0" cy="0"/>
          <a:chOff x="0" y="0"/>
          <a:chExt cx="0" cy="0"/>
        </a:xfrm>
      </p:grpSpPr>
      <p:sp>
        <p:nvSpPr>
          <p:cNvPr id="141" name="Google Shape;141;g3ea163488b1_0_258"/>
          <p:cNvSpPr txBox="1"/>
          <p:nvPr>
            <p:ph type="title"/>
          </p:nvPr>
        </p:nvSpPr>
        <p:spPr>
          <a:xfrm>
            <a:off x="841248" y="457200"/>
            <a:ext cx="39318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g3ea163488b1_0_258"/>
          <p:cNvSpPr/>
          <p:nvPr>
            <p:ph idx="2" type="pic"/>
          </p:nvPr>
        </p:nvSpPr>
        <p:spPr>
          <a:xfrm>
            <a:off x="5181600" y="990600"/>
            <a:ext cx="6172200" cy="4876800"/>
          </a:xfrm>
          <a:prstGeom prst="rect">
            <a:avLst/>
          </a:prstGeom>
          <a:noFill/>
          <a:ln>
            <a:noFill/>
          </a:ln>
        </p:spPr>
      </p:sp>
      <p:sp>
        <p:nvSpPr>
          <p:cNvPr id="143" name="Google Shape;143;g3ea163488b1_0_258"/>
          <p:cNvSpPr txBox="1"/>
          <p:nvPr>
            <p:ph idx="1" type="body"/>
          </p:nvPr>
        </p:nvSpPr>
        <p:spPr>
          <a:xfrm>
            <a:off x="841248" y="2057400"/>
            <a:ext cx="3931800" cy="3810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900"/>
              <a:buNone/>
              <a:defRPr sz="900"/>
            </a:lvl2pPr>
            <a:lvl3pPr indent="-228600" lvl="2" marL="1371600" algn="l">
              <a:lnSpc>
                <a:spcPct val="90000"/>
              </a:lnSpc>
              <a:spcBef>
                <a:spcPts val="375"/>
              </a:spcBef>
              <a:spcAft>
                <a:spcPts val="0"/>
              </a:spcAft>
              <a:buClr>
                <a:schemeClr val="dk1"/>
              </a:buClr>
              <a:buSzPts val="750"/>
              <a:buNone/>
              <a:defRPr sz="750"/>
            </a:lvl3pPr>
            <a:lvl4pPr indent="-228600" lvl="3" marL="1828800" algn="l">
              <a:lnSpc>
                <a:spcPct val="90000"/>
              </a:lnSpc>
              <a:spcBef>
                <a:spcPts val="375"/>
              </a:spcBef>
              <a:spcAft>
                <a:spcPts val="0"/>
              </a:spcAft>
              <a:buClr>
                <a:schemeClr val="dk1"/>
              </a:buClr>
              <a:buSzPts val="675"/>
              <a:buNone/>
              <a:defRPr sz="675"/>
            </a:lvl4pPr>
            <a:lvl5pPr indent="-228600" lvl="4" marL="2286000" algn="l">
              <a:lnSpc>
                <a:spcPct val="90000"/>
              </a:lnSpc>
              <a:spcBef>
                <a:spcPts val="375"/>
              </a:spcBef>
              <a:spcAft>
                <a:spcPts val="0"/>
              </a:spcAft>
              <a:buClr>
                <a:schemeClr val="dk1"/>
              </a:buClr>
              <a:buSzPts val="675"/>
              <a:buNone/>
              <a:defRPr sz="675"/>
            </a:lvl5pPr>
            <a:lvl6pPr indent="-228600" lvl="5" marL="2743200" algn="l">
              <a:spcBef>
                <a:spcPts val="135"/>
              </a:spcBef>
              <a:spcAft>
                <a:spcPts val="0"/>
              </a:spcAft>
              <a:buClr>
                <a:schemeClr val="dk1"/>
              </a:buClr>
              <a:buSzPts val="675"/>
              <a:buNone/>
              <a:defRPr sz="675"/>
            </a:lvl6pPr>
            <a:lvl7pPr indent="-228600" lvl="6" marL="3200400" algn="l">
              <a:spcBef>
                <a:spcPts val="135"/>
              </a:spcBef>
              <a:spcAft>
                <a:spcPts val="0"/>
              </a:spcAft>
              <a:buClr>
                <a:schemeClr val="dk1"/>
              </a:buClr>
              <a:buSzPts val="675"/>
              <a:buNone/>
              <a:defRPr sz="675"/>
            </a:lvl7pPr>
            <a:lvl8pPr indent="-228600" lvl="7" marL="3657600" algn="l">
              <a:spcBef>
                <a:spcPts val="135"/>
              </a:spcBef>
              <a:spcAft>
                <a:spcPts val="0"/>
              </a:spcAft>
              <a:buClr>
                <a:schemeClr val="dk1"/>
              </a:buClr>
              <a:buSzPts val="675"/>
              <a:buNone/>
              <a:defRPr sz="675"/>
            </a:lvl8pPr>
            <a:lvl9pPr indent="-228600" lvl="8" marL="4114800" algn="l">
              <a:spcBef>
                <a:spcPts val="135"/>
              </a:spcBef>
              <a:spcAft>
                <a:spcPts val="0"/>
              </a:spcAft>
              <a:buClr>
                <a:schemeClr val="dk1"/>
              </a:buClr>
              <a:buSzPts val="675"/>
              <a:buNone/>
              <a:defRPr sz="675"/>
            </a:lvl9pPr>
          </a:lstStyle>
          <a:p/>
        </p:txBody>
      </p:sp>
      <p:sp>
        <p:nvSpPr>
          <p:cNvPr id="144" name="Google Shape;144;g3ea163488b1_0_258"/>
          <p:cNvSpPr txBox="1"/>
          <p:nvPr>
            <p:ph idx="10" type="dt"/>
          </p:nvPr>
        </p:nvSpPr>
        <p:spPr>
          <a:xfrm>
            <a:off x="838200" y="6356354"/>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g3ea163488b1_0_258"/>
          <p:cNvSpPr txBox="1"/>
          <p:nvPr>
            <p:ph idx="11" type="ftr"/>
          </p:nvPr>
        </p:nvSpPr>
        <p:spPr>
          <a:xfrm>
            <a:off x="4038600" y="6356354"/>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g3ea163488b1_0_258"/>
          <p:cNvSpPr txBox="1"/>
          <p:nvPr>
            <p:ph idx="12" type="sldNum"/>
          </p:nvPr>
        </p:nvSpPr>
        <p:spPr>
          <a:xfrm>
            <a:off x="8617527" y="6356354"/>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showMasterSp="0" type="vertTx">
  <p:cSld name="VERTICAL_TEXT">
    <p:spTree>
      <p:nvGrpSpPr>
        <p:cNvPr id="147" name="Shape 147"/>
        <p:cNvGrpSpPr/>
        <p:nvPr/>
      </p:nvGrpSpPr>
      <p:grpSpPr>
        <a:xfrm>
          <a:off x="0" y="0"/>
          <a:ext cx="0" cy="0"/>
          <a:chOff x="0" y="0"/>
          <a:chExt cx="0" cy="0"/>
        </a:xfrm>
      </p:grpSpPr>
      <p:sp>
        <p:nvSpPr>
          <p:cNvPr id="148" name="Google Shape;148;g3ea163488b1_0_265"/>
          <p:cNvSpPr txBox="1"/>
          <p:nvPr>
            <p:ph type="title"/>
          </p:nvPr>
        </p:nvSpPr>
        <p:spPr>
          <a:xfrm>
            <a:off x="845127" y="365760"/>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g3ea163488b1_0_265"/>
          <p:cNvSpPr txBox="1"/>
          <p:nvPr>
            <p:ph idx="1" type="body"/>
          </p:nvPr>
        </p:nvSpPr>
        <p:spPr>
          <a:xfrm rot="5400000">
            <a:off x="3927327" y="-1253397"/>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0" name="Google Shape;150;g3ea163488b1_0_265"/>
          <p:cNvSpPr txBox="1"/>
          <p:nvPr>
            <p:ph idx="10" type="dt"/>
          </p:nvPr>
        </p:nvSpPr>
        <p:spPr>
          <a:xfrm>
            <a:off x="838200" y="6356354"/>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g3ea163488b1_0_265"/>
          <p:cNvSpPr txBox="1"/>
          <p:nvPr>
            <p:ph idx="11" type="ftr"/>
          </p:nvPr>
        </p:nvSpPr>
        <p:spPr>
          <a:xfrm>
            <a:off x="4038600" y="6356354"/>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g3ea163488b1_0_265"/>
          <p:cNvSpPr txBox="1"/>
          <p:nvPr>
            <p:ph idx="12" type="sldNum"/>
          </p:nvPr>
        </p:nvSpPr>
        <p:spPr>
          <a:xfrm>
            <a:off x="8617527" y="6356354"/>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Título Vertical" showMasterSp="0" type="vertTitleAndTx">
  <p:cSld name="VERTICAL_TITLE_AND_VERTICAL_TEXT">
    <p:spTree>
      <p:nvGrpSpPr>
        <p:cNvPr id="153" name="Shape 153"/>
        <p:cNvGrpSpPr/>
        <p:nvPr/>
      </p:nvGrpSpPr>
      <p:grpSpPr>
        <a:xfrm>
          <a:off x="0" y="0"/>
          <a:ext cx="0" cy="0"/>
          <a:chOff x="0" y="0"/>
          <a:chExt cx="0" cy="0"/>
        </a:xfrm>
      </p:grpSpPr>
      <p:sp>
        <p:nvSpPr>
          <p:cNvPr id="154" name="Google Shape;154;g3ea163488b1_0_271"/>
          <p:cNvSpPr txBox="1"/>
          <p:nvPr>
            <p:ph type="title"/>
          </p:nvPr>
        </p:nvSpPr>
        <p:spPr>
          <a:xfrm rot="5400000">
            <a:off x="7133402" y="1951862"/>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g3ea163488b1_0_271"/>
          <p:cNvSpPr txBox="1"/>
          <p:nvPr>
            <p:ph idx="1" type="body"/>
          </p:nvPr>
        </p:nvSpPr>
        <p:spPr>
          <a:xfrm rot="5400000">
            <a:off x="1799402" y="-600834"/>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6" name="Google Shape;156;g3ea163488b1_0_271"/>
          <p:cNvSpPr txBox="1"/>
          <p:nvPr>
            <p:ph idx="10" type="dt"/>
          </p:nvPr>
        </p:nvSpPr>
        <p:spPr>
          <a:xfrm>
            <a:off x="838200" y="6356354"/>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g3ea163488b1_0_271"/>
          <p:cNvSpPr txBox="1"/>
          <p:nvPr>
            <p:ph idx="11" type="ftr"/>
          </p:nvPr>
        </p:nvSpPr>
        <p:spPr>
          <a:xfrm>
            <a:off x="4038600" y="6356354"/>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g3ea163488b1_0_271"/>
          <p:cNvSpPr txBox="1"/>
          <p:nvPr>
            <p:ph idx="12" type="sldNum"/>
          </p:nvPr>
        </p:nvSpPr>
        <p:spPr>
          <a:xfrm>
            <a:off x="8617527" y="6356354"/>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g3ea163488b1_0_202"/>
          <p:cNvSpPr txBox="1"/>
          <p:nvPr>
            <p:ph type="title"/>
          </p:nvPr>
        </p:nvSpPr>
        <p:spPr>
          <a:xfrm>
            <a:off x="845127" y="365760"/>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g3ea163488b1_0_202"/>
          <p:cNvSpPr txBox="1"/>
          <p:nvPr>
            <p:ph idx="1" type="body"/>
          </p:nvPr>
        </p:nvSpPr>
        <p:spPr>
          <a:xfrm>
            <a:off x="845127" y="1828803"/>
            <a:ext cx="10515600" cy="4351200"/>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Noto Sans Symbols"/>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Noto Sans Symbols"/>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5pPr>
            <a:lvl6pPr indent="-314325" lvl="5" marL="27432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6pPr>
            <a:lvl7pPr indent="-314325" lvl="6" marL="32004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7pPr>
            <a:lvl8pPr indent="-314325" lvl="7" marL="36576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8pPr>
            <a:lvl9pPr indent="-314325" lvl="8" marL="41148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9pPr>
          </a:lstStyle>
          <a:p/>
        </p:txBody>
      </p:sp>
      <p:sp>
        <p:nvSpPr>
          <p:cNvPr id="87" name="Google Shape;87;g3ea163488b1_0_202"/>
          <p:cNvSpPr txBox="1"/>
          <p:nvPr>
            <p:ph idx="10" type="dt"/>
          </p:nvPr>
        </p:nvSpPr>
        <p:spPr>
          <a:xfrm>
            <a:off x="838200" y="6356354"/>
            <a:ext cx="2743200" cy="3651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25" u="none" cap="none" strike="noStrike">
                <a:solidFill>
                  <a:srgbClr val="595959"/>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g3ea163488b1_0_202"/>
          <p:cNvSpPr txBox="1"/>
          <p:nvPr>
            <p:ph idx="11" type="ftr"/>
          </p:nvPr>
        </p:nvSpPr>
        <p:spPr>
          <a:xfrm>
            <a:off x="4038600" y="6356354"/>
            <a:ext cx="4114800" cy="3651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825" u="none" cap="none" strike="noStrike">
                <a:solidFill>
                  <a:srgbClr val="595959"/>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g3ea163488b1_0_202"/>
          <p:cNvSpPr txBox="1"/>
          <p:nvPr>
            <p:ph idx="12" type="sldNum"/>
          </p:nvPr>
        </p:nvSpPr>
        <p:spPr>
          <a:xfrm>
            <a:off x="8617527" y="6356354"/>
            <a:ext cx="2743200" cy="3651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825" u="none" cap="none" strike="noStrike">
                <a:solidFill>
                  <a:srgbClr val="888888"/>
                </a:solidFill>
                <a:latin typeface="Calibri"/>
                <a:ea typeface="Calibri"/>
                <a:cs typeface="Calibri"/>
                <a:sym typeface="Calibri"/>
              </a:defRPr>
            </a:lvl1pPr>
            <a:lvl2pPr indent="0" lvl="1" marL="0" marR="0" rtl="0" algn="r">
              <a:spcBef>
                <a:spcPts val="0"/>
              </a:spcBef>
              <a:buNone/>
              <a:defRPr b="0" i="0" sz="825" u="none" cap="none" strike="noStrike">
                <a:solidFill>
                  <a:srgbClr val="888888"/>
                </a:solidFill>
                <a:latin typeface="Calibri"/>
                <a:ea typeface="Calibri"/>
                <a:cs typeface="Calibri"/>
                <a:sym typeface="Calibri"/>
              </a:defRPr>
            </a:lvl2pPr>
            <a:lvl3pPr indent="0" lvl="2" marL="0" marR="0" rtl="0" algn="r">
              <a:spcBef>
                <a:spcPts val="0"/>
              </a:spcBef>
              <a:buNone/>
              <a:defRPr b="0" i="0" sz="825" u="none" cap="none" strike="noStrike">
                <a:solidFill>
                  <a:srgbClr val="888888"/>
                </a:solidFill>
                <a:latin typeface="Calibri"/>
                <a:ea typeface="Calibri"/>
                <a:cs typeface="Calibri"/>
                <a:sym typeface="Calibri"/>
              </a:defRPr>
            </a:lvl3pPr>
            <a:lvl4pPr indent="0" lvl="3" marL="0" marR="0" rtl="0" algn="r">
              <a:spcBef>
                <a:spcPts val="0"/>
              </a:spcBef>
              <a:buNone/>
              <a:defRPr b="0" i="0" sz="825" u="none" cap="none" strike="noStrike">
                <a:solidFill>
                  <a:srgbClr val="888888"/>
                </a:solidFill>
                <a:latin typeface="Calibri"/>
                <a:ea typeface="Calibri"/>
                <a:cs typeface="Calibri"/>
                <a:sym typeface="Calibri"/>
              </a:defRPr>
            </a:lvl4pPr>
            <a:lvl5pPr indent="0" lvl="4" marL="0" marR="0" rtl="0" algn="r">
              <a:spcBef>
                <a:spcPts val="0"/>
              </a:spcBef>
              <a:buNone/>
              <a:defRPr b="0" i="0" sz="825" u="none" cap="none" strike="noStrike">
                <a:solidFill>
                  <a:srgbClr val="888888"/>
                </a:solidFill>
                <a:latin typeface="Calibri"/>
                <a:ea typeface="Calibri"/>
                <a:cs typeface="Calibri"/>
                <a:sym typeface="Calibri"/>
              </a:defRPr>
            </a:lvl5pPr>
            <a:lvl6pPr indent="0" lvl="5" marL="0" marR="0" rtl="0" algn="r">
              <a:spcBef>
                <a:spcPts val="0"/>
              </a:spcBef>
              <a:buNone/>
              <a:defRPr b="0" i="0" sz="825" u="none" cap="none" strike="noStrike">
                <a:solidFill>
                  <a:srgbClr val="888888"/>
                </a:solidFill>
                <a:latin typeface="Calibri"/>
                <a:ea typeface="Calibri"/>
                <a:cs typeface="Calibri"/>
                <a:sym typeface="Calibri"/>
              </a:defRPr>
            </a:lvl6pPr>
            <a:lvl7pPr indent="0" lvl="6" marL="0" marR="0" rtl="0" algn="r">
              <a:spcBef>
                <a:spcPts val="0"/>
              </a:spcBef>
              <a:buNone/>
              <a:defRPr b="0" i="0" sz="825" u="none" cap="none" strike="noStrike">
                <a:solidFill>
                  <a:srgbClr val="888888"/>
                </a:solidFill>
                <a:latin typeface="Calibri"/>
                <a:ea typeface="Calibri"/>
                <a:cs typeface="Calibri"/>
                <a:sym typeface="Calibri"/>
              </a:defRPr>
            </a:lvl7pPr>
            <a:lvl8pPr indent="0" lvl="7" marL="0" marR="0" rtl="0" algn="r">
              <a:spcBef>
                <a:spcPts val="0"/>
              </a:spcBef>
              <a:buNone/>
              <a:defRPr b="0" i="0" sz="825" u="none" cap="none" strike="noStrike">
                <a:solidFill>
                  <a:srgbClr val="888888"/>
                </a:solidFill>
                <a:latin typeface="Calibri"/>
                <a:ea typeface="Calibri"/>
                <a:cs typeface="Calibri"/>
                <a:sym typeface="Calibri"/>
              </a:defRPr>
            </a:lvl8pPr>
            <a:lvl9pPr indent="0" lvl="8" marL="0" marR="0" rtl="0" algn="r">
              <a:spcBef>
                <a:spcPts val="0"/>
              </a:spcBef>
              <a:buNone/>
              <a:defRPr b="0" i="0" sz="8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
          <p:cNvSpPr/>
          <p:nvPr/>
        </p:nvSpPr>
        <p:spPr>
          <a:xfrm>
            <a:off x="1799147" y="2568336"/>
            <a:ext cx="8870828" cy="1768413"/>
          </a:xfrm>
          <a:prstGeom prst="rect">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4" name="Google Shape;164;p1"/>
          <p:cNvSpPr txBox="1"/>
          <p:nvPr>
            <p:ph idx="1" type="subTitle"/>
          </p:nvPr>
        </p:nvSpPr>
        <p:spPr>
          <a:xfrm>
            <a:off x="1667774" y="5241057"/>
            <a:ext cx="9144000" cy="1037536"/>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b="1" lang="pt-BR"/>
              <a:t>Professor: Euclides Paim</a:t>
            </a:r>
            <a:endParaRPr/>
          </a:p>
          <a:p>
            <a:pPr indent="0" lvl="0" marL="0" rtl="0" algn="ctr">
              <a:lnSpc>
                <a:spcPct val="90000"/>
              </a:lnSpc>
              <a:spcBef>
                <a:spcPts val="1000"/>
              </a:spcBef>
              <a:spcAft>
                <a:spcPts val="0"/>
              </a:spcAft>
              <a:buClr>
                <a:schemeClr val="dk1"/>
              </a:buClr>
              <a:buSzPts val="2400"/>
              <a:buNone/>
            </a:pPr>
            <a:r>
              <a:rPr i="1" lang="pt-BR"/>
              <a:t>euclidespaim@gmail.com</a:t>
            </a:r>
            <a:endParaRPr/>
          </a:p>
        </p:txBody>
      </p:sp>
      <p:sp>
        <p:nvSpPr>
          <p:cNvPr id="165" name="Google Shape;165;p1"/>
          <p:cNvSpPr txBox="1"/>
          <p:nvPr/>
        </p:nvSpPr>
        <p:spPr>
          <a:xfrm>
            <a:off x="1733910" y="3071004"/>
            <a:ext cx="8738557"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4000">
                <a:solidFill>
                  <a:schemeClr val="dk1"/>
                </a:solidFill>
                <a:latin typeface="Calibri"/>
                <a:ea typeface="Calibri"/>
                <a:cs typeface="Calibri"/>
                <a:sym typeface="Calibri"/>
              </a:rPr>
              <a:t>Desenvolvimento de Sistemas</a:t>
            </a:r>
            <a:endParaRPr b="0" i="0" sz="1800" u="none" cap="none" strike="noStrike">
              <a:solidFill>
                <a:schemeClr val="dk1"/>
              </a:solidFill>
              <a:latin typeface="Calibri"/>
              <a:ea typeface="Calibri"/>
              <a:cs typeface="Calibri"/>
              <a:sym typeface="Calibri"/>
            </a:endParaRPr>
          </a:p>
        </p:txBody>
      </p:sp>
      <p:sp>
        <p:nvSpPr>
          <p:cNvPr id="166" name="Google Shape;166;p1"/>
          <p:cNvSpPr/>
          <p:nvPr/>
        </p:nvSpPr>
        <p:spPr>
          <a:xfrm>
            <a:off x="117895" y="-4313"/>
            <a:ext cx="11976337" cy="215659"/>
          </a:xfrm>
          <a:prstGeom prst="rect">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67" name="Google Shape;167;p1" title="sc-arma.png"/>
          <p:cNvPicPr preferRelativeResize="0"/>
          <p:nvPr/>
        </p:nvPicPr>
        <p:blipFill rotWithShape="1">
          <a:blip r:embed="rId3">
            <a:alphaModFix/>
          </a:blip>
          <a:srcRect b="6094" l="25927" r="26370" t="6094"/>
          <a:stretch/>
        </p:blipFill>
        <p:spPr>
          <a:xfrm>
            <a:off x="117900" y="226900"/>
            <a:ext cx="689025" cy="7420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
          <p:cNvSpPr/>
          <p:nvPr/>
        </p:nvSpPr>
        <p:spPr>
          <a:xfrm>
            <a:off x="1799147" y="2568336"/>
            <a:ext cx="8870828" cy="1768413"/>
          </a:xfrm>
          <a:prstGeom prst="rect">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3" name="Google Shape;173;p2"/>
          <p:cNvSpPr txBox="1"/>
          <p:nvPr>
            <p:ph idx="1" type="subTitle"/>
          </p:nvPr>
        </p:nvSpPr>
        <p:spPr>
          <a:xfrm>
            <a:off x="1667774" y="5241057"/>
            <a:ext cx="9144000" cy="1037536"/>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b="1" lang="pt-BR"/>
              <a:t>Professor: Euclides Paim</a:t>
            </a:r>
            <a:endParaRPr/>
          </a:p>
          <a:p>
            <a:pPr indent="0" lvl="0" marL="0" rtl="0" algn="ctr">
              <a:lnSpc>
                <a:spcPct val="90000"/>
              </a:lnSpc>
              <a:spcBef>
                <a:spcPts val="1000"/>
              </a:spcBef>
              <a:spcAft>
                <a:spcPts val="0"/>
              </a:spcAft>
              <a:buClr>
                <a:schemeClr val="dk1"/>
              </a:buClr>
              <a:buSzPts val="2400"/>
              <a:buNone/>
            </a:pPr>
            <a:r>
              <a:rPr i="1" lang="pt-BR"/>
              <a:t>euclidespaim@gmail.com</a:t>
            </a:r>
            <a:endParaRPr i="1"/>
          </a:p>
        </p:txBody>
      </p:sp>
      <p:sp>
        <p:nvSpPr>
          <p:cNvPr id="174" name="Google Shape;174;p2"/>
          <p:cNvSpPr txBox="1"/>
          <p:nvPr/>
        </p:nvSpPr>
        <p:spPr>
          <a:xfrm>
            <a:off x="2754704" y="2884097"/>
            <a:ext cx="6970141"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pt-BR" sz="3200" u="none" cap="none" strike="noStrike">
                <a:solidFill>
                  <a:schemeClr val="dk1"/>
                </a:solidFill>
                <a:latin typeface="Calibri"/>
                <a:ea typeface="Calibri"/>
                <a:cs typeface="Calibri"/>
                <a:sym typeface="Calibri"/>
              </a:rPr>
              <a:t>Processos Independentes, Subprocessos e Threads</a:t>
            </a:r>
            <a:endParaRPr b="0" i="0" sz="1800" u="none" cap="none" strike="noStrike">
              <a:solidFill>
                <a:schemeClr val="dk1"/>
              </a:solidFill>
              <a:latin typeface="Calibri"/>
              <a:ea typeface="Calibri"/>
              <a:cs typeface="Calibri"/>
              <a:sym typeface="Calibri"/>
            </a:endParaRPr>
          </a:p>
        </p:txBody>
      </p:sp>
      <p:sp>
        <p:nvSpPr>
          <p:cNvPr id="175" name="Google Shape;175;p2"/>
          <p:cNvSpPr/>
          <p:nvPr/>
        </p:nvSpPr>
        <p:spPr>
          <a:xfrm>
            <a:off x="117895" y="-4313"/>
            <a:ext cx="11976337" cy="215659"/>
          </a:xfrm>
          <a:prstGeom prst="rect">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76" name="Google Shape;176;p2" title="sc-arma.png"/>
          <p:cNvPicPr preferRelativeResize="0"/>
          <p:nvPr/>
        </p:nvPicPr>
        <p:blipFill rotWithShape="1">
          <a:blip r:embed="rId3">
            <a:alphaModFix/>
          </a:blip>
          <a:srcRect b="6094" l="25927" r="26370" t="6094"/>
          <a:stretch/>
        </p:blipFill>
        <p:spPr>
          <a:xfrm>
            <a:off x="117900" y="226900"/>
            <a:ext cx="689025" cy="7420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id="181" name="Google Shape;181;p3"/>
          <p:cNvSpPr/>
          <p:nvPr/>
        </p:nvSpPr>
        <p:spPr>
          <a:xfrm>
            <a:off x="1679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id="182" name="Google Shape;182;p3"/>
          <p:cNvSpPr/>
          <p:nvPr/>
        </p:nvSpPr>
        <p:spPr>
          <a:xfrm>
            <a:off x="1679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3"/>
          <p:cNvSpPr txBox="1"/>
          <p:nvPr/>
        </p:nvSpPr>
        <p:spPr>
          <a:xfrm>
            <a:off x="3646099" y="253043"/>
            <a:ext cx="492855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800">
                <a:solidFill>
                  <a:schemeClr val="dk1"/>
                </a:solidFill>
                <a:latin typeface="Calibri"/>
                <a:ea typeface="Calibri"/>
                <a:cs typeface="Calibri"/>
                <a:sym typeface="Calibri"/>
              </a:rPr>
              <a:t>Sumário</a:t>
            </a:r>
            <a:endParaRPr sz="1800">
              <a:solidFill>
                <a:schemeClr val="dk1"/>
              </a:solidFill>
              <a:latin typeface="Calibri"/>
              <a:ea typeface="Calibri"/>
              <a:cs typeface="Calibri"/>
              <a:sym typeface="Calibri"/>
            </a:endParaRPr>
          </a:p>
        </p:txBody>
      </p:sp>
      <p:sp>
        <p:nvSpPr>
          <p:cNvPr id="184" name="Google Shape;184;p3"/>
          <p:cNvSpPr txBox="1"/>
          <p:nvPr/>
        </p:nvSpPr>
        <p:spPr>
          <a:xfrm>
            <a:off x="245841" y="1742499"/>
            <a:ext cx="11700300" cy="3911100"/>
          </a:xfrm>
          <a:prstGeom prst="rect">
            <a:avLst/>
          </a:prstGeom>
          <a:noFill/>
          <a:ln>
            <a:noFill/>
          </a:ln>
        </p:spPr>
        <p:txBody>
          <a:bodyPr anchorCtr="0" anchor="t" bIns="45700" lIns="91425" spcFirstLastPara="1" rIns="91425" wrap="square" tIns="45700">
            <a:spAutoFit/>
          </a:bodyPr>
          <a:lstStyle/>
          <a:p>
            <a:pPr indent="-342900" lvl="0" marL="457200" rtl="0" algn="l">
              <a:lnSpc>
                <a:spcPct val="90000"/>
              </a:lnSpc>
              <a:spcBef>
                <a:spcPts val="750"/>
              </a:spcBef>
              <a:spcAft>
                <a:spcPts val="0"/>
              </a:spcAft>
              <a:buClr>
                <a:schemeClr val="dk1"/>
              </a:buClr>
              <a:buSzPts val="1800"/>
              <a:buFont typeface="Roboto"/>
              <a:buChar char="•"/>
            </a:pPr>
            <a:r>
              <a:rPr lang="pt-BR" sz="1800">
                <a:solidFill>
                  <a:schemeClr val="dk1"/>
                </a:solidFill>
                <a:latin typeface="Roboto"/>
                <a:ea typeface="Roboto"/>
                <a:cs typeface="Roboto"/>
                <a:sym typeface="Roboto"/>
              </a:rPr>
              <a:t>Conceitos gerais de concorrência.</a:t>
            </a:r>
            <a:br>
              <a:rPr lang="pt-BR" sz="1800">
                <a:solidFill>
                  <a:schemeClr val="dk1"/>
                </a:solidFill>
                <a:latin typeface="Roboto"/>
                <a:ea typeface="Roboto"/>
                <a:cs typeface="Roboto"/>
                <a:sym typeface="Roboto"/>
              </a:rPr>
            </a:br>
            <a:endParaRPr sz="1800">
              <a:solidFill>
                <a:schemeClr val="dk1"/>
              </a:solidFill>
              <a:latin typeface="Roboto"/>
              <a:ea typeface="Roboto"/>
              <a:cs typeface="Roboto"/>
              <a:sym typeface="Roboto"/>
            </a:endParaRPr>
          </a:p>
          <a:p>
            <a:pPr indent="-342900" lvl="0" marL="457200" rtl="0" algn="l">
              <a:lnSpc>
                <a:spcPct val="90000"/>
              </a:lnSpc>
              <a:spcBef>
                <a:spcPts val="750"/>
              </a:spcBef>
              <a:spcAft>
                <a:spcPts val="0"/>
              </a:spcAft>
              <a:buClr>
                <a:schemeClr val="dk1"/>
              </a:buClr>
              <a:buSzPts val="1800"/>
              <a:buFont typeface="Roboto"/>
              <a:buChar char="•"/>
            </a:pPr>
            <a:r>
              <a:rPr lang="pt-BR" sz="1800">
                <a:solidFill>
                  <a:schemeClr val="dk1"/>
                </a:solidFill>
                <a:latin typeface="Roboto"/>
                <a:ea typeface="Roboto"/>
                <a:cs typeface="Roboto"/>
                <a:sym typeface="Roboto"/>
              </a:rPr>
              <a:t>Processos Independentes.</a:t>
            </a:r>
            <a:br>
              <a:rPr lang="pt-BR" sz="1800">
                <a:solidFill>
                  <a:schemeClr val="dk1"/>
                </a:solidFill>
                <a:latin typeface="Roboto"/>
                <a:ea typeface="Roboto"/>
                <a:cs typeface="Roboto"/>
                <a:sym typeface="Roboto"/>
              </a:rPr>
            </a:br>
            <a:endParaRPr sz="1800">
              <a:solidFill>
                <a:schemeClr val="dk1"/>
              </a:solidFill>
              <a:latin typeface="Roboto"/>
              <a:ea typeface="Roboto"/>
              <a:cs typeface="Roboto"/>
              <a:sym typeface="Roboto"/>
            </a:endParaRPr>
          </a:p>
          <a:p>
            <a:pPr indent="-342900" lvl="0" marL="457200" rtl="0" algn="l">
              <a:lnSpc>
                <a:spcPct val="90000"/>
              </a:lnSpc>
              <a:spcBef>
                <a:spcPts val="750"/>
              </a:spcBef>
              <a:spcAft>
                <a:spcPts val="0"/>
              </a:spcAft>
              <a:buClr>
                <a:schemeClr val="dk1"/>
              </a:buClr>
              <a:buSzPts val="1800"/>
              <a:buFont typeface="Roboto"/>
              <a:buChar char="•"/>
            </a:pPr>
            <a:r>
              <a:rPr lang="pt-BR" sz="1800">
                <a:solidFill>
                  <a:schemeClr val="dk1"/>
                </a:solidFill>
                <a:latin typeface="Roboto"/>
                <a:ea typeface="Roboto"/>
                <a:cs typeface="Roboto"/>
                <a:sym typeface="Roboto"/>
              </a:rPr>
              <a:t>Subprocessos (Hierarquia e dependência).</a:t>
            </a:r>
            <a:br>
              <a:rPr lang="pt-BR" sz="1800">
                <a:solidFill>
                  <a:schemeClr val="dk1"/>
                </a:solidFill>
                <a:latin typeface="Roboto"/>
                <a:ea typeface="Roboto"/>
                <a:cs typeface="Roboto"/>
                <a:sym typeface="Roboto"/>
              </a:rPr>
            </a:br>
            <a:endParaRPr sz="1800">
              <a:solidFill>
                <a:schemeClr val="dk1"/>
              </a:solidFill>
              <a:latin typeface="Roboto"/>
              <a:ea typeface="Roboto"/>
              <a:cs typeface="Roboto"/>
              <a:sym typeface="Roboto"/>
            </a:endParaRPr>
          </a:p>
          <a:p>
            <a:pPr indent="-342900" lvl="0" marL="457200" rtl="0" algn="l">
              <a:lnSpc>
                <a:spcPct val="90000"/>
              </a:lnSpc>
              <a:spcBef>
                <a:spcPts val="750"/>
              </a:spcBef>
              <a:spcAft>
                <a:spcPts val="0"/>
              </a:spcAft>
              <a:buClr>
                <a:schemeClr val="dk1"/>
              </a:buClr>
              <a:buSzPts val="1800"/>
              <a:buFont typeface="Roboto"/>
              <a:buChar char="•"/>
            </a:pPr>
            <a:r>
              <a:rPr lang="pt-BR" sz="1800">
                <a:solidFill>
                  <a:schemeClr val="dk1"/>
                </a:solidFill>
                <a:latin typeface="Roboto"/>
                <a:ea typeface="Roboto"/>
                <a:cs typeface="Roboto"/>
                <a:sym typeface="Roboto"/>
              </a:rPr>
              <a:t>Threads (Ambientes monothread, multithread e contexto).</a:t>
            </a:r>
            <a:br>
              <a:rPr lang="pt-BR" sz="1800">
                <a:solidFill>
                  <a:schemeClr val="dk1"/>
                </a:solidFill>
                <a:latin typeface="Roboto"/>
                <a:ea typeface="Roboto"/>
                <a:cs typeface="Roboto"/>
                <a:sym typeface="Roboto"/>
              </a:rPr>
            </a:br>
            <a:endParaRPr sz="1800">
              <a:solidFill>
                <a:schemeClr val="dk1"/>
              </a:solidFill>
              <a:latin typeface="Roboto"/>
              <a:ea typeface="Roboto"/>
              <a:cs typeface="Roboto"/>
              <a:sym typeface="Roboto"/>
            </a:endParaRPr>
          </a:p>
          <a:p>
            <a:pPr indent="-342900" lvl="0" marL="457200" rtl="0" algn="l">
              <a:lnSpc>
                <a:spcPct val="90000"/>
              </a:lnSpc>
              <a:spcBef>
                <a:spcPts val="750"/>
              </a:spcBef>
              <a:spcAft>
                <a:spcPts val="0"/>
              </a:spcAft>
              <a:buClr>
                <a:schemeClr val="dk1"/>
              </a:buClr>
              <a:buSzPts val="1800"/>
              <a:buFont typeface="Roboto"/>
              <a:buChar char="•"/>
            </a:pPr>
            <a:r>
              <a:rPr lang="pt-BR" sz="1800">
                <a:solidFill>
                  <a:schemeClr val="dk1"/>
                </a:solidFill>
                <a:latin typeface="Roboto"/>
                <a:ea typeface="Roboto"/>
                <a:cs typeface="Roboto"/>
                <a:sym typeface="Roboto"/>
              </a:rPr>
              <a:t>Tipos de Processos (CPU Bound e I/O Bound).</a:t>
            </a:r>
            <a:br>
              <a:rPr lang="pt-BR" sz="1800">
                <a:solidFill>
                  <a:schemeClr val="dk1"/>
                </a:solidFill>
                <a:latin typeface="Roboto"/>
                <a:ea typeface="Roboto"/>
                <a:cs typeface="Roboto"/>
                <a:sym typeface="Roboto"/>
              </a:rPr>
            </a:br>
            <a:endParaRPr sz="1800">
              <a:solidFill>
                <a:schemeClr val="dk1"/>
              </a:solidFill>
              <a:latin typeface="Roboto"/>
              <a:ea typeface="Roboto"/>
              <a:cs typeface="Roboto"/>
              <a:sym typeface="Roboto"/>
            </a:endParaRPr>
          </a:p>
          <a:p>
            <a:pPr indent="-342900" lvl="0" marL="457200" rtl="0" algn="l">
              <a:lnSpc>
                <a:spcPct val="90000"/>
              </a:lnSpc>
              <a:spcBef>
                <a:spcPts val="750"/>
              </a:spcBef>
              <a:spcAft>
                <a:spcPts val="0"/>
              </a:spcAft>
              <a:buClr>
                <a:schemeClr val="dk1"/>
              </a:buClr>
              <a:buSzPts val="1800"/>
              <a:buFont typeface="Roboto"/>
              <a:buChar char="•"/>
            </a:pPr>
            <a:r>
              <a:rPr lang="pt-BR" sz="1800">
                <a:solidFill>
                  <a:schemeClr val="dk1"/>
                </a:solidFill>
                <a:latin typeface="Roboto"/>
                <a:ea typeface="Roboto"/>
                <a:cs typeface="Roboto"/>
                <a:sym typeface="Roboto"/>
              </a:rPr>
              <a:t>Comunicação entre processos e Deadlocks.</a:t>
            </a:r>
            <a:br>
              <a:rPr lang="pt-BR" sz="1800">
                <a:solidFill>
                  <a:schemeClr val="dk1"/>
                </a:solidFill>
                <a:latin typeface="Roboto"/>
                <a:ea typeface="Roboto"/>
                <a:cs typeface="Roboto"/>
                <a:sym typeface="Roboto"/>
              </a:rPr>
            </a:br>
            <a:endParaRPr sz="1800">
              <a:solidFill>
                <a:schemeClr val="dk1"/>
              </a:solidFill>
              <a:latin typeface="Roboto"/>
              <a:ea typeface="Roboto"/>
              <a:cs typeface="Roboto"/>
              <a:sym typeface="Roboto"/>
            </a:endParaRPr>
          </a:p>
          <a:p>
            <a:pPr indent="-342900" lvl="0" marL="457200" rtl="0" algn="l">
              <a:lnSpc>
                <a:spcPct val="90000"/>
              </a:lnSpc>
              <a:spcBef>
                <a:spcPts val="750"/>
              </a:spcBef>
              <a:spcAft>
                <a:spcPts val="0"/>
              </a:spcAft>
              <a:buClr>
                <a:schemeClr val="dk1"/>
              </a:buClr>
              <a:buSzPts val="1800"/>
              <a:buFont typeface="Roboto"/>
              <a:buChar char="•"/>
            </a:pPr>
            <a:r>
              <a:rPr lang="pt-BR" sz="1800">
                <a:solidFill>
                  <a:schemeClr val="dk1"/>
                </a:solidFill>
                <a:latin typeface="Roboto"/>
                <a:ea typeface="Roboto"/>
                <a:cs typeface="Roboto"/>
                <a:sym typeface="Roboto"/>
              </a:rPr>
              <a:t>Revisão</a:t>
            </a:r>
            <a:endParaRPr sz="1800">
              <a:solidFill>
                <a:schemeClr val="dk1"/>
              </a:solidFill>
              <a:latin typeface="Roboto"/>
              <a:ea typeface="Roboto"/>
              <a:cs typeface="Roboto"/>
              <a:sym typeface="Roboto"/>
            </a:endParaRPr>
          </a:p>
        </p:txBody>
      </p:sp>
      <p:sp>
        <p:nvSpPr>
          <p:cNvPr id="185" name="Google Shape;185;p3"/>
          <p:cNvSpPr/>
          <p:nvPr/>
        </p:nvSpPr>
        <p:spPr>
          <a:xfrm>
            <a:off x="103518" y="10064"/>
            <a:ext cx="11976337" cy="215659"/>
          </a:xfrm>
          <a:prstGeom prst="rect">
            <a:avLst/>
          </a:prstGeom>
          <a:solidFill>
            <a:srgbClr val="00B050"/>
          </a:solidFill>
          <a:ln cap="flat" cmpd="sng" w="12700">
            <a:solidFill>
              <a:srgbClr val="20AE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Uma imagem contendo desenho&#10;&#10;Descrição gerada automaticamente" id="186" name="Google Shape;186;p3"/>
          <p:cNvPicPr preferRelativeResize="0"/>
          <p:nvPr/>
        </p:nvPicPr>
        <p:blipFill rotWithShape="1">
          <a:blip r:embed="rId3">
            <a:alphaModFix/>
          </a:blip>
          <a:srcRect b="0" l="0" r="0" t="0"/>
          <a:stretch/>
        </p:blipFill>
        <p:spPr>
          <a:xfrm rot="-900000">
            <a:off x="8125004" y="2179788"/>
            <a:ext cx="2541198" cy="2498425"/>
          </a:xfrm>
          <a:prstGeom prst="rect">
            <a:avLst/>
          </a:prstGeom>
          <a:noFill/>
          <a:ln>
            <a:noFill/>
          </a:ln>
        </p:spPr>
      </p:pic>
      <p:pic>
        <p:nvPicPr>
          <p:cNvPr id="187" name="Google Shape;187;p3" title="sc-arma.png"/>
          <p:cNvPicPr preferRelativeResize="0"/>
          <p:nvPr/>
        </p:nvPicPr>
        <p:blipFill rotWithShape="1">
          <a:blip r:embed="rId4">
            <a:alphaModFix/>
          </a:blip>
          <a:srcRect b="6094" l="25927" r="26370" t="6094"/>
          <a:stretch/>
        </p:blipFill>
        <p:spPr>
          <a:xfrm>
            <a:off x="117900" y="226900"/>
            <a:ext cx="689025" cy="7420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4"/>
          <p:cNvSpPr txBox="1"/>
          <p:nvPr/>
        </p:nvSpPr>
        <p:spPr>
          <a:xfrm>
            <a:off x="2610930" y="296176"/>
            <a:ext cx="698452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400">
                <a:solidFill>
                  <a:schemeClr val="dk1"/>
                </a:solidFill>
                <a:latin typeface="Calibri"/>
                <a:ea typeface="Calibri"/>
                <a:cs typeface="Calibri"/>
                <a:sym typeface="Calibri"/>
              </a:rPr>
              <a:t>Processos Independentes, Subprocessos e Threads</a:t>
            </a:r>
            <a:endParaRPr/>
          </a:p>
          <a:p>
            <a:pPr indent="0" lvl="0" marL="0" marR="0" rtl="0" algn="ctr">
              <a:spcBef>
                <a:spcPts val="0"/>
              </a:spcBef>
              <a:spcAft>
                <a:spcPts val="0"/>
              </a:spcAft>
              <a:buNone/>
            </a:pPr>
            <a:r>
              <a:rPr i="1" lang="pt-BR" sz="2400">
                <a:solidFill>
                  <a:schemeClr val="dk1"/>
                </a:solidFill>
                <a:latin typeface="Calibri"/>
                <a:ea typeface="Calibri"/>
                <a:cs typeface="Calibri"/>
                <a:sym typeface="Calibri"/>
              </a:rPr>
              <a:t>Conceitos Gerais</a:t>
            </a:r>
            <a:endParaRPr/>
          </a:p>
        </p:txBody>
      </p:sp>
      <p:sp>
        <p:nvSpPr>
          <p:cNvPr id="193" name="Google Shape;193;p4"/>
          <p:cNvSpPr/>
          <p:nvPr/>
        </p:nvSpPr>
        <p:spPr>
          <a:xfrm>
            <a:off x="117895" y="-4313"/>
            <a:ext cx="11976337" cy="215659"/>
          </a:xfrm>
          <a:prstGeom prst="rect">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4" name="Google Shape;194;p4"/>
          <p:cNvSpPr txBox="1"/>
          <p:nvPr/>
        </p:nvSpPr>
        <p:spPr>
          <a:xfrm>
            <a:off x="102144" y="1743589"/>
            <a:ext cx="11987700" cy="3370800"/>
          </a:xfrm>
          <a:prstGeom prst="rect">
            <a:avLst/>
          </a:prstGeom>
          <a:noFill/>
          <a:ln>
            <a:noFill/>
          </a:ln>
        </p:spPr>
        <p:txBody>
          <a:bodyPr anchorCtr="0" anchor="t" bIns="45700" lIns="91425" spcFirstLastPara="1" rIns="91425" wrap="square" tIns="45700">
            <a:spAutoFit/>
          </a:bodyPr>
          <a:lstStyle/>
          <a:p>
            <a:pPr indent="-342900" lvl="0" marL="457200" rtl="0" algn="just">
              <a:lnSpc>
                <a:spcPct val="90000"/>
              </a:lnSpc>
              <a:spcBef>
                <a:spcPts val="750"/>
              </a:spcBef>
              <a:spcAft>
                <a:spcPts val="0"/>
              </a:spcAft>
              <a:buClr>
                <a:schemeClr val="dk1"/>
              </a:buClr>
              <a:buSzPts val="1800"/>
              <a:buChar char="•"/>
            </a:pPr>
            <a:r>
              <a:rPr b="1" lang="pt-BR" sz="1800">
                <a:solidFill>
                  <a:schemeClr val="dk1"/>
                </a:solidFill>
                <a:latin typeface="Roboto"/>
                <a:ea typeface="Roboto"/>
                <a:cs typeface="Roboto"/>
                <a:sym typeface="Roboto"/>
              </a:rPr>
              <a:t>Definição:</a:t>
            </a:r>
            <a:r>
              <a:rPr lang="pt-BR" sz="1800">
                <a:solidFill>
                  <a:schemeClr val="dk1"/>
                </a:solidFill>
                <a:latin typeface="Roboto"/>
                <a:ea typeface="Roboto"/>
                <a:cs typeface="Roboto"/>
                <a:sym typeface="Roboto"/>
              </a:rPr>
              <a:t> A concorrência é a técnica de subdividir o código de uma aplicação em tarefas que podem ser executadas simultaneamente ou intercaladas pelo Sistema Operacional.</a:t>
            </a:r>
            <a:br>
              <a:rPr lang="pt-BR" sz="1800">
                <a:solidFill>
                  <a:schemeClr val="dk1"/>
                </a:solidFill>
                <a:latin typeface="Roboto"/>
                <a:ea typeface="Roboto"/>
                <a:cs typeface="Roboto"/>
                <a:sym typeface="Roboto"/>
              </a:rPr>
            </a:br>
            <a:endParaRPr sz="1800">
              <a:solidFill>
                <a:schemeClr val="dk1"/>
              </a:solidFill>
              <a:latin typeface="Roboto"/>
              <a:ea typeface="Roboto"/>
              <a:cs typeface="Roboto"/>
              <a:sym typeface="Roboto"/>
            </a:endParaRPr>
          </a:p>
          <a:p>
            <a:pPr indent="-342900" lvl="0" marL="457200" rtl="0" algn="just">
              <a:lnSpc>
                <a:spcPct val="90000"/>
              </a:lnSpc>
              <a:spcBef>
                <a:spcPts val="750"/>
              </a:spcBef>
              <a:spcAft>
                <a:spcPts val="0"/>
              </a:spcAft>
              <a:buClr>
                <a:schemeClr val="dk1"/>
              </a:buClr>
              <a:buSzPts val="1800"/>
              <a:buChar char="•"/>
            </a:pPr>
            <a:r>
              <a:rPr b="1" lang="pt-BR" sz="1800">
                <a:solidFill>
                  <a:schemeClr val="dk1"/>
                </a:solidFill>
                <a:latin typeface="Roboto"/>
                <a:ea typeface="Roboto"/>
                <a:cs typeface="Roboto"/>
                <a:sym typeface="Roboto"/>
              </a:rPr>
              <a:t>Objetivo:</a:t>
            </a:r>
            <a:r>
              <a:rPr lang="pt-BR" sz="1800">
                <a:solidFill>
                  <a:schemeClr val="dk1"/>
                </a:solidFill>
                <a:latin typeface="Roboto"/>
                <a:ea typeface="Roboto"/>
                <a:cs typeface="Roboto"/>
                <a:sym typeface="Roboto"/>
              </a:rPr>
              <a:t> Maximizar a utilização dos recursos do sistema (como CPU e memória) e permitir que o computador realize múltiplas funções ao mesmo tempo.</a:t>
            </a:r>
            <a:endParaRPr sz="1800">
              <a:solidFill>
                <a:schemeClr val="dk1"/>
              </a:solidFill>
              <a:latin typeface="Roboto"/>
              <a:ea typeface="Roboto"/>
              <a:cs typeface="Roboto"/>
              <a:sym typeface="Roboto"/>
            </a:endParaRPr>
          </a:p>
          <a:p>
            <a:pPr indent="-209550" lvl="0" marL="342900" marR="0" rtl="0" algn="just">
              <a:lnSpc>
                <a:spcPct val="90000"/>
              </a:lnSpc>
              <a:spcBef>
                <a:spcPts val="750"/>
              </a:spcBef>
              <a:spcAft>
                <a:spcPts val="0"/>
              </a:spcAft>
              <a:buClr>
                <a:schemeClr val="dk1"/>
              </a:buClr>
              <a:buSzPts val="2100"/>
              <a:buFont typeface="Arial"/>
              <a:buNone/>
            </a:pPr>
            <a:r>
              <a:t/>
            </a:r>
            <a:endParaRPr sz="2100">
              <a:solidFill>
                <a:schemeClr val="dk1"/>
              </a:solidFill>
              <a:latin typeface="Calibri"/>
              <a:ea typeface="Calibri"/>
              <a:cs typeface="Calibri"/>
              <a:sym typeface="Calibri"/>
            </a:endParaRPr>
          </a:p>
          <a:p>
            <a:pPr indent="-209550" lvl="0" marL="342900" marR="0" rtl="0" algn="just">
              <a:lnSpc>
                <a:spcPct val="90000"/>
              </a:lnSpc>
              <a:spcBef>
                <a:spcPts val="750"/>
              </a:spcBef>
              <a:spcAft>
                <a:spcPts val="0"/>
              </a:spcAft>
              <a:buClr>
                <a:schemeClr val="dk1"/>
              </a:buClr>
              <a:buSzPts val="2100"/>
              <a:buFont typeface="Arial"/>
              <a:buNone/>
            </a:pPr>
            <a:r>
              <a:t/>
            </a:r>
            <a:endParaRPr sz="2100">
              <a:solidFill>
                <a:schemeClr val="dk1"/>
              </a:solidFill>
              <a:latin typeface="Calibri"/>
              <a:ea typeface="Calibri"/>
              <a:cs typeface="Calibri"/>
              <a:sym typeface="Calibri"/>
            </a:endParaRPr>
          </a:p>
          <a:p>
            <a:pPr indent="-209550" lvl="0" marL="342900" marR="0" rtl="0" algn="just">
              <a:lnSpc>
                <a:spcPct val="90000"/>
              </a:lnSpc>
              <a:spcBef>
                <a:spcPts val="750"/>
              </a:spcBef>
              <a:spcAft>
                <a:spcPts val="0"/>
              </a:spcAft>
              <a:buClr>
                <a:schemeClr val="dk1"/>
              </a:buClr>
              <a:buSzPts val="2100"/>
              <a:buFont typeface="Arial"/>
              <a:buNone/>
            </a:pPr>
            <a:r>
              <a:t/>
            </a:r>
            <a:endParaRPr sz="2100">
              <a:solidFill>
                <a:schemeClr val="dk1"/>
              </a:solidFill>
              <a:latin typeface="Calibri"/>
              <a:ea typeface="Calibri"/>
              <a:cs typeface="Calibri"/>
              <a:sym typeface="Calibri"/>
            </a:endParaRPr>
          </a:p>
          <a:p>
            <a:pPr indent="0" lvl="0" marL="0" marR="0" rtl="0" algn="just">
              <a:lnSpc>
                <a:spcPct val="90000"/>
              </a:lnSpc>
              <a:spcBef>
                <a:spcPts val="750"/>
              </a:spcBef>
              <a:spcAft>
                <a:spcPts val="0"/>
              </a:spcAft>
              <a:buNone/>
            </a:pPr>
            <a:r>
              <a:t/>
            </a:r>
            <a:endParaRPr sz="2100">
              <a:solidFill>
                <a:schemeClr val="dk1"/>
              </a:solidFill>
              <a:latin typeface="Calibri"/>
              <a:ea typeface="Calibri"/>
              <a:cs typeface="Calibri"/>
              <a:sym typeface="Calibri"/>
            </a:endParaRPr>
          </a:p>
          <a:p>
            <a:pPr indent="-209550" lvl="0" marL="342900" marR="0" rtl="0" algn="just">
              <a:lnSpc>
                <a:spcPct val="90000"/>
              </a:lnSpc>
              <a:spcBef>
                <a:spcPts val="750"/>
              </a:spcBef>
              <a:spcAft>
                <a:spcPts val="0"/>
              </a:spcAft>
              <a:buClr>
                <a:schemeClr val="dk1"/>
              </a:buClr>
              <a:buSzPts val="2100"/>
              <a:buFont typeface="Arial"/>
              <a:buNone/>
            </a:pPr>
            <a:r>
              <a:t/>
            </a:r>
            <a:endParaRPr sz="2100">
              <a:solidFill>
                <a:schemeClr val="dk1"/>
              </a:solidFill>
              <a:latin typeface="Calibri"/>
              <a:ea typeface="Calibri"/>
              <a:cs typeface="Calibri"/>
              <a:sym typeface="Calibri"/>
            </a:endParaRPr>
          </a:p>
        </p:txBody>
      </p:sp>
      <p:sp>
        <p:nvSpPr>
          <p:cNvPr id="195" name="Google Shape;195;p4"/>
          <p:cNvSpPr/>
          <p:nvPr/>
        </p:nvSpPr>
        <p:spPr>
          <a:xfrm>
            <a:off x="1055449" y="3904028"/>
            <a:ext cx="10081200" cy="831000"/>
          </a:xfrm>
          <a:prstGeom prst="rect">
            <a:avLst/>
          </a:prstGeom>
          <a:solidFill>
            <a:schemeClr val="accent2"/>
          </a:solidFill>
          <a:ln cap="flat" cmpd="sng" w="28575">
            <a:solidFill>
              <a:srgbClr val="323F4F"/>
            </a:solidFill>
            <a:prstDash val="dot"/>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rPr b="1" lang="pt-BR" sz="2400">
                <a:solidFill>
                  <a:schemeClr val="lt1"/>
                </a:solidFill>
                <a:latin typeface="Calibri"/>
                <a:ea typeface="Calibri"/>
                <a:cs typeface="Calibri"/>
                <a:sym typeface="Calibri"/>
              </a:rPr>
              <a:t> Subdividir o código em tarefas que possam trabalhar de </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rPr b="1" lang="pt-BR" sz="2400">
                <a:solidFill>
                  <a:schemeClr val="lt1"/>
                </a:solidFill>
                <a:latin typeface="Calibri"/>
                <a:ea typeface="Calibri"/>
                <a:cs typeface="Calibri"/>
                <a:sym typeface="Calibri"/>
              </a:rPr>
              <a:t>forma concorrente</a:t>
            </a:r>
            <a:endParaRPr sz="1800">
              <a:solidFill>
                <a:schemeClr val="lt1"/>
              </a:solidFill>
              <a:latin typeface="Calibri"/>
              <a:ea typeface="Calibri"/>
              <a:cs typeface="Calibri"/>
              <a:sym typeface="Calibri"/>
            </a:endParaRPr>
          </a:p>
        </p:txBody>
      </p:sp>
      <p:pic>
        <p:nvPicPr>
          <p:cNvPr id="196" name="Google Shape;196;p4" title="sc-arma.png"/>
          <p:cNvPicPr preferRelativeResize="0"/>
          <p:nvPr/>
        </p:nvPicPr>
        <p:blipFill rotWithShape="1">
          <a:blip r:embed="rId3">
            <a:alphaModFix/>
          </a:blip>
          <a:srcRect b="6094" l="25927" r="26370" t="6094"/>
          <a:stretch/>
        </p:blipFill>
        <p:spPr>
          <a:xfrm>
            <a:off x="117900" y="226900"/>
            <a:ext cx="689025" cy="7420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5"/>
          <p:cNvSpPr txBox="1"/>
          <p:nvPr/>
        </p:nvSpPr>
        <p:spPr>
          <a:xfrm>
            <a:off x="2610930" y="296176"/>
            <a:ext cx="698452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400">
                <a:solidFill>
                  <a:schemeClr val="dk1"/>
                </a:solidFill>
                <a:latin typeface="Calibri"/>
                <a:ea typeface="Calibri"/>
                <a:cs typeface="Calibri"/>
                <a:sym typeface="Calibri"/>
              </a:rPr>
              <a:t>Processos Independentes, Subprocessos e Threads</a:t>
            </a:r>
            <a:endParaRPr/>
          </a:p>
          <a:p>
            <a:pPr indent="0" lvl="0" marL="0" marR="0" rtl="0" algn="ctr">
              <a:spcBef>
                <a:spcPts val="0"/>
              </a:spcBef>
              <a:spcAft>
                <a:spcPts val="0"/>
              </a:spcAft>
              <a:buNone/>
            </a:pPr>
            <a:r>
              <a:rPr i="1" lang="pt-BR" sz="2400">
                <a:solidFill>
                  <a:schemeClr val="dk1"/>
                </a:solidFill>
                <a:latin typeface="Calibri"/>
                <a:ea typeface="Calibri"/>
                <a:cs typeface="Calibri"/>
                <a:sym typeface="Calibri"/>
              </a:rPr>
              <a:t>Processos independentes</a:t>
            </a:r>
            <a:endParaRPr i="1" sz="1800">
              <a:solidFill>
                <a:schemeClr val="dk1"/>
              </a:solidFill>
              <a:latin typeface="Calibri"/>
              <a:ea typeface="Calibri"/>
              <a:cs typeface="Calibri"/>
              <a:sym typeface="Calibri"/>
            </a:endParaRPr>
          </a:p>
        </p:txBody>
      </p:sp>
      <p:sp>
        <p:nvSpPr>
          <p:cNvPr id="202" name="Google Shape;202;p5"/>
          <p:cNvSpPr/>
          <p:nvPr/>
        </p:nvSpPr>
        <p:spPr>
          <a:xfrm>
            <a:off x="117895" y="-4313"/>
            <a:ext cx="11976337" cy="215659"/>
          </a:xfrm>
          <a:prstGeom prst="rect">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 name="Google Shape;203;p5"/>
          <p:cNvSpPr txBox="1"/>
          <p:nvPr/>
        </p:nvSpPr>
        <p:spPr>
          <a:xfrm>
            <a:off x="109269" y="1906439"/>
            <a:ext cx="11987700" cy="3303300"/>
          </a:xfrm>
          <a:prstGeom prst="rect">
            <a:avLst/>
          </a:prstGeom>
          <a:noFill/>
          <a:ln>
            <a:noFill/>
          </a:ln>
        </p:spPr>
        <p:txBody>
          <a:bodyPr anchorCtr="0" anchor="t" bIns="45700" lIns="91425" spcFirstLastPara="1" rIns="91425" wrap="square" tIns="45700">
            <a:spAutoFit/>
          </a:bodyPr>
          <a:lstStyle/>
          <a:p>
            <a:pPr indent="0" lvl="0" marL="0" marR="0" rtl="0" algn="just">
              <a:lnSpc>
                <a:spcPct val="90000"/>
              </a:lnSpc>
              <a:spcBef>
                <a:spcPts val="0"/>
              </a:spcBef>
              <a:spcAft>
                <a:spcPts val="0"/>
              </a:spcAft>
              <a:buNone/>
            </a:pPr>
            <a:r>
              <a:rPr b="1" lang="pt-BR" sz="2000">
                <a:solidFill>
                  <a:schemeClr val="dk1"/>
                </a:solidFill>
              </a:rPr>
              <a:t>Processos independentes </a:t>
            </a:r>
            <a:br>
              <a:rPr lang="pt-BR" sz="2000">
                <a:solidFill>
                  <a:schemeClr val="dk1"/>
                </a:solidFill>
              </a:rPr>
            </a:br>
            <a:endParaRPr b="1" sz="16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b="1" lang="pt-BR" sz="1700">
                <a:solidFill>
                  <a:schemeClr val="dk1"/>
                </a:solidFill>
                <a:latin typeface="Roboto"/>
                <a:ea typeface="Roboto"/>
                <a:cs typeface="Roboto"/>
                <a:sym typeface="Roboto"/>
              </a:rPr>
              <a:t>Conceito:</a:t>
            </a:r>
            <a:r>
              <a:rPr lang="pt-BR" sz="1700">
                <a:solidFill>
                  <a:schemeClr val="dk1"/>
                </a:solidFill>
                <a:latin typeface="Roboto"/>
                <a:ea typeface="Roboto"/>
                <a:cs typeface="Roboto"/>
                <a:sym typeface="Roboto"/>
              </a:rPr>
              <a:t> É a forma mais isolada de concorrência. Não há vínculo operacional ou hierárquico entre o processo criado e o seu criador.</a:t>
            </a:r>
            <a:endParaRPr sz="17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b="1" lang="pt-BR" sz="1700">
                <a:solidFill>
                  <a:schemeClr val="dk1"/>
                </a:solidFill>
                <a:latin typeface="Roboto"/>
                <a:ea typeface="Roboto"/>
                <a:cs typeface="Roboto"/>
                <a:sym typeface="Roboto"/>
              </a:rPr>
              <a:t>Características:</a:t>
            </a:r>
            <a:endParaRPr b="1" sz="1700">
              <a:solidFill>
                <a:schemeClr val="dk1"/>
              </a:solidFill>
              <a:latin typeface="Roboto"/>
              <a:ea typeface="Roboto"/>
              <a:cs typeface="Roboto"/>
              <a:sym typeface="Roboto"/>
            </a:endParaRPr>
          </a:p>
          <a:p>
            <a:pPr indent="-336550" lvl="0" marL="457200" rtl="0" algn="l">
              <a:lnSpc>
                <a:spcPct val="115000"/>
              </a:lnSpc>
              <a:spcBef>
                <a:spcPts val="1200"/>
              </a:spcBef>
              <a:spcAft>
                <a:spcPts val="0"/>
              </a:spcAft>
              <a:buClr>
                <a:schemeClr val="dk1"/>
              </a:buClr>
              <a:buSzPts val="1700"/>
              <a:buFont typeface="Roboto"/>
              <a:buChar char="●"/>
            </a:pPr>
            <a:r>
              <a:rPr lang="pt-BR" sz="1700">
                <a:solidFill>
                  <a:schemeClr val="dk1"/>
                </a:solidFill>
                <a:latin typeface="Roboto"/>
                <a:ea typeface="Roboto"/>
                <a:cs typeface="Roboto"/>
                <a:sym typeface="Roboto"/>
              </a:rPr>
              <a:t>Exige a alocação de um PCB (Process Control Block) exclusivo.</a:t>
            </a:r>
            <a:endParaRPr sz="1700">
              <a:solidFill>
                <a:schemeClr val="dk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Font typeface="Roboto"/>
              <a:buChar char="●"/>
            </a:pPr>
            <a:r>
              <a:rPr lang="pt-BR" sz="1700">
                <a:solidFill>
                  <a:schemeClr val="dk1"/>
                </a:solidFill>
                <a:latin typeface="Roboto"/>
                <a:ea typeface="Roboto"/>
                <a:cs typeface="Roboto"/>
                <a:sym typeface="Roboto"/>
              </a:rPr>
              <a:t>Possui contextos de hardware e software próprios.</a:t>
            </a:r>
            <a:endParaRPr sz="1700">
              <a:solidFill>
                <a:schemeClr val="dk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Font typeface="Roboto"/>
              <a:buChar char="●"/>
            </a:pPr>
            <a:r>
              <a:rPr lang="pt-BR" sz="1700">
                <a:solidFill>
                  <a:schemeClr val="dk1"/>
                </a:solidFill>
                <a:latin typeface="Roboto"/>
                <a:ea typeface="Roboto"/>
                <a:cs typeface="Roboto"/>
                <a:sym typeface="Roboto"/>
              </a:rPr>
              <a:t>Espaço de endereçamento de memória totalmente isolado.</a:t>
            </a:r>
            <a:endParaRPr sz="1700">
              <a:solidFill>
                <a:schemeClr val="dk1"/>
              </a:solidFill>
              <a:latin typeface="Roboto"/>
              <a:ea typeface="Roboto"/>
              <a:cs typeface="Roboto"/>
              <a:sym typeface="Roboto"/>
            </a:endParaRPr>
          </a:p>
          <a:p>
            <a:pPr indent="-209550" lvl="0" marL="342900" marR="0" rtl="0" algn="just">
              <a:lnSpc>
                <a:spcPct val="90000"/>
              </a:lnSpc>
              <a:spcBef>
                <a:spcPts val="1200"/>
              </a:spcBef>
              <a:spcAft>
                <a:spcPts val="0"/>
              </a:spcAft>
              <a:buClr>
                <a:schemeClr val="dk1"/>
              </a:buClr>
              <a:buSzPts val="2100"/>
              <a:buFont typeface="Arial"/>
              <a:buNone/>
            </a:pPr>
            <a:r>
              <a:t/>
            </a:r>
            <a:endParaRPr sz="2100">
              <a:solidFill>
                <a:schemeClr val="dk1"/>
              </a:solidFill>
              <a:latin typeface="Calibri"/>
              <a:ea typeface="Calibri"/>
              <a:cs typeface="Calibri"/>
              <a:sym typeface="Calibri"/>
            </a:endParaRPr>
          </a:p>
        </p:txBody>
      </p:sp>
      <p:pic>
        <p:nvPicPr>
          <p:cNvPr id="204" name="Google Shape;204;p5" title="sc-arma.png"/>
          <p:cNvPicPr preferRelativeResize="0"/>
          <p:nvPr/>
        </p:nvPicPr>
        <p:blipFill rotWithShape="1">
          <a:blip r:embed="rId3">
            <a:alphaModFix/>
          </a:blip>
          <a:srcRect b="6094" l="25927" r="26370" t="6094"/>
          <a:stretch/>
        </p:blipFill>
        <p:spPr>
          <a:xfrm>
            <a:off x="117900" y="226900"/>
            <a:ext cx="689025" cy="7420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6"/>
          <p:cNvSpPr txBox="1"/>
          <p:nvPr/>
        </p:nvSpPr>
        <p:spPr>
          <a:xfrm>
            <a:off x="2610930" y="296176"/>
            <a:ext cx="698452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400">
                <a:solidFill>
                  <a:schemeClr val="dk1"/>
                </a:solidFill>
                <a:latin typeface="Calibri"/>
                <a:ea typeface="Calibri"/>
                <a:cs typeface="Calibri"/>
                <a:sym typeface="Calibri"/>
              </a:rPr>
              <a:t>Processos Independentes, Subprocessos e Threads</a:t>
            </a:r>
            <a:endParaRPr/>
          </a:p>
          <a:p>
            <a:pPr indent="0" lvl="0" marL="0" marR="0" rtl="0" algn="ctr">
              <a:spcBef>
                <a:spcPts val="0"/>
              </a:spcBef>
              <a:spcAft>
                <a:spcPts val="0"/>
              </a:spcAft>
              <a:buNone/>
            </a:pPr>
            <a:r>
              <a:rPr i="1" lang="pt-BR" sz="2400">
                <a:solidFill>
                  <a:schemeClr val="dk1"/>
                </a:solidFill>
                <a:latin typeface="Calibri"/>
                <a:ea typeface="Calibri"/>
                <a:cs typeface="Calibri"/>
                <a:sym typeface="Calibri"/>
              </a:rPr>
              <a:t>Subprocessos</a:t>
            </a:r>
            <a:endParaRPr sz="1800">
              <a:solidFill>
                <a:schemeClr val="dk1"/>
              </a:solidFill>
              <a:latin typeface="Calibri"/>
              <a:ea typeface="Calibri"/>
              <a:cs typeface="Calibri"/>
              <a:sym typeface="Calibri"/>
            </a:endParaRPr>
          </a:p>
        </p:txBody>
      </p:sp>
      <p:sp>
        <p:nvSpPr>
          <p:cNvPr id="210" name="Google Shape;210;p6"/>
          <p:cNvSpPr/>
          <p:nvPr/>
        </p:nvSpPr>
        <p:spPr>
          <a:xfrm>
            <a:off x="117895" y="-4313"/>
            <a:ext cx="11976337" cy="215659"/>
          </a:xfrm>
          <a:prstGeom prst="rect">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1" name="Google Shape;211;p6"/>
          <p:cNvSpPr txBox="1"/>
          <p:nvPr/>
        </p:nvSpPr>
        <p:spPr>
          <a:xfrm>
            <a:off x="109269" y="1460741"/>
            <a:ext cx="11987700" cy="2753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lang="pt-BR" sz="1800">
                <a:solidFill>
                  <a:schemeClr val="dk1"/>
                </a:solidFill>
              </a:rPr>
              <a:t>Subprocessos (Hierarquia)</a:t>
            </a:r>
            <a:br>
              <a:rPr b="1" lang="pt-BR" sz="1800">
                <a:solidFill>
                  <a:schemeClr val="dk1"/>
                </a:solidFill>
              </a:rPr>
            </a:b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b="1" lang="pt-BR" sz="1800">
                <a:solidFill>
                  <a:schemeClr val="dk1"/>
                </a:solidFill>
              </a:rPr>
              <a:t>Definição:</a:t>
            </a:r>
            <a:r>
              <a:rPr lang="pt-BR" sz="1800">
                <a:solidFill>
                  <a:schemeClr val="dk1"/>
                </a:solidFill>
              </a:rPr>
              <a:t> São processos criados dentro de uma estrutura hierárquica.</a:t>
            </a:r>
            <a:br>
              <a:rPr lang="pt-BR" sz="1800">
                <a:solidFill>
                  <a:schemeClr val="dk1"/>
                </a:solidFill>
              </a:rPr>
            </a:b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pt-BR" sz="1800">
                <a:solidFill>
                  <a:schemeClr val="dk1"/>
                </a:solidFill>
              </a:rPr>
              <a:t>Nomenclatura:</a:t>
            </a:r>
            <a:r>
              <a:rPr lang="pt-BR" sz="1800">
                <a:solidFill>
                  <a:schemeClr val="dk1"/>
                </a:solidFill>
              </a:rPr>
              <a:t> O processo criador é o "Pai" e o novo processo é o "Filho" (subprocesso).</a:t>
            </a:r>
            <a:br>
              <a:rPr lang="pt-BR" sz="1800">
                <a:solidFill>
                  <a:schemeClr val="dk1"/>
                </a:solidFill>
              </a:rPr>
            </a:b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pt-BR" sz="1800">
                <a:solidFill>
                  <a:schemeClr val="dk1"/>
                </a:solidFill>
              </a:rPr>
              <a:t>Vínculo:</a:t>
            </a:r>
            <a:r>
              <a:rPr lang="pt-BR" sz="1800">
                <a:solidFill>
                  <a:schemeClr val="dk1"/>
                </a:solidFill>
              </a:rPr>
              <a:t> Existe uma dependência direta; se o processo pai for encerrado, o Sistema Operacional elimina automaticamente seus subprocessos subordinados.</a:t>
            </a:r>
            <a:endParaRPr sz="2800">
              <a:solidFill>
                <a:schemeClr val="dk1"/>
              </a:solidFill>
              <a:latin typeface="Calibri"/>
              <a:ea typeface="Calibri"/>
              <a:cs typeface="Calibri"/>
              <a:sym typeface="Calibri"/>
            </a:endParaRPr>
          </a:p>
        </p:txBody>
      </p:sp>
      <p:pic>
        <p:nvPicPr>
          <p:cNvPr id="212" name="Google Shape;212;p6" title="sc-arma.png"/>
          <p:cNvPicPr preferRelativeResize="0"/>
          <p:nvPr/>
        </p:nvPicPr>
        <p:blipFill rotWithShape="1">
          <a:blip r:embed="rId3">
            <a:alphaModFix/>
          </a:blip>
          <a:srcRect b="6094" l="25927" r="26370" t="6094"/>
          <a:stretch/>
        </p:blipFill>
        <p:spPr>
          <a:xfrm>
            <a:off x="117900" y="226900"/>
            <a:ext cx="689025" cy="7420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df1b0d4aaa_1_6"/>
          <p:cNvSpPr txBox="1"/>
          <p:nvPr/>
        </p:nvSpPr>
        <p:spPr>
          <a:xfrm>
            <a:off x="2610930" y="296176"/>
            <a:ext cx="69846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400">
                <a:solidFill>
                  <a:schemeClr val="dk1"/>
                </a:solidFill>
                <a:latin typeface="Calibri"/>
                <a:ea typeface="Calibri"/>
                <a:cs typeface="Calibri"/>
                <a:sym typeface="Calibri"/>
              </a:rPr>
              <a:t>Processos Independentes, Subprocessos e Threads</a:t>
            </a:r>
            <a:endParaRPr/>
          </a:p>
          <a:p>
            <a:pPr indent="0" lvl="0" marL="0" marR="0" rtl="0" algn="ctr">
              <a:spcBef>
                <a:spcPts val="0"/>
              </a:spcBef>
              <a:spcAft>
                <a:spcPts val="0"/>
              </a:spcAft>
              <a:buNone/>
            </a:pPr>
            <a:r>
              <a:rPr i="1" lang="pt-BR" sz="2400">
                <a:solidFill>
                  <a:schemeClr val="dk1"/>
                </a:solidFill>
                <a:latin typeface="Calibri"/>
                <a:ea typeface="Calibri"/>
                <a:cs typeface="Calibri"/>
                <a:sym typeface="Calibri"/>
              </a:rPr>
              <a:t>Subprocessos</a:t>
            </a:r>
            <a:endParaRPr sz="1800">
              <a:solidFill>
                <a:schemeClr val="dk1"/>
              </a:solidFill>
              <a:latin typeface="Calibri"/>
              <a:ea typeface="Calibri"/>
              <a:cs typeface="Calibri"/>
              <a:sym typeface="Calibri"/>
            </a:endParaRPr>
          </a:p>
        </p:txBody>
      </p:sp>
      <p:sp>
        <p:nvSpPr>
          <p:cNvPr id="218" name="Google Shape;218;g3df1b0d4aaa_1_6"/>
          <p:cNvSpPr/>
          <p:nvPr/>
        </p:nvSpPr>
        <p:spPr>
          <a:xfrm>
            <a:off x="117895" y="-4313"/>
            <a:ext cx="11976300" cy="215700"/>
          </a:xfrm>
          <a:prstGeom prst="rect">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9" name="Google Shape;219;g3df1b0d4aaa_1_6"/>
          <p:cNvSpPr txBox="1"/>
          <p:nvPr/>
        </p:nvSpPr>
        <p:spPr>
          <a:xfrm>
            <a:off x="102144" y="1817666"/>
            <a:ext cx="11987700" cy="2435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lang="pt-BR" sz="1800">
                <a:solidFill>
                  <a:schemeClr val="dk1"/>
                </a:solidFill>
              </a:rPr>
              <a:t>Características dos Subprocessos</a:t>
            </a:r>
            <a:br>
              <a:rPr b="1" lang="pt-BR" sz="1800">
                <a:solidFill>
                  <a:schemeClr val="dk1"/>
                </a:solidFill>
              </a:rPr>
            </a:b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b="1" lang="pt-BR" sz="1800">
                <a:solidFill>
                  <a:schemeClr val="dk1"/>
                </a:solidFill>
              </a:rPr>
              <a:t>Gestão de Recursos:</a:t>
            </a:r>
            <a:r>
              <a:rPr lang="pt-BR" sz="1800">
                <a:solidFill>
                  <a:schemeClr val="dk1"/>
                </a:solidFill>
              </a:rPr>
              <a:t> Possuem seu próprio PCB, mas podem compartilhar quotas de recursos (tempo de CPU, memória) com o processo pai.</a:t>
            </a:r>
            <a:br>
              <a:rPr lang="pt-BR" sz="1800">
                <a:solidFill>
                  <a:schemeClr val="dk1"/>
                </a:solidFill>
              </a:rPr>
            </a:b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pt-BR" sz="1800">
                <a:solidFill>
                  <a:schemeClr val="dk1"/>
                </a:solidFill>
              </a:rPr>
              <a:t>Mecanismo:</a:t>
            </a:r>
            <a:r>
              <a:rPr lang="pt-BR" sz="1800">
                <a:solidFill>
                  <a:schemeClr val="dk1"/>
                </a:solidFill>
              </a:rPr>
              <a:t> No momento da criação, o processo pai cede parte de seus limites (quotas) para que o filho possa operar dentro das restrições do sistema.</a:t>
            </a:r>
            <a:endParaRPr b="1" sz="2500">
              <a:solidFill>
                <a:schemeClr val="dk1"/>
              </a:solidFill>
            </a:endParaRPr>
          </a:p>
        </p:txBody>
      </p:sp>
      <p:pic>
        <p:nvPicPr>
          <p:cNvPr id="220" name="Google Shape;220;g3df1b0d4aaa_1_6" title="sc-arma.png"/>
          <p:cNvPicPr preferRelativeResize="0"/>
          <p:nvPr/>
        </p:nvPicPr>
        <p:blipFill rotWithShape="1">
          <a:blip r:embed="rId3">
            <a:alphaModFix/>
          </a:blip>
          <a:srcRect b="6094" l="25927" r="26370" t="6094"/>
          <a:stretch/>
        </p:blipFill>
        <p:spPr>
          <a:xfrm>
            <a:off x="117900" y="226900"/>
            <a:ext cx="689025" cy="7420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4" name="Shape 224"/>
        <p:cNvGrpSpPr/>
        <p:nvPr/>
      </p:nvGrpSpPr>
      <p:grpSpPr>
        <a:xfrm>
          <a:off x="0" y="0"/>
          <a:ext cx="0" cy="0"/>
          <a:chOff x="0" y="0"/>
          <a:chExt cx="0" cy="0"/>
        </a:xfrm>
      </p:grpSpPr>
      <p:grpSp>
        <p:nvGrpSpPr>
          <p:cNvPr id="225" name="Google Shape;225;p7"/>
          <p:cNvGrpSpPr/>
          <p:nvPr/>
        </p:nvGrpSpPr>
        <p:grpSpPr>
          <a:xfrm>
            <a:off x="9639925" y="3347047"/>
            <a:ext cx="996522" cy="1048582"/>
            <a:chOff x="1847" y="1570"/>
            <a:chExt cx="2086" cy="2113"/>
          </a:xfrm>
        </p:grpSpPr>
        <p:sp>
          <p:nvSpPr>
            <p:cNvPr id="226" name="Google Shape;226;p7"/>
            <p:cNvSpPr/>
            <p:nvPr/>
          </p:nvSpPr>
          <p:spPr>
            <a:xfrm>
              <a:off x="1847" y="1596"/>
              <a:ext cx="2086" cy="2087"/>
            </a:xfrm>
            <a:prstGeom prst="ellipse">
              <a:avLst/>
            </a:prstGeom>
            <a:solidFill>
              <a:srgbClr val="D8D8D8"/>
            </a:solidFill>
            <a:ln cap="flat" cmpd="sng" w="12700">
              <a:solidFill>
                <a:schemeClr val="dk1"/>
              </a:solidFill>
              <a:prstDash val="solid"/>
              <a:round/>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cxnSp>
          <p:nvCxnSpPr>
            <p:cNvPr id="227" name="Google Shape;227;p7"/>
            <p:cNvCxnSpPr/>
            <p:nvPr/>
          </p:nvCxnSpPr>
          <p:spPr>
            <a:xfrm>
              <a:off x="2925" y="1570"/>
              <a:ext cx="0" cy="1044"/>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a:effectLst>
              <a:outerShdw blurRad="50800" rotWithShape="0" algn="bl" dir="18900000" dist="38100">
                <a:srgbClr val="000000">
                  <a:alpha val="40000"/>
                </a:srgbClr>
              </a:outerShdw>
            </a:effectLst>
          </p:spPr>
        </p:cxnSp>
        <p:cxnSp>
          <p:nvCxnSpPr>
            <p:cNvPr id="228" name="Google Shape;228;p7"/>
            <p:cNvCxnSpPr/>
            <p:nvPr/>
          </p:nvCxnSpPr>
          <p:spPr>
            <a:xfrm flipH="1" rot="-9000000">
              <a:off x="2854" y="2872"/>
              <a:ext cx="1058" cy="6"/>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a:effectLst>
              <a:outerShdw blurRad="50800" rotWithShape="0" algn="bl" dir="18900000" dist="38100">
                <a:srgbClr val="000000">
                  <a:alpha val="40000"/>
                </a:srgbClr>
              </a:outerShdw>
            </a:effectLst>
          </p:spPr>
        </p:cxnSp>
        <p:cxnSp>
          <p:nvCxnSpPr>
            <p:cNvPr id="229" name="Google Shape;229;p7"/>
            <p:cNvCxnSpPr/>
            <p:nvPr/>
          </p:nvCxnSpPr>
          <p:spPr>
            <a:xfrm rot="-1800000">
              <a:off x="1940" y="2873"/>
              <a:ext cx="1054" cy="4"/>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a:effectLst>
              <a:outerShdw blurRad="50800" rotWithShape="0" algn="bl" dir="18900000" dist="38100">
                <a:srgbClr val="000000">
                  <a:alpha val="40000"/>
                </a:srgbClr>
              </a:outerShdw>
            </a:effectLst>
          </p:spPr>
        </p:cxnSp>
        <p:grpSp>
          <p:nvGrpSpPr>
            <p:cNvPr id="230" name="Google Shape;230;p7"/>
            <p:cNvGrpSpPr/>
            <p:nvPr/>
          </p:nvGrpSpPr>
          <p:grpSpPr>
            <a:xfrm>
              <a:off x="2674" y="2149"/>
              <a:ext cx="499" cy="960"/>
              <a:chOff x="2674" y="2149"/>
              <a:chExt cx="499" cy="960"/>
            </a:xfrm>
          </p:grpSpPr>
          <p:sp>
            <p:nvSpPr>
              <p:cNvPr id="231" name="Google Shape;231;p7"/>
              <p:cNvSpPr/>
              <p:nvPr/>
            </p:nvSpPr>
            <p:spPr>
              <a:xfrm>
                <a:off x="2674" y="2217"/>
                <a:ext cx="499" cy="892"/>
              </a:xfrm>
              <a:prstGeom prst="rect">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7"/>
              <p:cNvSpPr/>
              <p:nvPr/>
            </p:nvSpPr>
            <p:spPr>
              <a:xfrm>
                <a:off x="2720" y="2149"/>
                <a:ext cx="408" cy="892"/>
              </a:xfrm>
              <a:prstGeom prst="rect">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33" name="Google Shape;233;p7"/>
              <p:cNvCxnSpPr/>
              <p:nvPr/>
            </p:nvCxnSpPr>
            <p:spPr>
              <a:xfrm>
                <a:off x="2765" y="2323"/>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34" name="Google Shape;234;p7"/>
              <p:cNvCxnSpPr/>
              <p:nvPr/>
            </p:nvCxnSpPr>
            <p:spPr>
              <a:xfrm>
                <a:off x="2765" y="2368"/>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35" name="Google Shape;235;p7"/>
              <p:cNvCxnSpPr/>
              <p:nvPr/>
            </p:nvCxnSpPr>
            <p:spPr>
              <a:xfrm>
                <a:off x="2765" y="2414"/>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36" name="Google Shape;236;p7"/>
              <p:cNvCxnSpPr/>
              <p:nvPr/>
            </p:nvCxnSpPr>
            <p:spPr>
              <a:xfrm>
                <a:off x="2765" y="2459"/>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37" name="Google Shape;237;p7"/>
              <p:cNvCxnSpPr/>
              <p:nvPr/>
            </p:nvCxnSpPr>
            <p:spPr>
              <a:xfrm>
                <a:off x="2765" y="2504"/>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38" name="Google Shape;238;p7"/>
              <p:cNvCxnSpPr/>
              <p:nvPr/>
            </p:nvCxnSpPr>
            <p:spPr>
              <a:xfrm>
                <a:off x="2765" y="2550"/>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39" name="Google Shape;239;p7"/>
              <p:cNvCxnSpPr/>
              <p:nvPr/>
            </p:nvCxnSpPr>
            <p:spPr>
              <a:xfrm>
                <a:off x="2765" y="2595"/>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40" name="Google Shape;240;p7"/>
              <p:cNvCxnSpPr/>
              <p:nvPr/>
            </p:nvCxnSpPr>
            <p:spPr>
              <a:xfrm>
                <a:off x="2765" y="2640"/>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41" name="Google Shape;241;p7"/>
              <p:cNvCxnSpPr/>
              <p:nvPr/>
            </p:nvCxnSpPr>
            <p:spPr>
              <a:xfrm>
                <a:off x="2765" y="2686"/>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42" name="Google Shape;242;p7"/>
              <p:cNvCxnSpPr/>
              <p:nvPr/>
            </p:nvCxnSpPr>
            <p:spPr>
              <a:xfrm>
                <a:off x="2765" y="2731"/>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43" name="Google Shape;243;p7"/>
              <p:cNvCxnSpPr/>
              <p:nvPr/>
            </p:nvCxnSpPr>
            <p:spPr>
              <a:xfrm>
                <a:off x="2765" y="2777"/>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44" name="Google Shape;244;p7"/>
              <p:cNvCxnSpPr/>
              <p:nvPr/>
            </p:nvCxnSpPr>
            <p:spPr>
              <a:xfrm>
                <a:off x="2765" y="2822"/>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45" name="Google Shape;245;p7"/>
              <p:cNvCxnSpPr/>
              <p:nvPr/>
            </p:nvCxnSpPr>
            <p:spPr>
              <a:xfrm>
                <a:off x="2765" y="2867"/>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46" name="Google Shape;246;p7"/>
              <p:cNvCxnSpPr/>
              <p:nvPr/>
            </p:nvCxnSpPr>
            <p:spPr>
              <a:xfrm>
                <a:off x="2765" y="2913"/>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47" name="Google Shape;247;p7"/>
              <p:cNvCxnSpPr/>
              <p:nvPr/>
            </p:nvCxnSpPr>
            <p:spPr>
              <a:xfrm>
                <a:off x="2765" y="2278"/>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grpSp>
      </p:grpSp>
      <p:grpSp>
        <p:nvGrpSpPr>
          <p:cNvPr id="248" name="Google Shape;248;p7"/>
          <p:cNvGrpSpPr/>
          <p:nvPr/>
        </p:nvGrpSpPr>
        <p:grpSpPr>
          <a:xfrm>
            <a:off x="2960326" y="2951037"/>
            <a:ext cx="996522" cy="1054039"/>
            <a:chOff x="1847" y="1570"/>
            <a:chExt cx="2086" cy="2124"/>
          </a:xfrm>
        </p:grpSpPr>
        <p:sp>
          <p:nvSpPr>
            <p:cNvPr id="249" name="Google Shape;249;p7"/>
            <p:cNvSpPr/>
            <p:nvPr/>
          </p:nvSpPr>
          <p:spPr>
            <a:xfrm>
              <a:off x="1847" y="1607"/>
              <a:ext cx="2086" cy="2087"/>
            </a:xfrm>
            <a:prstGeom prst="ellipse">
              <a:avLst/>
            </a:prstGeom>
            <a:solidFill>
              <a:srgbClr val="D8D8D8"/>
            </a:solidFill>
            <a:ln cap="flat" cmpd="sng" w="19050">
              <a:solidFill>
                <a:schemeClr val="dk1"/>
              </a:solidFill>
              <a:prstDash val="solid"/>
              <a:round/>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cxnSp>
          <p:nvCxnSpPr>
            <p:cNvPr id="250" name="Google Shape;250;p7"/>
            <p:cNvCxnSpPr/>
            <p:nvPr/>
          </p:nvCxnSpPr>
          <p:spPr>
            <a:xfrm>
              <a:off x="2925" y="1570"/>
              <a:ext cx="0" cy="1044"/>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a:effectLst>
              <a:outerShdw blurRad="50800" rotWithShape="0" algn="bl" dir="18900000" dist="38100">
                <a:srgbClr val="000000">
                  <a:alpha val="40000"/>
                </a:srgbClr>
              </a:outerShdw>
            </a:effectLst>
          </p:spPr>
        </p:cxnSp>
        <p:cxnSp>
          <p:nvCxnSpPr>
            <p:cNvPr id="251" name="Google Shape;251;p7"/>
            <p:cNvCxnSpPr/>
            <p:nvPr/>
          </p:nvCxnSpPr>
          <p:spPr>
            <a:xfrm flipH="1" rot="-9000000">
              <a:off x="2854" y="2872"/>
              <a:ext cx="1058" cy="6"/>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a:effectLst>
              <a:outerShdw blurRad="50800" rotWithShape="0" algn="bl" dir="18900000" dist="38100">
                <a:srgbClr val="000000">
                  <a:alpha val="40000"/>
                </a:srgbClr>
              </a:outerShdw>
            </a:effectLst>
          </p:spPr>
        </p:cxnSp>
        <p:cxnSp>
          <p:nvCxnSpPr>
            <p:cNvPr id="252" name="Google Shape;252;p7"/>
            <p:cNvCxnSpPr/>
            <p:nvPr/>
          </p:nvCxnSpPr>
          <p:spPr>
            <a:xfrm rot="-1800000">
              <a:off x="1940" y="2873"/>
              <a:ext cx="1054" cy="4"/>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a:effectLst>
              <a:outerShdw blurRad="50800" rotWithShape="0" algn="bl" dir="18900000" dist="38100">
                <a:srgbClr val="000000">
                  <a:alpha val="40000"/>
                </a:srgbClr>
              </a:outerShdw>
            </a:effectLst>
          </p:spPr>
        </p:cxnSp>
        <p:grpSp>
          <p:nvGrpSpPr>
            <p:cNvPr id="253" name="Google Shape;253;p7"/>
            <p:cNvGrpSpPr/>
            <p:nvPr/>
          </p:nvGrpSpPr>
          <p:grpSpPr>
            <a:xfrm>
              <a:off x="2674" y="2149"/>
              <a:ext cx="499" cy="960"/>
              <a:chOff x="2674" y="2149"/>
              <a:chExt cx="499" cy="960"/>
            </a:xfrm>
          </p:grpSpPr>
          <p:sp>
            <p:nvSpPr>
              <p:cNvPr id="254" name="Google Shape;254;p7"/>
              <p:cNvSpPr/>
              <p:nvPr/>
            </p:nvSpPr>
            <p:spPr>
              <a:xfrm>
                <a:off x="2674" y="2217"/>
                <a:ext cx="499" cy="892"/>
              </a:xfrm>
              <a:prstGeom prst="rect">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7"/>
              <p:cNvSpPr/>
              <p:nvPr/>
            </p:nvSpPr>
            <p:spPr>
              <a:xfrm>
                <a:off x="2720" y="2149"/>
                <a:ext cx="408" cy="892"/>
              </a:xfrm>
              <a:prstGeom prst="rect">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56" name="Google Shape;256;p7"/>
              <p:cNvCxnSpPr/>
              <p:nvPr/>
            </p:nvCxnSpPr>
            <p:spPr>
              <a:xfrm>
                <a:off x="2765" y="2323"/>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57" name="Google Shape;257;p7"/>
              <p:cNvCxnSpPr/>
              <p:nvPr/>
            </p:nvCxnSpPr>
            <p:spPr>
              <a:xfrm>
                <a:off x="2765" y="2368"/>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58" name="Google Shape;258;p7"/>
              <p:cNvCxnSpPr/>
              <p:nvPr/>
            </p:nvCxnSpPr>
            <p:spPr>
              <a:xfrm>
                <a:off x="2765" y="2414"/>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59" name="Google Shape;259;p7"/>
              <p:cNvCxnSpPr/>
              <p:nvPr/>
            </p:nvCxnSpPr>
            <p:spPr>
              <a:xfrm>
                <a:off x="2765" y="2459"/>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60" name="Google Shape;260;p7"/>
              <p:cNvCxnSpPr/>
              <p:nvPr/>
            </p:nvCxnSpPr>
            <p:spPr>
              <a:xfrm>
                <a:off x="2765" y="2504"/>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61" name="Google Shape;261;p7"/>
              <p:cNvCxnSpPr/>
              <p:nvPr/>
            </p:nvCxnSpPr>
            <p:spPr>
              <a:xfrm>
                <a:off x="2765" y="2550"/>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62" name="Google Shape;262;p7"/>
              <p:cNvCxnSpPr/>
              <p:nvPr/>
            </p:nvCxnSpPr>
            <p:spPr>
              <a:xfrm>
                <a:off x="2765" y="2595"/>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63" name="Google Shape;263;p7"/>
              <p:cNvCxnSpPr/>
              <p:nvPr/>
            </p:nvCxnSpPr>
            <p:spPr>
              <a:xfrm>
                <a:off x="2765" y="2640"/>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64" name="Google Shape;264;p7"/>
              <p:cNvCxnSpPr/>
              <p:nvPr/>
            </p:nvCxnSpPr>
            <p:spPr>
              <a:xfrm>
                <a:off x="2765" y="2686"/>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65" name="Google Shape;265;p7"/>
              <p:cNvCxnSpPr/>
              <p:nvPr/>
            </p:nvCxnSpPr>
            <p:spPr>
              <a:xfrm>
                <a:off x="2765" y="2731"/>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66" name="Google Shape;266;p7"/>
              <p:cNvCxnSpPr/>
              <p:nvPr/>
            </p:nvCxnSpPr>
            <p:spPr>
              <a:xfrm>
                <a:off x="2765" y="2777"/>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67" name="Google Shape;267;p7"/>
              <p:cNvCxnSpPr/>
              <p:nvPr/>
            </p:nvCxnSpPr>
            <p:spPr>
              <a:xfrm>
                <a:off x="2765" y="2822"/>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68" name="Google Shape;268;p7"/>
              <p:cNvCxnSpPr/>
              <p:nvPr/>
            </p:nvCxnSpPr>
            <p:spPr>
              <a:xfrm>
                <a:off x="2765" y="2867"/>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69" name="Google Shape;269;p7"/>
              <p:cNvCxnSpPr/>
              <p:nvPr/>
            </p:nvCxnSpPr>
            <p:spPr>
              <a:xfrm>
                <a:off x="2765" y="2913"/>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70" name="Google Shape;270;p7"/>
              <p:cNvCxnSpPr/>
              <p:nvPr/>
            </p:nvCxnSpPr>
            <p:spPr>
              <a:xfrm>
                <a:off x="2765" y="2278"/>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grpSp>
      </p:grpSp>
      <p:grpSp>
        <p:nvGrpSpPr>
          <p:cNvPr id="271" name="Google Shape;271;p7"/>
          <p:cNvGrpSpPr/>
          <p:nvPr/>
        </p:nvGrpSpPr>
        <p:grpSpPr>
          <a:xfrm>
            <a:off x="7649157" y="3403914"/>
            <a:ext cx="996522" cy="1035679"/>
            <a:chOff x="1847" y="1567"/>
            <a:chExt cx="2086" cy="2087"/>
          </a:xfrm>
        </p:grpSpPr>
        <p:sp>
          <p:nvSpPr>
            <p:cNvPr id="272" name="Google Shape;272;p7"/>
            <p:cNvSpPr/>
            <p:nvPr/>
          </p:nvSpPr>
          <p:spPr>
            <a:xfrm>
              <a:off x="1847" y="1567"/>
              <a:ext cx="2086" cy="2087"/>
            </a:xfrm>
            <a:prstGeom prst="ellipse">
              <a:avLst/>
            </a:prstGeom>
            <a:solidFill>
              <a:srgbClr val="D8D8D8"/>
            </a:solidFill>
            <a:ln cap="flat" cmpd="sng" w="12700">
              <a:solidFill>
                <a:schemeClr val="dk1"/>
              </a:solidFill>
              <a:prstDash val="solid"/>
              <a:round/>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cxnSp>
          <p:nvCxnSpPr>
            <p:cNvPr id="273" name="Google Shape;273;p7"/>
            <p:cNvCxnSpPr/>
            <p:nvPr/>
          </p:nvCxnSpPr>
          <p:spPr>
            <a:xfrm>
              <a:off x="2925" y="1570"/>
              <a:ext cx="0" cy="1044"/>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a:effectLst>
              <a:outerShdw blurRad="50800" rotWithShape="0" algn="bl" dir="18900000" dist="38100">
                <a:srgbClr val="000000">
                  <a:alpha val="40000"/>
                </a:srgbClr>
              </a:outerShdw>
            </a:effectLst>
          </p:spPr>
        </p:cxnSp>
        <p:cxnSp>
          <p:nvCxnSpPr>
            <p:cNvPr id="274" name="Google Shape;274;p7"/>
            <p:cNvCxnSpPr/>
            <p:nvPr/>
          </p:nvCxnSpPr>
          <p:spPr>
            <a:xfrm flipH="1" rot="-9000000">
              <a:off x="2854" y="2872"/>
              <a:ext cx="1058" cy="6"/>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a:effectLst>
              <a:outerShdw blurRad="50800" rotWithShape="0" algn="bl" dir="18900000" dist="38100">
                <a:srgbClr val="000000">
                  <a:alpha val="40000"/>
                </a:srgbClr>
              </a:outerShdw>
            </a:effectLst>
          </p:spPr>
        </p:cxnSp>
        <p:cxnSp>
          <p:nvCxnSpPr>
            <p:cNvPr id="275" name="Google Shape;275;p7"/>
            <p:cNvCxnSpPr/>
            <p:nvPr/>
          </p:nvCxnSpPr>
          <p:spPr>
            <a:xfrm rot="-1800000">
              <a:off x="1940" y="2873"/>
              <a:ext cx="1054" cy="4"/>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a:effectLst>
              <a:outerShdw blurRad="50800" rotWithShape="0" algn="bl" dir="18900000" dist="38100">
                <a:srgbClr val="000000">
                  <a:alpha val="40000"/>
                </a:srgbClr>
              </a:outerShdw>
            </a:effectLst>
          </p:spPr>
        </p:cxnSp>
        <p:grpSp>
          <p:nvGrpSpPr>
            <p:cNvPr id="276" name="Google Shape;276;p7"/>
            <p:cNvGrpSpPr/>
            <p:nvPr/>
          </p:nvGrpSpPr>
          <p:grpSpPr>
            <a:xfrm>
              <a:off x="2674" y="2149"/>
              <a:ext cx="499" cy="960"/>
              <a:chOff x="2674" y="2149"/>
              <a:chExt cx="499" cy="960"/>
            </a:xfrm>
          </p:grpSpPr>
          <p:sp>
            <p:nvSpPr>
              <p:cNvPr id="277" name="Google Shape;277;p7"/>
              <p:cNvSpPr/>
              <p:nvPr/>
            </p:nvSpPr>
            <p:spPr>
              <a:xfrm>
                <a:off x="2674" y="2217"/>
                <a:ext cx="499" cy="892"/>
              </a:xfrm>
              <a:prstGeom prst="rect">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7"/>
              <p:cNvSpPr/>
              <p:nvPr/>
            </p:nvSpPr>
            <p:spPr>
              <a:xfrm>
                <a:off x="2720" y="2149"/>
                <a:ext cx="408" cy="892"/>
              </a:xfrm>
              <a:prstGeom prst="rect">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79" name="Google Shape;279;p7"/>
              <p:cNvCxnSpPr/>
              <p:nvPr/>
            </p:nvCxnSpPr>
            <p:spPr>
              <a:xfrm>
                <a:off x="2765" y="2323"/>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80" name="Google Shape;280;p7"/>
              <p:cNvCxnSpPr/>
              <p:nvPr/>
            </p:nvCxnSpPr>
            <p:spPr>
              <a:xfrm>
                <a:off x="2765" y="2368"/>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81" name="Google Shape;281;p7"/>
              <p:cNvCxnSpPr/>
              <p:nvPr/>
            </p:nvCxnSpPr>
            <p:spPr>
              <a:xfrm>
                <a:off x="2765" y="2414"/>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82" name="Google Shape;282;p7"/>
              <p:cNvCxnSpPr/>
              <p:nvPr/>
            </p:nvCxnSpPr>
            <p:spPr>
              <a:xfrm>
                <a:off x="2765" y="2459"/>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83" name="Google Shape;283;p7"/>
              <p:cNvCxnSpPr/>
              <p:nvPr/>
            </p:nvCxnSpPr>
            <p:spPr>
              <a:xfrm>
                <a:off x="2765" y="2504"/>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84" name="Google Shape;284;p7"/>
              <p:cNvCxnSpPr/>
              <p:nvPr/>
            </p:nvCxnSpPr>
            <p:spPr>
              <a:xfrm>
                <a:off x="2765" y="2550"/>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85" name="Google Shape;285;p7"/>
              <p:cNvCxnSpPr/>
              <p:nvPr/>
            </p:nvCxnSpPr>
            <p:spPr>
              <a:xfrm>
                <a:off x="2765" y="2595"/>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86" name="Google Shape;286;p7"/>
              <p:cNvCxnSpPr/>
              <p:nvPr/>
            </p:nvCxnSpPr>
            <p:spPr>
              <a:xfrm>
                <a:off x="2765" y="2640"/>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87" name="Google Shape;287;p7"/>
              <p:cNvCxnSpPr/>
              <p:nvPr/>
            </p:nvCxnSpPr>
            <p:spPr>
              <a:xfrm>
                <a:off x="2765" y="2686"/>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88" name="Google Shape;288;p7"/>
              <p:cNvCxnSpPr/>
              <p:nvPr/>
            </p:nvCxnSpPr>
            <p:spPr>
              <a:xfrm>
                <a:off x="2765" y="2731"/>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89" name="Google Shape;289;p7"/>
              <p:cNvCxnSpPr/>
              <p:nvPr/>
            </p:nvCxnSpPr>
            <p:spPr>
              <a:xfrm>
                <a:off x="2765" y="2777"/>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90" name="Google Shape;290;p7"/>
              <p:cNvCxnSpPr/>
              <p:nvPr/>
            </p:nvCxnSpPr>
            <p:spPr>
              <a:xfrm>
                <a:off x="2765" y="2822"/>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91" name="Google Shape;291;p7"/>
              <p:cNvCxnSpPr/>
              <p:nvPr/>
            </p:nvCxnSpPr>
            <p:spPr>
              <a:xfrm>
                <a:off x="2765" y="2867"/>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92" name="Google Shape;292;p7"/>
              <p:cNvCxnSpPr/>
              <p:nvPr/>
            </p:nvCxnSpPr>
            <p:spPr>
              <a:xfrm>
                <a:off x="2765" y="2913"/>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293" name="Google Shape;293;p7"/>
              <p:cNvCxnSpPr/>
              <p:nvPr/>
            </p:nvCxnSpPr>
            <p:spPr>
              <a:xfrm>
                <a:off x="2765" y="2278"/>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grpSp>
      </p:grpSp>
      <p:sp>
        <p:nvSpPr>
          <p:cNvPr id="294" name="Google Shape;294;p7"/>
          <p:cNvSpPr txBox="1"/>
          <p:nvPr/>
        </p:nvSpPr>
        <p:spPr>
          <a:xfrm>
            <a:off x="9627135" y="2922068"/>
            <a:ext cx="1251602" cy="4058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600">
                <a:solidFill>
                  <a:schemeClr val="dk1"/>
                </a:solidFill>
                <a:latin typeface="Calibri"/>
                <a:ea typeface="Calibri"/>
                <a:cs typeface="Calibri"/>
                <a:sym typeface="Calibri"/>
              </a:rPr>
              <a:t>Processo E</a:t>
            </a:r>
            <a:endParaRPr/>
          </a:p>
        </p:txBody>
      </p:sp>
      <p:sp>
        <p:nvSpPr>
          <p:cNvPr id="295" name="Google Shape;295;p7"/>
          <p:cNvSpPr txBox="1"/>
          <p:nvPr/>
        </p:nvSpPr>
        <p:spPr>
          <a:xfrm>
            <a:off x="2918453" y="2578703"/>
            <a:ext cx="1281198" cy="4058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600">
                <a:solidFill>
                  <a:schemeClr val="dk1"/>
                </a:solidFill>
                <a:latin typeface="Calibri"/>
                <a:ea typeface="Calibri"/>
                <a:cs typeface="Calibri"/>
                <a:sym typeface="Calibri"/>
              </a:rPr>
              <a:t>Processo A</a:t>
            </a:r>
            <a:endParaRPr/>
          </a:p>
        </p:txBody>
      </p:sp>
      <p:sp>
        <p:nvSpPr>
          <p:cNvPr id="296" name="Google Shape;296;p7"/>
          <p:cNvSpPr txBox="1"/>
          <p:nvPr/>
        </p:nvSpPr>
        <p:spPr>
          <a:xfrm>
            <a:off x="7596789" y="2924795"/>
            <a:ext cx="1286747" cy="4058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600">
                <a:solidFill>
                  <a:schemeClr val="dk1"/>
                </a:solidFill>
                <a:latin typeface="Calibri"/>
                <a:ea typeface="Calibri"/>
                <a:cs typeface="Calibri"/>
                <a:sym typeface="Calibri"/>
              </a:rPr>
              <a:t>Processo D</a:t>
            </a:r>
            <a:endParaRPr/>
          </a:p>
        </p:txBody>
      </p:sp>
      <p:grpSp>
        <p:nvGrpSpPr>
          <p:cNvPr id="297" name="Google Shape;297;p7"/>
          <p:cNvGrpSpPr/>
          <p:nvPr/>
        </p:nvGrpSpPr>
        <p:grpSpPr>
          <a:xfrm>
            <a:off x="1496079" y="4709941"/>
            <a:ext cx="996521" cy="1035679"/>
            <a:chOff x="1852" y="1564"/>
            <a:chExt cx="2086" cy="2087"/>
          </a:xfrm>
        </p:grpSpPr>
        <p:sp>
          <p:nvSpPr>
            <p:cNvPr id="298" name="Google Shape;298;p7"/>
            <p:cNvSpPr/>
            <p:nvPr/>
          </p:nvSpPr>
          <p:spPr>
            <a:xfrm>
              <a:off x="1852" y="1564"/>
              <a:ext cx="2086" cy="2087"/>
            </a:xfrm>
            <a:prstGeom prst="ellipse">
              <a:avLst/>
            </a:prstGeom>
            <a:solidFill>
              <a:srgbClr val="80F583"/>
            </a:solidFill>
            <a:ln cap="flat" cmpd="sng" w="12700">
              <a:solidFill>
                <a:schemeClr val="dk1"/>
              </a:solidFill>
              <a:prstDash val="solid"/>
              <a:round/>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cxnSp>
          <p:nvCxnSpPr>
            <p:cNvPr id="299" name="Google Shape;299;p7"/>
            <p:cNvCxnSpPr/>
            <p:nvPr/>
          </p:nvCxnSpPr>
          <p:spPr>
            <a:xfrm>
              <a:off x="2925" y="1570"/>
              <a:ext cx="0" cy="1044"/>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a:effectLst>
              <a:outerShdw blurRad="50800" rotWithShape="0" algn="bl" dir="18900000" dist="38100">
                <a:srgbClr val="000000">
                  <a:alpha val="40000"/>
                </a:srgbClr>
              </a:outerShdw>
            </a:effectLst>
          </p:spPr>
        </p:cxnSp>
        <p:cxnSp>
          <p:nvCxnSpPr>
            <p:cNvPr id="300" name="Google Shape;300;p7"/>
            <p:cNvCxnSpPr/>
            <p:nvPr/>
          </p:nvCxnSpPr>
          <p:spPr>
            <a:xfrm flipH="1" rot="-9000000">
              <a:off x="2854" y="2872"/>
              <a:ext cx="1058" cy="6"/>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a:effectLst>
              <a:outerShdw blurRad="50800" rotWithShape="0" algn="bl" dir="18900000" dist="38100">
                <a:srgbClr val="000000">
                  <a:alpha val="40000"/>
                </a:srgbClr>
              </a:outerShdw>
            </a:effectLst>
          </p:spPr>
        </p:cxnSp>
        <p:cxnSp>
          <p:nvCxnSpPr>
            <p:cNvPr id="301" name="Google Shape;301;p7"/>
            <p:cNvCxnSpPr/>
            <p:nvPr/>
          </p:nvCxnSpPr>
          <p:spPr>
            <a:xfrm rot="-1800000">
              <a:off x="1940" y="2873"/>
              <a:ext cx="1054" cy="4"/>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a:effectLst>
              <a:outerShdw blurRad="50800" rotWithShape="0" algn="bl" dir="18900000" dist="38100">
                <a:srgbClr val="000000">
                  <a:alpha val="40000"/>
                </a:srgbClr>
              </a:outerShdw>
            </a:effectLst>
          </p:spPr>
        </p:cxnSp>
        <p:grpSp>
          <p:nvGrpSpPr>
            <p:cNvPr id="302" name="Google Shape;302;p7"/>
            <p:cNvGrpSpPr/>
            <p:nvPr/>
          </p:nvGrpSpPr>
          <p:grpSpPr>
            <a:xfrm>
              <a:off x="2674" y="2149"/>
              <a:ext cx="710" cy="960"/>
              <a:chOff x="2674" y="2149"/>
              <a:chExt cx="710" cy="960"/>
            </a:xfrm>
          </p:grpSpPr>
          <p:sp>
            <p:nvSpPr>
              <p:cNvPr id="303" name="Google Shape;303;p7"/>
              <p:cNvSpPr/>
              <p:nvPr/>
            </p:nvSpPr>
            <p:spPr>
              <a:xfrm>
                <a:off x="2674" y="2217"/>
                <a:ext cx="499" cy="892"/>
              </a:xfrm>
              <a:prstGeom prst="rect">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7"/>
              <p:cNvSpPr/>
              <p:nvPr/>
            </p:nvSpPr>
            <p:spPr>
              <a:xfrm>
                <a:off x="2720" y="2149"/>
                <a:ext cx="408" cy="892"/>
              </a:xfrm>
              <a:prstGeom prst="rect">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305" name="Google Shape;305;p7"/>
              <p:cNvCxnSpPr/>
              <p:nvPr/>
            </p:nvCxnSpPr>
            <p:spPr>
              <a:xfrm>
                <a:off x="2765" y="2323"/>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06" name="Google Shape;306;p7"/>
              <p:cNvCxnSpPr/>
              <p:nvPr/>
            </p:nvCxnSpPr>
            <p:spPr>
              <a:xfrm>
                <a:off x="2765" y="2368"/>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07" name="Google Shape;307;p7"/>
              <p:cNvCxnSpPr/>
              <p:nvPr/>
            </p:nvCxnSpPr>
            <p:spPr>
              <a:xfrm>
                <a:off x="2765" y="2414"/>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08" name="Google Shape;308;p7"/>
              <p:cNvCxnSpPr/>
              <p:nvPr/>
            </p:nvCxnSpPr>
            <p:spPr>
              <a:xfrm>
                <a:off x="2765" y="2459"/>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09" name="Google Shape;309;p7"/>
              <p:cNvCxnSpPr/>
              <p:nvPr/>
            </p:nvCxnSpPr>
            <p:spPr>
              <a:xfrm>
                <a:off x="2765" y="2504"/>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10" name="Google Shape;310;p7"/>
              <p:cNvCxnSpPr/>
              <p:nvPr/>
            </p:nvCxnSpPr>
            <p:spPr>
              <a:xfrm>
                <a:off x="2765" y="2550"/>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11" name="Google Shape;311;p7"/>
              <p:cNvCxnSpPr/>
              <p:nvPr/>
            </p:nvCxnSpPr>
            <p:spPr>
              <a:xfrm>
                <a:off x="2765" y="2595"/>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12" name="Google Shape;312;p7"/>
              <p:cNvCxnSpPr/>
              <p:nvPr/>
            </p:nvCxnSpPr>
            <p:spPr>
              <a:xfrm>
                <a:off x="2765" y="2640"/>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13" name="Google Shape;313;p7"/>
              <p:cNvCxnSpPr/>
              <p:nvPr/>
            </p:nvCxnSpPr>
            <p:spPr>
              <a:xfrm>
                <a:off x="2765" y="2686"/>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14" name="Google Shape;314;p7"/>
              <p:cNvCxnSpPr/>
              <p:nvPr/>
            </p:nvCxnSpPr>
            <p:spPr>
              <a:xfrm>
                <a:off x="2765" y="2731"/>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15" name="Google Shape;315;p7"/>
              <p:cNvCxnSpPr/>
              <p:nvPr/>
            </p:nvCxnSpPr>
            <p:spPr>
              <a:xfrm>
                <a:off x="2765" y="2777"/>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16" name="Google Shape;316;p7"/>
              <p:cNvCxnSpPr/>
              <p:nvPr/>
            </p:nvCxnSpPr>
            <p:spPr>
              <a:xfrm>
                <a:off x="2765" y="2822"/>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17" name="Google Shape;317;p7"/>
              <p:cNvCxnSpPr/>
              <p:nvPr/>
            </p:nvCxnSpPr>
            <p:spPr>
              <a:xfrm>
                <a:off x="2765" y="2867"/>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18" name="Google Shape;318;p7"/>
              <p:cNvCxnSpPr/>
              <p:nvPr/>
            </p:nvCxnSpPr>
            <p:spPr>
              <a:xfrm>
                <a:off x="3066" y="2942"/>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19" name="Google Shape;319;p7"/>
              <p:cNvCxnSpPr/>
              <p:nvPr/>
            </p:nvCxnSpPr>
            <p:spPr>
              <a:xfrm>
                <a:off x="2765" y="2278"/>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grpSp>
      </p:grpSp>
      <p:grpSp>
        <p:nvGrpSpPr>
          <p:cNvPr id="320" name="Google Shape;320;p7"/>
          <p:cNvGrpSpPr/>
          <p:nvPr/>
        </p:nvGrpSpPr>
        <p:grpSpPr>
          <a:xfrm>
            <a:off x="4392223" y="4717839"/>
            <a:ext cx="996522" cy="1035680"/>
            <a:chOff x="1882" y="1493"/>
            <a:chExt cx="2086" cy="2087"/>
          </a:xfrm>
        </p:grpSpPr>
        <p:sp>
          <p:nvSpPr>
            <p:cNvPr id="321" name="Google Shape;321;p7"/>
            <p:cNvSpPr/>
            <p:nvPr/>
          </p:nvSpPr>
          <p:spPr>
            <a:xfrm>
              <a:off x="1882" y="1493"/>
              <a:ext cx="2086" cy="2087"/>
            </a:xfrm>
            <a:prstGeom prst="ellipse">
              <a:avLst/>
            </a:prstGeom>
            <a:solidFill>
              <a:srgbClr val="80F583"/>
            </a:solidFill>
            <a:ln cap="flat" cmpd="sng" w="12700">
              <a:solidFill>
                <a:schemeClr val="dk1"/>
              </a:solidFill>
              <a:prstDash val="solid"/>
              <a:round/>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cxnSp>
          <p:nvCxnSpPr>
            <p:cNvPr id="322" name="Google Shape;322;p7"/>
            <p:cNvCxnSpPr/>
            <p:nvPr/>
          </p:nvCxnSpPr>
          <p:spPr>
            <a:xfrm>
              <a:off x="2925" y="1570"/>
              <a:ext cx="0" cy="1044"/>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a:effectLst>
              <a:outerShdw blurRad="50800" rotWithShape="0" algn="bl" dir="18900000" dist="38100">
                <a:srgbClr val="000000">
                  <a:alpha val="40000"/>
                </a:srgbClr>
              </a:outerShdw>
            </a:effectLst>
          </p:spPr>
        </p:cxnSp>
        <p:cxnSp>
          <p:nvCxnSpPr>
            <p:cNvPr id="323" name="Google Shape;323;p7"/>
            <p:cNvCxnSpPr/>
            <p:nvPr/>
          </p:nvCxnSpPr>
          <p:spPr>
            <a:xfrm flipH="1" rot="-9000000">
              <a:off x="2854" y="2872"/>
              <a:ext cx="1058" cy="6"/>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a:effectLst>
              <a:outerShdw blurRad="50800" rotWithShape="0" algn="bl" dir="18900000" dist="38100">
                <a:srgbClr val="000000">
                  <a:alpha val="40000"/>
                </a:srgbClr>
              </a:outerShdw>
            </a:effectLst>
          </p:spPr>
        </p:cxnSp>
        <p:cxnSp>
          <p:nvCxnSpPr>
            <p:cNvPr id="324" name="Google Shape;324;p7"/>
            <p:cNvCxnSpPr/>
            <p:nvPr/>
          </p:nvCxnSpPr>
          <p:spPr>
            <a:xfrm rot="-1800000">
              <a:off x="1940" y="2873"/>
              <a:ext cx="1054" cy="4"/>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a:effectLst>
              <a:outerShdw blurRad="50800" rotWithShape="0" algn="bl" dir="18900000" dist="38100">
                <a:srgbClr val="000000">
                  <a:alpha val="40000"/>
                </a:srgbClr>
              </a:outerShdw>
            </a:effectLst>
          </p:spPr>
        </p:cxnSp>
        <p:grpSp>
          <p:nvGrpSpPr>
            <p:cNvPr id="325" name="Google Shape;325;p7"/>
            <p:cNvGrpSpPr/>
            <p:nvPr/>
          </p:nvGrpSpPr>
          <p:grpSpPr>
            <a:xfrm>
              <a:off x="2674" y="2149"/>
              <a:ext cx="499" cy="960"/>
              <a:chOff x="2674" y="2149"/>
              <a:chExt cx="499" cy="960"/>
            </a:xfrm>
          </p:grpSpPr>
          <p:sp>
            <p:nvSpPr>
              <p:cNvPr id="326" name="Google Shape;326;p7"/>
              <p:cNvSpPr/>
              <p:nvPr/>
            </p:nvSpPr>
            <p:spPr>
              <a:xfrm>
                <a:off x="2674" y="2217"/>
                <a:ext cx="499" cy="892"/>
              </a:xfrm>
              <a:prstGeom prst="rect">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7"/>
              <p:cNvSpPr/>
              <p:nvPr/>
            </p:nvSpPr>
            <p:spPr>
              <a:xfrm>
                <a:off x="2720" y="2149"/>
                <a:ext cx="408" cy="892"/>
              </a:xfrm>
              <a:prstGeom prst="rect">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328" name="Google Shape;328;p7"/>
              <p:cNvCxnSpPr/>
              <p:nvPr/>
            </p:nvCxnSpPr>
            <p:spPr>
              <a:xfrm>
                <a:off x="2765" y="2323"/>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29" name="Google Shape;329;p7"/>
              <p:cNvCxnSpPr/>
              <p:nvPr/>
            </p:nvCxnSpPr>
            <p:spPr>
              <a:xfrm>
                <a:off x="2765" y="2368"/>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30" name="Google Shape;330;p7"/>
              <p:cNvCxnSpPr/>
              <p:nvPr/>
            </p:nvCxnSpPr>
            <p:spPr>
              <a:xfrm>
                <a:off x="2765" y="2414"/>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31" name="Google Shape;331;p7"/>
              <p:cNvCxnSpPr/>
              <p:nvPr/>
            </p:nvCxnSpPr>
            <p:spPr>
              <a:xfrm>
                <a:off x="2765" y="2459"/>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32" name="Google Shape;332;p7"/>
              <p:cNvCxnSpPr/>
              <p:nvPr/>
            </p:nvCxnSpPr>
            <p:spPr>
              <a:xfrm>
                <a:off x="2765" y="2504"/>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33" name="Google Shape;333;p7"/>
              <p:cNvCxnSpPr/>
              <p:nvPr/>
            </p:nvCxnSpPr>
            <p:spPr>
              <a:xfrm>
                <a:off x="2765" y="2550"/>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34" name="Google Shape;334;p7"/>
              <p:cNvCxnSpPr/>
              <p:nvPr/>
            </p:nvCxnSpPr>
            <p:spPr>
              <a:xfrm>
                <a:off x="2765" y="2595"/>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35" name="Google Shape;335;p7"/>
              <p:cNvCxnSpPr/>
              <p:nvPr/>
            </p:nvCxnSpPr>
            <p:spPr>
              <a:xfrm>
                <a:off x="2765" y="2640"/>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36" name="Google Shape;336;p7"/>
              <p:cNvCxnSpPr/>
              <p:nvPr/>
            </p:nvCxnSpPr>
            <p:spPr>
              <a:xfrm>
                <a:off x="2765" y="2686"/>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37" name="Google Shape;337;p7"/>
              <p:cNvCxnSpPr/>
              <p:nvPr/>
            </p:nvCxnSpPr>
            <p:spPr>
              <a:xfrm>
                <a:off x="2765" y="2731"/>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38" name="Google Shape;338;p7"/>
              <p:cNvCxnSpPr/>
              <p:nvPr/>
            </p:nvCxnSpPr>
            <p:spPr>
              <a:xfrm>
                <a:off x="2765" y="2777"/>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39" name="Google Shape;339;p7"/>
              <p:cNvCxnSpPr/>
              <p:nvPr/>
            </p:nvCxnSpPr>
            <p:spPr>
              <a:xfrm>
                <a:off x="2765" y="2822"/>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40" name="Google Shape;340;p7"/>
              <p:cNvCxnSpPr/>
              <p:nvPr/>
            </p:nvCxnSpPr>
            <p:spPr>
              <a:xfrm>
                <a:off x="2765" y="2867"/>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41" name="Google Shape;341;p7"/>
              <p:cNvCxnSpPr/>
              <p:nvPr/>
            </p:nvCxnSpPr>
            <p:spPr>
              <a:xfrm>
                <a:off x="2765" y="2913"/>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cxnSp>
            <p:nvCxnSpPr>
              <p:cNvPr id="342" name="Google Shape;342;p7"/>
              <p:cNvCxnSpPr/>
              <p:nvPr/>
            </p:nvCxnSpPr>
            <p:spPr>
              <a:xfrm>
                <a:off x="2765" y="2278"/>
                <a:ext cx="318" cy="0"/>
              </a:xfrm>
              <a:prstGeom prst="straightConnector1">
                <a:avLst/>
              </a:prstGeom>
              <a:gradFill>
                <a:gsLst>
                  <a:gs pos="0">
                    <a:srgbClr val="A9A9A9"/>
                  </a:gs>
                  <a:gs pos="50000">
                    <a:srgbClr val="949494"/>
                  </a:gs>
                  <a:gs pos="100000">
                    <a:srgbClr val="7D7D7D"/>
                  </a:gs>
                </a:gsLst>
                <a:lin ang="5400000" scaled="0"/>
              </a:gradFill>
              <a:ln cap="flat" cmpd="sng" w="9525">
                <a:solidFill>
                  <a:schemeClr val="dk1"/>
                </a:solidFill>
                <a:prstDash val="solid"/>
                <a:round/>
                <a:headEnd len="med" w="med" type="none"/>
                <a:tailEnd len="med" w="med" type="none"/>
              </a:ln>
            </p:spPr>
          </p:cxnSp>
        </p:grpSp>
      </p:grpSp>
      <p:sp>
        <p:nvSpPr>
          <p:cNvPr id="343" name="Google Shape;343;p7"/>
          <p:cNvSpPr/>
          <p:nvPr/>
        </p:nvSpPr>
        <p:spPr>
          <a:xfrm rot="-3060000">
            <a:off x="2174185" y="4175916"/>
            <a:ext cx="1152000" cy="396001"/>
          </a:xfrm>
          <a:prstGeom prst="leftArrow">
            <a:avLst>
              <a:gd fmla="val 50000" name="adj1"/>
              <a:gd fmla="val 68922" name="adj2"/>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44" name="Google Shape;344;p7"/>
          <p:cNvSpPr/>
          <p:nvPr/>
        </p:nvSpPr>
        <p:spPr>
          <a:xfrm rot="-7800000">
            <a:off x="3617026" y="4171655"/>
            <a:ext cx="1152000" cy="396001"/>
          </a:xfrm>
          <a:prstGeom prst="leftArrow">
            <a:avLst>
              <a:gd fmla="val 50000" name="adj1"/>
              <a:gd fmla="val 68923" name="adj2"/>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45" name="Google Shape;345;p7"/>
          <p:cNvSpPr txBox="1"/>
          <p:nvPr/>
        </p:nvSpPr>
        <p:spPr>
          <a:xfrm>
            <a:off x="551506" y="4671267"/>
            <a:ext cx="1270100" cy="4058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600">
                <a:solidFill>
                  <a:schemeClr val="dk1"/>
                </a:solidFill>
                <a:latin typeface="Calibri"/>
                <a:ea typeface="Calibri"/>
                <a:cs typeface="Calibri"/>
                <a:sym typeface="Calibri"/>
              </a:rPr>
              <a:t>Processo B</a:t>
            </a:r>
            <a:endParaRPr/>
          </a:p>
        </p:txBody>
      </p:sp>
      <p:sp>
        <p:nvSpPr>
          <p:cNvPr id="346" name="Google Shape;346;p7"/>
          <p:cNvSpPr txBox="1"/>
          <p:nvPr/>
        </p:nvSpPr>
        <p:spPr>
          <a:xfrm>
            <a:off x="5292376" y="4665979"/>
            <a:ext cx="1262701" cy="4058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600">
                <a:solidFill>
                  <a:schemeClr val="dk1"/>
                </a:solidFill>
                <a:latin typeface="Calibri"/>
                <a:ea typeface="Calibri"/>
                <a:cs typeface="Calibri"/>
                <a:sym typeface="Calibri"/>
              </a:rPr>
              <a:t>Processo C</a:t>
            </a:r>
            <a:endParaRPr/>
          </a:p>
        </p:txBody>
      </p:sp>
      <p:sp>
        <p:nvSpPr>
          <p:cNvPr id="347" name="Google Shape;347;p7"/>
          <p:cNvSpPr txBox="1"/>
          <p:nvPr/>
        </p:nvSpPr>
        <p:spPr>
          <a:xfrm>
            <a:off x="2569876" y="2138921"/>
            <a:ext cx="1774781" cy="442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Arial"/>
                <a:ea typeface="Arial"/>
                <a:cs typeface="Arial"/>
                <a:sym typeface="Arial"/>
              </a:rPr>
              <a:t>Subprocessos</a:t>
            </a:r>
            <a:endParaRPr/>
          </a:p>
        </p:txBody>
      </p:sp>
      <p:sp>
        <p:nvSpPr>
          <p:cNvPr id="348" name="Google Shape;348;p7"/>
          <p:cNvSpPr txBox="1"/>
          <p:nvPr/>
        </p:nvSpPr>
        <p:spPr>
          <a:xfrm>
            <a:off x="7971123" y="1967872"/>
            <a:ext cx="2409330" cy="77474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dk1"/>
                </a:solidFill>
                <a:latin typeface="Arial"/>
                <a:ea typeface="Arial"/>
                <a:cs typeface="Arial"/>
                <a:sym typeface="Arial"/>
              </a:rPr>
              <a:t>Processos</a:t>
            </a:r>
            <a:endParaRPr/>
          </a:p>
          <a:p>
            <a:pPr indent="0" lvl="0" marL="0" marR="0" rtl="0" algn="ctr">
              <a:spcBef>
                <a:spcPts val="0"/>
              </a:spcBef>
              <a:spcAft>
                <a:spcPts val="0"/>
              </a:spcAft>
              <a:buNone/>
            </a:pPr>
            <a:r>
              <a:rPr b="1" lang="pt-BR" sz="1800">
                <a:solidFill>
                  <a:schemeClr val="dk1"/>
                </a:solidFill>
                <a:latin typeface="Arial"/>
                <a:ea typeface="Arial"/>
                <a:cs typeface="Arial"/>
                <a:sym typeface="Arial"/>
              </a:rPr>
              <a:t>Independentes</a:t>
            </a:r>
            <a:endParaRPr/>
          </a:p>
        </p:txBody>
      </p:sp>
      <p:sp>
        <p:nvSpPr>
          <p:cNvPr id="349" name="Google Shape;349;p7"/>
          <p:cNvSpPr txBox="1"/>
          <p:nvPr/>
        </p:nvSpPr>
        <p:spPr>
          <a:xfrm>
            <a:off x="2610930" y="296176"/>
            <a:ext cx="698452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400">
                <a:solidFill>
                  <a:schemeClr val="dk1"/>
                </a:solidFill>
                <a:latin typeface="Calibri"/>
                <a:ea typeface="Calibri"/>
                <a:cs typeface="Calibri"/>
                <a:sym typeface="Calibri"/>
              </a:rPr>
              <a:t>Processos Independentes, Subprocessos e Threads</a:t>
            </a:r>
            <a:endParaRPr/>
          </a:p>
          <a:p>
            <a:pPr indent="0" lvl="0" marL="0" marR="0" rtl="0" algn="ctr">
              <a:spcBef>
                <a:spcPts val="0"/>
              </a:spcBef>
              <a:spcAft>
                <a:spcPts val="0"/>
              </a:spcAft>
              <a:buNone/>
            </a:pPr>
            <a:r>
              <a:rPr i="1" lang="pt-BR" sz="2400">
                <a:solidFill>
                  <a:schemeClr val="dk1"/>
                </a:solidFill>
                <a:latin typeface="Calibri"/>
                <a:ea typeface="Calibri"/>
                <a:cs typeface="Calibri"/>
                <a:sym typeface="Calibri"/>
              </a:rPr>
              <a:t>Subprocessos</a:t>
            </a:r>
            <a:endParaRPr sz="1800">
              <a:solidFill>
                <a:schemeClr val="dk1"/>
              </a:solidFill>
              <a:latin typeface="Calibri"/>
              <a:ea typeface="Calibri"/>
              <a:cs typeface="Calibri"/>
              <a:sym typeface="Calibri"/>
            </a:endParaRPr>
          </a:p>
        </p:txBody>
      </p:sp>
      <p:sp>
        <p:nvSpPr>
          <p:cNvPr id="350" name="Google Shape;350;p7"/>
          <p:cNvSpPr/>
          <p:nvPr/>
        </p:nvSpPr>
        <p:spPr>
          <a:xfrm>
            <a:off x="117895" y="-4313"/>
            <a:ext cx="11976337" cy="215659"/>
          </a:xfrm>
          <a:prstGeom prst="rect">
            <a:avLst/>
          </a:prstGeom>
          <a:solidFill>
            <a:srgbClr val="00B050"/>
          </a:solidFill>
          <a:ln cap="flat" cmpd="sng" w="12700">
            <a:solidFill>
              <a:srgbClr val="20AE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1" name="Google Shape;351;p7"/>
          <p:cNvSpPr txBox="1"/>
          <p:nvPr/>
        </p:nvSpPr>
        <p:spPr>
          <a:xfrm>
            <a:off x="123645" y="1259457"/>
            <a:ext cx="11987841" cy="4154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2100">
                <a:solidFill>
                  <a:schemeClr val="dk1"/>
                </a:solidFill>
                <a:latin typeface="Calibri"/>
                <a:ea typeface="Calibri"/>
                <a:cs typeface="Calibri"/>
                <a:sym typeface="Calibri"/>
              </a:rPr>
              <a:t>Exemplo de processos independentes e subprocessos</a:t>
            </a:r>
            <a:endParaRPr sz="2100">
              <a:solidFill>
                <a:schemeClr val="dk1"/>
              </a:solidFill>
              <a:latin typeface="Calibri"/>
              <a:ea typeface="Calibri"/>
              <a:cs typeface="Calibri"/>
              <a:sym typeface="Calibri"/>
            </a:endParaRPr>
          </a:p>
        </p:txBody>
      </p:sp>
      <p:pic>
        <p:nvPicPr>
          <p:cNvPr id="352" name="Google Shape;352;p7" title="sc-arma.png"/>
          <p:cNvPicPr preferRelativeResize="0"/>
          <p:nvPr/>
        </p:nvPicPr>
        <p:blipFill rotWithShape="1">
          <a:blip r:embed="rId3">
            <a:alphaModFix/>
          </a:blip>
          <a:srcRect b="6094" l="25927" r="26370" t="6094"/>
          <a:stretch/>
        </p:blipFill>
        <p:spPr>
          <a:xfrm>
            <a:off x="117900" y="226900"/>
            <a:ext cx="689025" cy="7420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8"/>
          <p:cNvSpPr txBox="1"/>
          <p:nvPr/>
        </p:nvSpPr>
        <p:spPr>
          <a:xfrm>
            <a:off x="2610930" y="296176"/>
            <a:ext cx="698452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400">
                <a:solidFill>
                  <a:schemeClr val="dk1"/>
                </a:solidFill>
                <a:latin typeface="Calibri"/>
                <a:ea typeface="Calibri"/>
                <a:cs typeface="Calibri"/>
                <a:sym typeface="Calibri"/>
              </a:rPr>
              <a:t>Processos Independentes, Subprocessos e Threads</a:t>
            </a:r>
            <a:endParaRPr/>
          </a:p>
          <a:p>
            <a:pPr indent="0" lvl="0" marL="0" marR="0" rtl="0" algn="ctr">
              <a:spcBef>
                <a:spcPts val="0"/>
              </a:spcBef>
              <a:spcAft>
                <a:spcPts val="0"/>
              </a:spcAft>
              <a:buNone/>
            </a:pPr>
            <a:r>
              <a:rPr i="1" lang="pt-BR" sz="2400">
                <a:solidFill>
                  <a:schemeClr val="dk1"/>
                </a:solidFill>
                <a:latin typeface="Calibri"/>
                <a:ea typeface="Calibri"/>
                <a:cs typeface="Calibri"/>
                <a:sym typeface="Calibri"/>
              </a:rPr>
              <a:t>Threads</a:t>
            </a:r>
            <a:endParaRPr sz="1800">
              <a:solidFill>
                <a:schemeClr val="dk1"/>
              </a:solidFill>
              <a:latin typeface="Calibri"/>
              <a:ea typeface="Calibri"/>
              <a:cs typeface="Calibri"/>
              <a:sym typeface="Calibri"/>
            </a:endParaRPr>
          </a:p>
        </p:txBody>
      </p:sp>
      <p:sp>
        <p:nvSpPr>
          <p:cNvPr id="358" name="Google Shape;358;p8"/>
          <p:cNvSpPr/>
          <p:nvPr/>
        </p:nvSpPr>
        <p:spPr>
          <a:xfrm>
            <a:off x="117895" y="-4313"/>
            <a:ext cx="11976337" cy="215659"/>
          </a:xfrm>
          <a:prstGeom prst="rect">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9" name="Google Shape;359;p8"/>
          <p:cNvSpPr txBox="1"/>
          <p:nvPr/>
        </p:nvSpPr>
        <p:spPr>
          <a:xfrm>
            <a:off x="109269" y="1245081"/>
            <a:ext cx="11987700" cy="5095200"/>
          </a:xfrm>
          <a:prstGeom prst="rect">
            <a:avLst/>
          </a:prstGeom>
          <a:noFill/>
          <a:ln>
            <a:noFill/>
          </a:ln>
        </p:spPr>
        <p:txBody>
          <a:bodyPr anchorCtr="0" anchor="t" bIns="45700" lIns="91425" spcFirstLastPara="1" rIns="91425" wrap="square" tIns="45700">
            <a:spAutoFit/>
          </a:bodyPr>
          <a:lstStyle/>
          <a:p>
            <a:pPr indent="0" lvl="0" marL="0" marR="0" rtl="0" algn="just">
              <a:lnSpc>
                <a:spcPct val="90000"/>
              </a:lnSpc>
              <a:spcBef>
                <a:spcPts val="0"/>
              </a:spcBef>
              <a:spcAft>
                <a:spcPts val="0"/>
              </a:spcAft>
              <a:buNone/>
            </a:pPr>
            <a:r>
              <a:rPr b="1" i="1" lang="pt-BR" sz="2200">
                <a:solidFill>
                  <a:schemeClr val="dk1"/>
                </a:solidFill>
                <a:latin typeface="Calibri"/>
                <a:ea typeface="Calibri"/>
                <a:cs typeface="Calibri"/>
                <a:sym typeface="Calibri"/>
              </a:rPr>
              <a:t>Threads</a:t>
            </a:r>
            <a:endParaRPr i="1" sz="2200">
              <a:solidFill>
                <a:schemeClr val="dk1"/>
              </a:solidFill>
              <a:latin typeface="Calibri"/>
              <a:ea typeface="Calibri"/>
              <a:cs typeface="Calibri"/>
              <a:sym typeface="Calibri"/>
            </a:endParaRPr>
          </a:p>
          <a:p>
            <a:pPr indent="-209550" lvl="0" marL="342900" marR="0" rtl="0" algn="just">
              <a:lnSpc>
                <a:spcPct val="90000"/>
              </a:lnSpc>
              <a:spcBef>
                <a:spcPts val="750"/>
              </a:spcBef>
              <a:spcAft>
                <a:spcPts val="0"/>
              </a:spcAft>
              <a:buClr>
                <a:schemeClr val="dk1"/>
              </a:buClr>
              <a:buSzPts val="2100"/>
              <a:buFont typeface="Arial"/>
              <a:buNone/>
            </a:pPr>
            <a:r>
              <a:t/>
            </a:r>
            <a:endParaRPr sz="2100">
              <a:solidFill>
                <a:schemeClr val="dk1"/>
              </a:solidFill>
              <a:latin typeface="Calibri"/>
              <a:ea typeface="Calibri"/>
              <a:cs typeface="Calibri"/>
              <a:sym typeface="Calibri"/>
            </a:endParaRPr>
          </a:p>
          <a:p>
            <a:pPr indent="0" lvl="0" marL="457200" marR="0" rtl="0" algn="just">
              <a:lnSpc>
                <a:spcPct val="90000"/>
              </a:lnSpc>
              <a:spcBef>
                <a:spcPts val="375"/>
              </a:spcBef>
              <a:spcAft>
                <a:spcPts val="0"/>
              </a:spcAft>
              <a:buNone/>
            </a:pPr>
            <a:r>
              <a:rPr b="0" i="0" lang="pt-BR" sz="2100" u="none" cap="none" strike="noStrike">
                <a:solidFill>
                  <a:schemeClr val="dk1"/>
                </a:solidFill>
                <a:latin typeface="Calibri"/>
                <a:ea typeface="Calibri"/>
                <a:cs typeface="Calibri"/>
                <a:sym typeface="Calibri"/>
              </a:rPr>
              <a:t>É um fluxo de execução de um processo ou uma sub-rotina de um programa que pode ser executada de forma assíncrona, ou seja, </a:t>
            </a:r>
            <a:r>
              <a:rPr b="1" i="1" lang="pt-BR" sz="2100" u="none" cap="none" strike="noStrike">
                <a:solidFill>
                  <a:schemeClr val="dk1"/>
                </a:solidFill>
                <a:latin typeface="Calibri"/>
                <a:ea typeface="Calibri"/>
                <a:cs typeface="Calibri"/>
                <a:sym typeface="Calibri"/>
              </a:rPr>
              <a:t>concorrentemente</a:t>
            </a:r>
            <a:r>
              <a:rPr b="0" i="0" lang="pt-BR" sz="2100" u="none" cap="none" strike="noStrike">
                <a:solidFill>
                  <a:schemeClr val="dk1"/>
                </a:solidFill>
                <a:latin typeface="Calibri"/>
                <a:ea typeface="Calibri"/>
                <a:cs typeface="Calibri"/>
                <a:sym typeface="Calibri"/>
              </a:rPr>
              <a:t>;</a:t>
            </a:r>
            <a:endParaRPr b="0" i="0" sz="2100" u="none" cap="none" strike="noStrike">
              <a:solidFill>
                <a:schemeClr val="dk1"/>
              </a:solidFill>
              <a:latin typeface="Calibri"/>
              <a:ea typeface="Calibri"/>
              <a:cs typeface="Calibri"/>
              <a:sym typeface="Calibri"/>
            </a:endParaRPr>
          </a:p>
          <a:p>
            <a:pPr indent="-209550" lvl="1" marL="800100" marR="0" rtl="0" algn="just">
              <a:lnSpc>
                <a:spcPct val="90000"/>
              </a:lnSpc>
              <a:spcBef>
                <a:spcPts val="375"/>
              </a:spcBef>
              <a:spcAft>
                <a:spcPts val="0"/>
              </a:spcAft>
              <a:buClr>
                <a:schemeClr val="dk1"/>
              </a:buClr>
              <a:buSzPts val="2100"/>
              <a:buFont typeface="Arial"/>
              <a:buNone/>
            </a:pPr>
            <a:r>
              <a:t/>
            </a:r>
            <a:endParaRPr b="0" i="0" sz="2100" u="none" cap="none" strike="noStrike">
              <a:solidFill>
                <a:schemeClr val="dk1"/>
              </a:solidFill>
              <a:latin typeface="Calibri"/>
              <a:ea typeface="Calibri"/>
              <a:cs typeface="Calibri"/>
              <a:sym typeface="Calibri"/>
            </a:endParaRPr>
          </a:p>
          <a:p>
            <a:pPr indent="-342900" lvl="1" marL="800100" marR="0" rtl="0" algn="just">
              <a:lnSpc>
                <a:spcPct val="90000"/>
              </a:lnSpc>
              <a:spcBef>
                <a:spcPts val="375"/>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 O   </a:t>
            </a:r>
            <a:r>
              <a:rPr b="1" i="1" lang="pt-BR" sz="2100" u="none" cap="none" strike="noStrike">
                <a:solidFill>
                  <a:schemeClr val="dk1"/>
                </a:solidFill>
                <a:latin typeface="Calibri"/>
                <a:ea typeface="Calibri"/>
                <a:cs typeface="Calibri"/>
                <a:sym typeface="Calibri"/>
              </a:rPr>
              <a:t>programador</a:t>
            </a:r>
            <a:r>
              <a:rPr b="0" i="0" lang="pt-BR" sz="2100" u="none" cap="none" strike="noStrike">
                <a:solidFill>
                  <a:schemeClr val="dk1"/>
                </a:solidFill>
                <a:latin typeface="Calibri"/>
                <a:ea typeface="Calibri"/>
                <a:cs typeface="Calibri"/>
                <a:sym typeface="Calibri"/>
              </a:rPr>
              <a:t>  que  deve   especificar  os  threads, associando-os às sub-rotinas assíncronas;</a:t>
            </a:r>
            <a:endParaRPr b="0" i="0" sz="2100" u="none" cap="none" strike="noStrike">
              <a:solidFill>
                <a:schemeClr val="dk1"/>
              </a:solidFill>
              <a:latin typeface="Calibri"/>
              <a:ea typeface="Calibri"/>
              <a:cs typeface="Calibri"/>
              <a:sym typeface="Calibri"/>
            </a:endParaRPr>
          </a:p>
          <a:p>
            <a:pPr indent="-209550" lvl="1" marL="800100" marR="0" rtl="0" algn="just">
              <a:lnSpc>
                <a:spcPct val="90000"/>
              </a:lnSpc>
              <a:spcBef>
                <a:spcPts val="375"/>
              </a:spcBef>
              <a:spcAft>
                <a:spcPts val="0"/>
              </a:spcAft>
              <a:buClr>
                <a:schemeClr val="dk1"/>
              </a:buClr>
              <a:buSzPts val="2100"/>
              <a:buFont typeface="Arial"/>
              <a:buNone/>
            </a:pPr>
            <a:r>
              <a:t/>
            </a:r>
            <a:endParaRPr b="0" i="0" sz="2100" u="none" cap="none" strike="noStrike">
              <a:solidFill>
                <a:schemeClr val="dk1"/>
              </a:solidFill>
              <a:latin typeface="Calibri"/>
              <a:ea typeface="Calibri"/>
              <a:cs typeface="Calibri"/>
              <a:sym typeface="Calibri"/>
            </a:endParaRPr>
          </a:p>
          <a:p>
            <a:pPr indent="0" lvl="0" marL="457200" marR="0" rtl="0" algn="just">
              <a:lnSpc>
                <a:spcPct val="90000"/>
              </a:lnSpc>
              <a:spcBef>
                <a:spcPts val="375"/>
              </a:spcBef>
              <a:spcAft>
                <a:spcPts val="0"/>
              </a:spcAft>
              <a:buNone/>
            </a:pPr>
            <a:r>
              <a:rPr b="0" i="0" lang="pt-BR" sz="2100" u="none" cap="none" strike="noStrike">
                <a:solidFill>
                  <a:schemeClr val="dk1"/>
                </a:solidFill>
                <a:latin typeface="Calibri"/>
                <a:ea typeface="Calibri"/>
                <a:cs typeface="Calibri"/>
                <a:sym typeface="Calibri"/>
              </a:rPr>
              <a:t>Em um ambiente </a:t>
            </a:r>
            <a:r>
              <a:rPr b="0" i="1" lang="pt-BR" sz="2100" u="none" cap="none" strike="noStrike">
                <a:solidFill>
                  <a:schemeClr val="dk1"/>
                </a:solidFill>
                <a:latin typeface="Calibri"/>
                <a:ea typeface="Calibri"/>
                <a:cs typeface="Calibri"/>
                <a:sym typeface="Calibri"/>
              </a:rPr>
              <a:t>multithread</a:t>
            </a:r>
            <a:r>
              <a:rPr b="0" i="0" lang="pt-BR" sz="2100" u="none" cap="none" strike="noStrike">
                <a:solidFill>
                  <a:schemeClr val="dk1"/>
                </a:solidFill>
                <a:latin typeface="Calibri"/>
                <a:ea typeface="Calibri"/>
                <a:cs typeface="Calibri"/>
                <a:sym typeface="Calibri"/>
              </a:rPr>
              <a:t> um único processo pode suportar múltiplos threads, cada qual associado a uma parte do código da aplicação;</a:t>
            </a:r>
            <a:endParaRPr b="0" i="0" sz="2100" u="none" cap="none" strike="noStrike">
              <a:solidFill>
                <a:schemeClr val="dk1"/>
              </a:solidFill>
              <a:latin typeface="Calibri"/>
              <a:ea typeface="Calibri"/>
              <a:cs typeface="Calibri"/>
              <a:sym typeface="Calibri"/>
            </a:endParaRPr>
          </a:p>
          <a:p>
            <a:pPr indent="-209550" lvl="1" marL="800100" marR="0" rtl="0" algn="just">
              <a:lnSpc>
                <a:spcPct val="90000"/>
              </a:lnSpc>
              <a:spcBef>
                <a:spcPts val="375"/>
              </a:spcBef>
              <a:spcAft>
                <a:spcPts val="0"/>
              </a:spcAft>
              <a:buClr>
                <a:schemeClr val="dk1"/>
              </a:buClr>
              <a:buSzPts val="2100"/>
              <a:buFont typeface="Arial"/>
              <a:buNone/>
            </a:pPr>
            <a:r>
              <a:t/>
            </a:r>
            <a:endParaRPr b="0" i="0" sz="2100" u="none" cap="none" strike="noStrike">
              <a:solidFill>
                <a:schemeClr val="dk1"/>
              </a:solidFill>
              <a:latin typeface="Calibri"/>
              <a:ea typeface="Calibri"/>
              <a:cs typeface="Calibri"/>
              <a:sym typeface="Calibri"/>
            </a:endParaRPr>
          </a:p>
          <a:p>
            <a:pPr indent="-342900" lvl="1" marL="800100" marR="0" rtl="0" algn="just">
              <a:lnSpc>
                <a:spcPct val="90000"/>
              </a:lnSpc>
              <a:spcBef>
                <a:spcPts val="375"/>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Busca reduzir o tempo gasto:</a:t>
            </a:r>
            <a:endParaRPr b="0" i="0" sz="2100" u="none" cap="none" strike="noStrike">
              <a:solidFill>
                <a:schemeClr val="dk1"/>
              </a:solidFill>
              <a:latin typeface="Calibri"/>
              <a:ea typeface="Calibri"/>
              <a:cs typeface="Calibri"/>
              <a:sym typeface="Calibri"/>
            </a:endParaRPr>
          </a:p>
          <a:p>
            <a:pPr indent="-342900" lvl="2" marL="1257300" marR="0" rtl="0" algn="just">
              <a:lnSpc>
                <a:spcPct val="90000"/>
              </a:lnSpc>
              <a:spcBef>
                <a:spcPts val="375"/>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Criação; </a:t>
            </a:r>
            <a:endParaRPr b="0" i="0" sz="2100" u="none" cap="none" strike="noStrike">
              <a:solidFill>
                <a:schemeClr val="dk1"/>
              </a:solidFill>
              <a:latin typeface="Calibri"/>
              <a:ea typeface="Calibri"/>
              <a:cs typeface="Calibri"/>
              <a:sym typeface="Calibri"/>
            </a:endParaRPr>
          </a:p>
          <a:p>
            <a:pPr indent="-342900" lvl="2" marL="1257300" marR="0" rtl="0" algn="just">
              <a:lnSpc>
                <a:spcPct val="90000"/>
              </a:lnSpc>
              <a:spcBef>
                <a:spcPts val="375"/>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Eliminação;</a:t>
            </a:r>
            <a:endParaRPr b="0" i="0" sz="2100" u="none" cap="none" strike="noStrike">
              <a:solidFill>
                <a:schemeClr val="dk1"/>
              </a:solidFill>
              <a:latin typeface="Calibri"/>
              <a:ea typeface="Calibri"/>
              <a:cs typeface="Calibri"/>
              <a:sym typeface="Calibri"/>
            </a:endParaRPr>
          </a:p>
          <a:p>
            <a:pPr indent="-342900" lvl="2" marL="1257300" marR="0" rtl="0" algn="just">
              <a:lnSpc>
                <a:spcPct val="90000"/>
              </a:lnSpc>
              <a:spcBef>
                <a:spcPts val="375"/>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Troca de contexto de processos nas aplicações </a:t>
            </a:r>
            <a:r>
              <a:rPr b="1" i="1" lang="pt-BR" sz="2100" u="none" cap="none" strike="noStrike">
                <a:solidFill>
                  <a:schemeClr val="dk1"/>
                </a:solidFill>
                <a:latin typeface="Calibri"/>
                <a:ea typeface="Calibri"/>
                <a:cs typeface="Calibri"/>
                <a:sym typeface="Calibri"/>
              </a:rPr>
              <a:t>concorrentes</a:t>
            </a:r>
            <a:r>
              <a:rPr b="0" i="0" lang="pt-BR" sz="2100" u="none" cap="none" strike="noStrike">
                <a:solidFill>
                  <a:schemeClr val="dk1"/>
                </a:solidFill>
                <a:latin typeface="Calibri"/>
                <a:ea typeface="Calibri"/>
                <a:cs typeface="Calibri"/>
                <a:sym typeface="Calibri"/>
              </a:rPr>
              <a:t>;</a:t>
            </a:r>
            <a:endParaRPr b="0" i="0" sz="2100" u="none" cap="none" strike="noStrike">
              <a:solidFill>
                <a:schemeClr val="dk1"/>
              </a:solidFill>
              <a:latin typeface="Calibri"/>
              <a:ea typeface="Calibri"/>
              <a:cs typeface="Calibri"/>
              <a:sym typeface="Calibri"/>
            </a:endParaRPr>
          </a:p>
          <a:p>
            <a:pPr indent="-342900" lvl="2" marL="1257300" marR="0" rtl="0" algn="just">
              <a:lnSpc>
                <a:spcPct val="90000"/>
              </a:lnSpc>
              <a:spcBef>
                <a:spcPts val="375"/>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Economizar recursos do sistema como um todo.</a:t>
            </a:r>
            <a:endParaRPr b="0" i="0" sz="1800" u="none" cap="none" strike="noStrike">
              <a:solidFill>
                <a:schemeClr val="dk1"/>
              </a:solidFill>
              <a:latin typeface="Calibri"/>
              <a:ea typeface="Calibri"/>
              <a:cs typeface="Calibri"/>
              <a:sym typeface="Calibri"/>
            </a:endParaRPr>
          </a:p>
        </p:txBody>
      </p:sp>
      <p:pic>
        <p:nvPicPr>
          <p:cNvPr id="360" name="Google Shape;360;p8" title="sc-arma.png"/>
          <p:cNvPicPr preferRelativeResize="0"/>
          <p:nvPr/>
        </p:nvPicPr>
        <p:blipFill rotWithShape="1">
          <a:blip r:embed="rId3">
            <a:alphaModFix/>
          </a:blip>
          <a:srcRect b="6094" l="25927" r="26370" t="6094"/>
          <a:stretch/>
        </p:blipFill>
        <p:spPr>
          <a:xfrm>
            <a:off x="117900" y="226900"/>
            <a:ext cx="689025" cy="7420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9"/>
          <p:cNvSpPr txBox="1"/>
          <p:nvPr/>
        </p:nvSpPr>
        <p:spPr>
          <a:xfrm>
            <a:off x="2610930" y="296176"/>
            <a:ext cx="698452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400">
                <a:solidFill>
                  <a:schemeClr val="dk1"/>
                </a:solidFill>
                <a:latin typeface="Calibri"/>
                <a:ea typeface="Calibri"/>
                <a:cs typeface="Calibri"/>
                <a:sym typeface="Calibri"/>
              </a:rPr>
              <a:t>Processos Independentes, Subprocessos e Threads</a:t>
            </a:r>
            <a:endParaRPr/>
          </a:p>
          <a:p>
            <a:pPr indent="0" lvl="0" marL="0" marR="0" rtl="0" algn="ctr">
              <a:spcBef>
                <a:spcPts val="0"/>
              </a:spcBef>
              <a:spcAft>
                <a:spcPts val="0"/>
              </a:spcAft>
              <a:buNone/>
            </a:pPr>
            <a:r>
              <a:rPr i="1" lang="pt-BR" sz="2400">
                <a:solidFill>
                  <a:schemeClr val="dk1"/>
                </a:solidFill>
                <a:latin typeface="Calibri"/>
                <a:ea typeface="Calibri"/>
                <a:cs typeface="Calibri"/>
                <a:sym typeface="Calibri"/>
              </a:rPr>
              <a:t>Threads</a:t>
            </a:r>
            <a:endParaRPr sz="1800">
              <a:solidFill>
                <a:schemeClr val="dk1"/>
              </a:solidFill>
              <a:latin typeface="Calibri"/>
              <a:ea typeface="Calibri"/>
              <a:cs typeface="Calibri"/>
              <a:sym typeface="Calibri"/>
            </a:endParaRPr>
          </a:p>
        </p:txBody>
      </p:sp>
      <p:sp>
        <p:nvSpPr>
          <p:cNvPr id="366" name="Google Shape;366;p9"/>
          <p:cNvSpPr/>
          <p:nvPr/>
        </p:nvSpPr>
        <p:spPr>
          <a:xfrm>
            <a:off x="117895" y="-4313"/>
            <a:ext cx="11976337" cy="215659"/>
          </a:xfrm>
          <a:prstGeom prst="rect">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 name="Google Shape;367;p9"/>
          <p:cNvSpPr txBox="1"/>
          <p:nvPr/>
        </p:nvSpPr>
        <p:spPr>
          <a:xfrm>
            <a:off x="109269" y="1245081"/>
            <a:ext cx="11987700" cy="4511100"/>
          </a:xfrm>
          <a:prstGeom prst="rect">
            <a:avLst/>
          </a:prstGeom>
          <a:noFill/>
          <a:ln>
            <a:noFill/>
          </a:ln>
        </p:spPr>
        <p:txBody>
          <a:bodyPr anchorCtr="0" anchor="t" bIns="45700" lIns="91425" spcFirstLastPara="1" rIns="91425" wrap="square" tIns="45700">
            <a:spAutoFit/>
          </a:bodyPr>
          <a:lstStyle/>
          <a:p>
            <a:pPr indent="0" lvl="0" marL="0" marR="0" rtl="0" algn="just">
              <a:lnSpc>
                <a:spcPct val="90000"/>
              </a:lnSpc>
              <a:spcBef>
                <a:spcPts val="0"/>
              </a:spcBef>
              <a:spcAft>
                <a:spcPts val="0"/>
              </a:spcAft>
              <a:buNone/>
            </a:pPr>
            <a:r>
              <a:rPr b="1" i="1" lang="pt-BR" sz="2200">
                <a:solidFill>
                  <a:schemeClr val="dk1"/>
                </a:solidFill>
                <a:latin typeface="Calibri"/>
                <a:ea typeface="Calibri"/>
                <a:cs typeface="Calibri"/>
                <a:sym typeface="Calibri"/>
              </a:rPr>
              <a:t>Threads</a:t>
            </a:r>
            <a:r>
              <a:rPr b="1" lang="pt-BR" sz="2200">
                <a:solidFill>
                  <a:schemeClr val="dk1"/>
                </a:solidFill>
                <a:latin typeface="Calibri"/>
                <a:ea typeface="Calibri"/>
                <a:cs typeface="Calibri"/>
                <a:sym typeface="Calibri"/>
              </a:rPr>
              <a:t> (cont.)</a:t>
            </a:r>
            <a:endParaRPr sz="2200">
              <a:solidFill>
                <a:schemeClr val="dk1"/>
              </a:solidFill>
              <a:latin typeface="Calibri"/>
              <a:ea typeface="Calibri"/>
              <a:cs typeface="Calibri"/>
              <a:sym typeface="Calibri"/>
            </a:endParaRPr>
          </a:p>
          <a:p>
            <a:pPr indent="-203200" lvl="0" marL="342900" marR="0" rtl="0" algn="just">
              <a:lnSpc>
                <a:spcPct val="90000"/>
              </a:lnSpc>
              <a:spcBef>
                <a:spcPts val="750"/>
              </a:spcBef>
              <a:spcAft>
                <a:spcPts val="0"/>
              </a:spcAft>
              <a:buClr>
                <a:schemeClr val="dk1"/>
              </a:buClr>
              <a:buSzPts val="2200"/>
              <a:buFont typeface="Arial"/>
              <a:buNone/>
            </a:pPr>
            <a:r>
              <a:t/>
            </a:r>
            <a:endParaRPr sz="2200">
              <a:solidFill>
                <a:schemeClr val="dk1"/>
              </a:solidFill>
              <a:latin typeface="Calibri"/>
              <a:ea typeface="Calibri"/>
              <a:cs typeface="Calibri"/>
              <a:sym typeface="Calibri"/>
            </a:endParaRPr>
          </a:p>
          <a:p>
            <a:pPr indent="0" lvl="0" marL="457200" marR="0" rtl="0" algn="just">
              <a:lnSpc>
                <a:spcPct val="90000"/>
              </a:lnSpc>
              <a:spcBef>
                <a:spcPts val="375"/>
              </a:spcBef>
              <a:spcAft>
                <a:spcPts val="0"/>
              </a:spcAft>
              <a:buNone/>
            </a:pPr>
            <a:r>
              <a:rPr b="0" i="1" lang="pt-BR" sz="2100" u="none" cap="none" strike="noStrike">
                <a:solidFill>
                  <a:schemeClr val="dk1"/>
                </a:solidFill>
                <a:latin typeface="Calibri"/>
                <a:ea typeface="Calibri"/>
                <a:cs typeface="Calibri"/>
                <a:sym typeface="Calibri"/>
              </a:rPr>
              <a:t>Threads</a:t>
            </a:r>
            <a:r>
              <a:rPr b="0" i="0" lang="pt-BR" sz="2100" u="none" cap="none" strike="noStrike">
                <a:solidFill>
                  <a:schemeClr val="dk1"/>
                </a:solidFill>
                <a:latin typeface="Calibri"/>
                <a:ea typeface="Calibri"/>
                <a:cs typeface="Calibri"/>
                <a:sym typeface="Calibri"/>
              </a:rPr>
              <a:t> compartilham o processador da mesma maneira que um processo;</a:t>
            </a:r>
            <a:endParaRPr b="0" i="0" sz="2100" u="none" cap="none" strike="noStrike">
              <a:solidFill>
                <a:schemeClr val="dk1"/>
              </a:solidFill>
              <a:latin typeface="Calibri"/>
              <a:ea typeface="Calibri"/>
              <a:cs typeface="Calibri"/>
              <a:sym typeface="Calibri"/>
            </a:endParaRPr>
          </a:p>
          <a:p>
            <a:pPr indent="-342900" lvl="2" marL="1257300" marR="0" rtl="0" algn="just">
              <a:lnSpc>
                <a:spcPct val="90000"/>
              </a:lnSpc>
              <a:spcBef>
                <a:spcPts val="1000"/>
              </a:spcBef>
              <a:spcAft>
                <a:spcPts val="0"/>
              </a:spcAft>
              <a:buClr>
                <a:schemeClr val="dk1"/>
              </a:buClr>
              <a:buSzPts val="2100"/>
              <a:buFont typeface="Arial"/>
              <a:buChar char="•"/>
            </a:pPr>
            <a:r>
              <a:rPr b="1" i="0" lang="pt-BR" sz="2100" u="none" cap="none" strike="noStrike">
                <a:solidFill>
                  <a:schemeClr val="dk1"/>
                </a:solidFill>
                <a:latin typeface="Calibri"/>
                <a:ea typeface="Calibri"/>
                <a:cs typeface="Calibri"/>
                <a:sym typeface="Calibri"/>
              </a:rPr>
              <a:t>Ex:</a:t>
            </a:r>
            <a:r>
              <a:rPr b="0" i="0" lang="pt-BR" sz="2100" u="none" cap="none" strike="noStrike">
                <a:solidFill>
                  <a:schemeClr val="dk1"/>
                </a:solidFill>
                <a:latin typeface="Calibri"/>
                <a:ea typeface="Calibri"/>
                <a:cs typeface="Calibri"/>
                <a:sym typeface="Calibri"/>
              </a:rPr>
              <a:t> Enquanto um </a:t>
            </a:r>
            <a:r>
              <a:rPr b="0" i="1" lang="pt-BR" sz="2100" u="none" cap="none" strike="noStrike">
                <a:solidFill>
                  <a:schemeClr val="dk1"/>
                </a:solidFill>
                <a:latin typeface="Calibri"/>
                <a:ea typeface="Calibri"/>
                <a:cs typeface="Calibri"/>
                <a:sym typeface="Calibri"/>
              </a:rPr>
              <a:t>thread</a:t>
            </a:r>
            <a:r>
              <a:rPr b="0" i="0" lang="pt-BR" sz="2100" u="none" cap="none" strike="noStrike">
                <a:solidFill>
                  <a:schemeClr val="dk1"/>
                </a:solidFill>
                <a:latin typeface="Calibri"/>
                <a:ea typeface="Calibri"/>
                <a:cs typeface="Calibri"/>
                <a:sym typeface="Calibri"/>
              </a:rPr>
              <a:t> espera por uma operação de E/S, outro </a:t>
            </a:r>
            <a:r>
              <a:rPr b="0" i="1" lang="pt-BR" sz="2100" u="none" cap="none" strike="noStrike">
                <a:solidFill>
                  <a:schemeClr val="dk1"/>
                </a:solidFill>
                <a:latin typeface="Calibri"/>
                <a:ea typeface="Calibri"/>
                <a:cs typeface="Calibri"/>
                <a:sym typeface="Calibri"/>
              </a:rPr>
              <a:t>thread</a:t>
            </a:r>
            <a:r>
              <a:rPr b="0" i="0" lang="pt-BR" sz="2100" u="none" cap="none" strike="noStrike">
                <a:solidFill>
                  <a:schemeClr val="dk1"/>
                </a:solidFill>
                <a:latin typeface="Calibri"/>
                <a:ea typeface="Calibri"/>
                <a:cs typeface="Calibri"/>
                <a:sym typeface="Calibri"/>
              </a:rPr>
              <a:t> pode ser executado;</a:t>
            </a:r>
            <a:endParaRPr b="0" i="0" sz="2100" u="none" cap="none" strike="noStrike">
              <a:solidFill>
                <a:schemeClr val="dk1"/>
              </a:solidFill>
              <a:latin typeface="Calibri"/>
              <a:ea typeface="Calibri"/>
              <a:cs typeface="Calibri"/>
              <a:sym typeface="Calibri"/>
            </a:endParaRPr>
          </a:p>
          <a:p>
            <a:pPr indent="-209550" lvl="2" marL="1257300" marR="0" rtl="0" algn="just">
              <a:lnSpc>
                <a:spcPct val="90000"/>
              </a:lnSpc>
              <a:spcBef>
                <a:spcPts val="375"/>
              </a:spcBef>
              <a:spcAft>
                <a:spcPts val="0"/>
              </a:spcAft>
              <a:buClr>
                <a:schemeClr val="dk1"/>
              </a:buClr>
              <a:buSzPts val="2100"/>
              <a:buFont typeface="Arial"/>
              <a:buNone/>
            </a:pPr>
            <a:r>
              <a:t/>
            </a:r>
            <a:endParaRPr b="0" i="0" sz="2100" u="none" cap="none" strike="noStrike">
              <a:solidFill>
                <a:schemeClr val="dk1"/>
              </a:solidFill>
              <a:latin typeface="Calibri"/>
              <a:ea typeface="Calibri"/>
              <a:cs typeface="Calibri"/>
              <a:sym typeface="Calibri"/>
            </a:endParaRPr>
          </a:p>
          <a:p>
            <a:pPr indent="0" lvl="0" marL="457200" marR="0" rtl="0" algn="just">
              <a:lnSpc>
                <a:spcPct val="90000"/>
              </a:lnSpc>
              <a:spcBef>
                <a:spcPts val="375"/>
              </a:spcBef>
              <a:spcAft>
                <a:spcPts val="0"/>
              </a:spcAft>
              <a:buNone/>
            </a:pPr>
            <a:r>
              <a:rPr b="0" i="0" lang="pt-BR" sz="2100" u="none" cap="none" strike="noStrike">
                <a:solidFill>
                  <a:schemeClr val="dk1"/>
                </a:solidFill>
                <a:latin typeface="Calibri"/>
                <a:ea typeface="Calibri"/>
                <a:cs typeface="Calibri"/>
                <a:sym typeface="Calibri"/>
              </a:rPr>
              <a:t>Cada </a:t>
            </a:r>
            <a:r>
              <a:rPr b="0" i="1" lang="pt-BR" sz="2100" u="none" cap="none" strike="noStrike">
                <a:solidFill>
                  <a:schemeClr val="dk1"/>
                </a:solidFill>
                <a:latin typeface="Calibri"/>
                <a:ea typeface="Calibri"/>
                <a:cs typeface="Calibri"/>
                <a:sym typeface="Calibri"/>
              </a:rPr>
              <a:t>thread</a:t>
            </a:r>
            <a:r>
              <a:rPr b="0" i="0" lang="pt-BR" sz="2100" u="none" cap="none" strike="noStrike">
                <a:solidFill>
                  <a:schemeClr val="dk1"/>
                </a:solidFill>
                <a:latin typeface="Calibri"/>
                <a:ea typeface="Calibri"/>
                <a:cs typeface="Calibri"/>
                <a:sym typeface="Calibri"/>
              </a:rPr>
              <a:t> possui:</a:t>
            </a:r>
            <a:endParaRPr b="0" i="0" sz="2100" u="none" cap="none" strike="noStrike">
              <a:solidFill>
                <a:schemeClr val="dk1"/>
              </a:solidFill>
              <a:latin typeface="Calibri"/>
              <a:ea typeface="Calibri"/>
              <a:cs typeface="Calibri"/>
              <a:sym typeface="Calibri"/>
            </a:endParaRPr>
          </a:p>
          <a:p>
            <a:pPr indent="-342900" lvl="2" marL="1257300" marR="0" rtl="0" algn="just">
              <a:lnSpc>
                <a:spcPct val="90000"/>
              </a:lnSpc>
              <a:spcBef>
                <a:spcPts val="375"/>
              </a:spcBef>
              <a:spcAft>
                <a:spcPts val="0"/>
              </a:spcAft>
              <a:buClr>
                <a:schemeClr val="dk1"/>
              </a:buClr>
              <a:buSzPts val="2100"/>
              <a:buFont typeface="Arial"/>
              <a:buChar char="•"/>
            </a:pPr>
            <a:r>
              <a:rPr b="1" i="1" lang="pt-BR" sz="2100" u="none" cap="none" strike="noStrike">
                <a:solidFill>
                  <a:schemeClr val="dk1"/>
                </a:solidFill>
                <a:latin typeface="Calibri"/>
                <a:ea typeface="Calibri"/>
                <a:cs typeface="Calibri"/>
                <a:sym typeface="Calibri"/>
              </a:rPr>
              <a:t>Próprio</a:t>
            </a:r>
            <a:r>
              <a:rPr b="0" i="0" lang="pt-BR" sz="2100" u="none" cap="none" strike="noStrike">
                <a:solidFill>
                  <a:schemeClr val="dk1"/>
                </a:solidFill>
                <a:latin typeface="Calibri"/>
                <a:ea typeface="Calibri"/>
                <a:cs typeface="Calibri"/>
                <a:sym typeface="Calibri"/>
              </a:rPr>
              <a:t> contexto de </a:t>
            </a:r>
            <a:r>
              <a:rPr b="0" i="1" lang="pt-BR" sz="2100" u="none" cap="none" strike="noStrike">
                <a:solidFill>
                  <a:schemeClr val="dk1"/>
                </a:solidFill>
                <a:latin typeface="Calibri"/>
                <a:ea typeface="Calibri"/>
                <a:cs typeface="Calibri"/>
                <a:sym typeface="Calibri"/>
              </a:rPr>
              <a:t>hardware</a:t>
            </a:r>
            <a:r>
              <a:rPr b="0" i="0" lang="pt-BR" sz="2100" u="none" cap="none" strike="noStrike">
                <a:solidFill>
                  <a:schemeClr val="dk1"/>
                </a:solidFill>
                <a:latin typeface="Calibri"/>
                <a:ea typeface="Calibri"/>
                <a:cs typeface="Calibri"/>
                <a:sym typeface="Calibri"/>
              </a:rPr>
              <a:t>; </a:t>
            </a:r>
            <a:endParaRPr b="0" i="0" sz="2100" u="none" cap="none" strike="noStrike">
              <a:solidFill>
                <a:schemeClr val="dk1"/>
              </a:solidFill>
              <a:latin typeface="Calibri"/>
              <a:ea typeface="Calibri"/>
              <a:cs typeface="Calibri"/>
              <a:sym typeface="Calibri"/>
            </a:endParaRPr>
          </a:p>
          <a:p>
            <a:pPr indent="-342900" lvl="3" marL="1714500" marR="0" rtl="0" algn="just">
              <a:lnSpc>
                <a:spcPct val="90000"/>
              </a:lnSpc>
              <a:spcBef>
                <a:spcPts val="375"/>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Para permitir a troca de contexto (conteúdo dos registradores gerais, PC e SP);</a:t>
            </a:r>
            <a:endParaRPr b="0" i="0" sz="2100" u="none" cap="none" strike="noStrike">
              <a:solidFill>
                <a:schemeClr val="dk1"/>
              </a:solidFill>
              <a:latin typeface="Calibri"/>
              <a:ea typeface="Calibri"/>
              <a:cs typeface="Calibri"/>
              <a:sym typeface="Calibri"/>
            </a:endParaRPr>
          </a:p>
          <a:p>
            <a:pPr indent="-342900" lvl="2" marL="1257300" marR="0" rtl="0" algn="just">
              <a:lnSpc>
                <a:spcPct val="90000"/>
              </a:lnSpc>
              <a:spcBef>
                <a:spcPts val="375"/>
              </a:spcBef>
              <a:spcAft>
                <a:spcPts val="0"/>
              </a:spcAft>
              <a:buClr>
                <a:schemeClr val="dk1"/>
              </a:buClr>
              <a:buSzPts val="2100"/>
              <a:buFont typeface="Arial"/>
              <a:buChar char="•"/>
            </a:pPr>
            <a:r>
              <a:rPr b="1" i="1" lang="pt-BR" sz="2100" u="none" cap="none" strike="noStrike">
                <a:solidFill>
                  <a:schemeClr val="dk1"/>
                </a:solidFill>
                <a:latin typeface="Calibri"/>
                <a:ea typeface="Calibri"/>
                <a:cs typeface="Calibri"/>
                <a:sym typeface="Calibri"/>
              </a:rPr>
              <a:t>Compartilha</a:t>
            </a:r>
            <a:r>
              <a:rPr b="0" i="0" lang="pt-BR" sz="2100" u="none" cap="none" strike="noStrike">
                <a:solidFill>
                  <a:schemeClr val="dk1"/>
                </a:solidFill>
                <a:latin typeface="Calibri"/>
                <a:ea typeface="Calibri"/>
                <a:cs typeface="Calibri"/>
                <a:sym typeface="Calibri"/>
              </a:rPr>
              <a:t> o mesmo contexto de </a:t>
            </a:r>
            <a:r>
              <a:rPr b="0" i="1" lang="pt-BR" sz="2100" u="none" cap="none" strike="noStrike">
                <a:solidFill>
                  <a:schemeClr val="dk1"/>
                </a:solidFill>
                <a:latin typeface="Calibri"/>
                <a:ea typeface="Calibri"/>
                <a:cs typeface="Calibri"/>
                <a:sym typeface="Calibri"/>
              </a:rPr>
              <a:t>software</a:t>
            </a:r>
            <a:r>
              <a:rPr b="0" i="0" lang="pt-BR" sz="2100" u="none" cap="none" strike="noStrike">
                <a:solidFill>
                  <a:schemeClr val="dk1"/>
                </a:solidFill>
                <a:latin typeface="Calibri"/>
                <a:ea typeface="Calibri"/>
                <a:cs typeface="Calibri"/>
                <a:sym typeface="Calibri"/>
              </a:rPr>
              <a:t> e </a:t>
            </a:r>
            <a:r>
              <a:rPr b="0" i="1" lang="pt-BR" sz="2100" u="none" cap="none" strike="noStrike">
                <a:solidFill>
                  <a:schemeClr val="dk1"/>
                </a:solidFill>
                <a:latin typeface="Calibri"/>
                <a:ea typeface="Calibri"/>
                <a:cs typeface="Calibri"/>
                <a:sym typeface="Calibri"/>
              </a:rPr>
              <a:t>espaço de endereçamento</a:t>
            </a:r>
            <a:r>
              <a:rPr b="0" i="0" lang="pt-BR" sz="2100" u="none" cap="none" strike="noStrike">
                <a:solidFill>
                  <a:schemeClr val="dk1"/>
                </a:solidFill>
                <a:latin typeface="Calibri"/>
                <a:ea typeface="Calibri"/>
                <a:cs typeface="Calibri"/>
                <a:sym typeface="Calibri"/>
              </a:rPr>
              <a:t> com os demais </a:t>
            </a:r>
            <a:r>
              <a:rPr b="0" i="1" lang="pt-BR" sz="2100" u="none" cap="none" strike="noStrike">
                <a:solidFill>
                  <a:schemeClr val="dk1"/>
                </a:solidFill>
                <a:latin typeface="Calibri"/>
                <a:ea typeface="Calibri"/>
                <a:cs typeface="Calibri"/>
                <a:sym typeface="Calibri"/>
              </a:rPr>
              <a:t>threads</a:t>
            </a:r>
            <a:r>
              <a:rPr b="0" i="0" lang="pt-BR" sz="2100" u="none" cap="none" strike="noStrike">
                <a:solidFill>
                  <a:schemeClr val="dk1"/>
                </a:solidFill>
                <a:latin typeface="Calibri"/>
                <a:ea typeface="Calibri"/>
                <a:cs typeface="Calibri"/>
                <a:sym typeface="Calibri"/>
              </a:rPr>
              <a:t> do processo;</a:t>
            </a:r>
            <a:endParaRPr b="0" i="0" sz="2100" u="none" cap="none" strike="noStrike">
              <a:solidFill>
                <a:schemeClr val="dk1"/>
              </a:solidFill>
              <a:latin typeface="Calibri"/>
              <a:ea typeface="Calibri"/>
              <a:cs typeface="Calibri"/>
              <a:sym typeface="Calibri"/>
            </a:endParaRPr>
          </a:p>
          <a:p>
            <a:pPr indent="-209550" lvl="1" marL="800100" marR="0" rtl="0" algn="just">
              <a:lnSpc>
                <a:spcPct val="90000"/>
              </a:lnSpc>
              <a:spcBef>
                <a:spcPts val="375"/>
              </a:spcBef>
              <a:spcAft>
                <a:spcPts val="0"/>
              </a:spcAft>
              <a:buClr>
                <a:schemeClr val="dk1"/>
              </a:buClr>
              <a:buSzPts val="2100"/>
              <a:buFont typeface="Arial"/>
              <a:buNone/>
            </a:pPr>
            <a:r>
              <a:t/>
            </a:r>
            <a:endParaRPr b="0" i="0" sz="2100" u="none" cap="none" strike="noStrike">
              <a:solidFill>
                <a:schemeClr val="dk1"/>
              </a:solidFill>
              <a:latin typeface="Calibri"/>
              <a:ea typeface="Calibri"/>
              <a:cs typeface="Calibri"/>
              <a:sym typeface="Calibri"/>
            </a:endParaRPr>
          </a:p>
          <a:p>
            <a:pPr indent="0" lvl="0" marL="457200" marR="0" rtl="0" algn="just">
              <a:lnSpc>
                <a:spcPct val="90000"/>
              </a:lnSpc>
              <a:spcBef>
                <a:spcPts val="375"/>
              </a:spcBef>
              <a:spcAft>
                <a:spcPts val="0"/>
              </a:spcAft>
              <a:buNone/>
            </a:pPr>
            <a:r>
              <a:rPr b="0" i="0" lang="pt-BR" sz="2100" u="none" cap="none" strike="noStrike">
                <a:solidFill>
                  <a:schemeClr val="dk1"/>
                </a:solidFill>
                <a:latin typeface="Calibri"/>
                <a:ea typeface="Calibri"/>
                <a:cs typeface="Calibri"/>
                <a:sym typeface="Calibri"/>
              </a:rPr>
              <a:t>O compartilhamento do </a:t>
            </a:r>
            <a:r>
              <a:rPr b="0" i="1" lang="pt-BR" sz="2100" u="none" cap="none" strike="noStrike">
                <a:solidFill>
                  <a:schemeClr val="dk1"/>
                </a:solidFill>
                <a:latin typeface="Calibri"/>
                <a:ea typeface="Calibri"/>
                <a:cs typeface="Calibri"/>
                <a:sym typeface="Calibri"/>
              </a:rPr>
              <a:t>espaço de endereçamento </a:t>
            </a:r>
            <a:r>
              <a:rPr b="0" i="0" lang="pt-BR" sz="2100" u="none" cap="none" strike="noStrike">
                <a:solidFill>
                  <a:schemeClr val="dk1"/>
                </a:solidFill>
                <a:latin typeface="Calibri"/>
                <a:ea typeface="Calibri"/>
                <a:cs typeface="Calibri"/>
                <a:sym typeface="Calibri"/>
              </a:rPr>
              <a:t>permite que a comunicação de </a:t>
            </a:r>
            <a:r>
              <a:rPr b="0" i="1" lang="pt-BR" sz="2100" u="none" cap="none" strike="noStrike">
                <a:solidFill>
                  <a:schemeClr val="dk1"/>
                </a:solidFill>
                <a:latin typeface="Calibri"/>
                <a:ea typeface="Calibri"/>
                <a:cs typeface="Calibri"/>
                <a:sym typeface="Calibri"/>
              </a:rPr>
              <a:t>threads</a:t>
            </a:r>
            <a:r>
              <a:rPr b="0" i="0" lang="pt-BR" sz="2100" u="none" cap="none" strike="noStrike">
                <a:solidFill>
                  <a:schemeClr val="dk1"/>
                </a:solidFill>
                <a:latin typeface="Calibri"/>
                <a:ea typeface="Calibri"/>
                <a:cs typeface="Calibri"/>
                <a:sym typeface="Calibri"/>
              </a:rPr>
              <a:t> dentro do mesmo processo seja realizada de forma simples e rápida.</a:t>
            </a:r>
            <a:endParaRPr b="0" i="0" sz="2100" u="none" cap="none" strike="noStrike">
              <a:solidFill>
                <a:schemeClr val="dk1"/>
              </a:solidFill>
              <a:latin typeface="Calibri"/>
              <a:ea typeface="Calibri"/>
              <a:cs typeface="Calibri"/>
              <a:sym typeface="Calibri"/>
            </a:endParaRPr>
          </a:p>
        </p:txBody>
      </p:sp>
      <p:pic>
        <p:nvPicPr>
          <p:cNvPr id="368" name="Google Shape;368;p9" title="sc-arma.png"/>
          <p:cNvPicPr preferRelativeResize="0"/>
          <p:nvPr/>
        </p:nvPicPr>
        <p:blipFill rotWithShape="1">
          <a:blip r:embed="rId3">
            <a:alphaModFix/>
          </a:blip>
          <a:srcRect b="6094" l="25927" r="26370" t="6094"/>
          <a:stretch/>
        </p:blipFill>
        <p:spPr>
          <a:xfrm>
            <a:off x="117900" y="226900"/>
            <a:ext cx="689025" cy="7420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2" name="Shape 372"/>
        <p:cNvGrpSpPr/>
        <p:nvPr/>
      </p:nvGrpSpPr>
      <p:grpSpPr>
        <a:xfrm>
          <a:off x="0" y="0"/>
          <a:ext cx="0" cy="0"/>
          <a:chOff x="0" y="0"/>
          <a:chExt cx="0" cy="0"/>
        </a:xfrm>
      </p:grpSpPr>
      <p:sp>
        <p:nvSpPr>
          <p:cNvPr id="373" name="Google Shape;373;p10"/>
          <p:cNvSpPr txBox="1"/>
          <p:nvPr/>
        </p:nvSpPr>
        <p:spPr>
          <a:xfrm>
            <a:off x="2610930" y="296176"/>
            <a:ext cx="698452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400">
                <a:solidFill>
                  <a:schemeClr val="dk1"/>
                </a:solidFill>
                <a:latin typeface="Calibri"/>
                <a:ea typeface="Calibri"/>
                <a:cs typeface="Calibri"/>
                <a:sym typeface="Calibri"/>
              </a:rPr>
              <a:t>Processos Independentes, Subprocessos e Threads</a:t>
            </a:r>
            <a:endParaRPr/>
          </a:p>
          <a:p>
            <a:pPr indent="0" lvl="0" marL="0" marR="0" rtl="0" algn="ctr">
              <a:spcBef>
                <a:spcPts val="0"/>
              </a:spcBef>
              <a:spcAft>
                <a:spcPts val="0"/>
              </a:spcAft>
              <a:buNone/>
            </a:pPr>
            <a:r>
              <a:rPr i="1" lang="pt-BR" sz="2400">
                <a:solidFill>
                  <a:schemeClr val="dk1"/>
                </a:solidFill>
                <a:latin typeface="Calibri"/>
                <a:ea typeface="Calibri"/>
                <a:cs typeface="Calibri"/>
                <a:sym typeface="Calibri"/>
              </a:rPr>
              <a:t>Threads</a:t>
            </a:r>
            <a:endParaRPr sz="1800">
              <a:solidFill>
                <a:schemeClr val="dk1"/>
              </a:solidFill>
              <a:latin typeface="Calibri"/>
              <a:ea typeface="Calibri"/>
              <a:cs typeface="Calibri"/>
              <a:sym typeface="Calibri"/>
            </a:endParaRPr>
          </a:p>
        </p:txBody>
      </p:sp>
      <p:grpSp>
        <p:nvGrpSpPr>
          <p:cNvPr id="374" name="Google Shape;374;p10"/>
          <p:cNvGrpSpPr/>
          <p:nvPr/>
        </p:nvGrpSpPr>
        <p:grpSpPr>
          <a:xfrm>
            <a:off x="3779353" y="1279017"/>
            <a:ext cx="2268536" cy="2484443"/>
            <a:chOff x="1937" y="685"/>
            <a:chExt cx="1429" cy="1565"/>
          </a:xfrm>
        </p:grpSpPr>
        <p:grpSp>
          <p:nvGrpSpPr>
            <p:cNvPr id="375" name="Google Shape;375;p10"/>
            <p:cNvGrpSpPr/>
            <p:nvPr/>
          </p:nvGrpSpPr>
          <p:grpSpPr>
            <a:xfrm>
              <a:off x="1937" y="912"/>
              <a:ext cx="1429" cy="1338"/>
              <a:chOff x="1937" y="912"/>
              <a:chExt cx="1429" cy="1338"/>
            </a:xfrm>
          </p:grpSpPr>
          <p:sp>
            <p:nvSpPr>
              <p:cNvPr id="376" name="Google Shape;376;p10"/>
              <p:cNvSpPr/>
              <p:nvPr/>
            </p:nvSpPr>
            <p:spPr>
              <a:xfrm>
                <a:off x="1937" y="912"/>
                <a:ext cx="1429" cy="1338"/>
              </a:xfrm>
              <a:prstGeom prst="ellipse">
                <a:avLst/>
              </a:prstGeom>
              <a:solidFill>
                <a:srgbClr val="D8D8D8"/>
              </a:solidFill>
              <a:ln cap="flat" cmpd="sng" w="1270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cxnSp>
            <p:nvCxnSpPr>
              <p:cNvPr id="377" name="Google Shape;377;p10"/>
              <p:cNvCxnSpPr/>
              <p:nvPr/>
            </p:nvCxnSpPr>
            <p:spPr>
              <a:xfrm>
                <a:off x="2654" y="935"/>
                <a:ext cx="0" cy="681"/>
              </a:xfrm>
              <a:prstGeom prst="straightConnector1">
                <a:avLst/>
              </a:prstGeom>
              <a:noFill/>
              <a:ln cap="flat" cmpd="sng" w="9525">
                <a:solidFill>
                  <a:schemeClr val="dk2"/>
                </a:solidFill>
                <a:prstDash val="solid"/>
                <a:round/>
                <a:headEnd len="med" w="med" type="none"/>
                <a:tailEnd len="med" w="med" type="none"/>
              </a:ln>
            </p:spPr>
          </p:cxnSp>
          <p:cxnSp>
            <p:nvCxnSpPr>
              <p:cNvPr id="378" name="Google Shape;378;p10"/>
              <p:cNvCxnSpPr/>
              <p:nvPr/>
            </p:nvCxnSpPr>
            <p:spPr>
              <a:xfrm flipH="1" rot="-9000000">
                <a:off x="2607" y="1784"/>
                <a:ext cx="690" cy="4"/>
              </a:xfrm>
              <a:prstGeom prst="straightConnector1">
                <a:avLst/>
              </a:prstGeom>
              <a:noFill/>
              <a:ln cap="flat" cmpd="sng" w="9525">
                <a:solidFill>
                  <a:schemeClr val="dk2"/>
                </a:solidFill>
                <a:prstDash val="solid"/>
                <a:round/>
                <a:headEnd len="med" w="med" type="none"/>
                <a:tailEnd len="med" w="med" type="none"/>
              </a:ln>
            </p:spPr>
          </p:cxnSp>
          <p:cxnSp>
            <p:nvCxnSpPr>
              <p:cNvPr id="379" name="Google Shape;379;p10"/>
              <p:cNvCxnSpPr/>
              <p:nvPr/>
            </p:nvCxnSpPr>
            <p:spPr>
              <a:xfrm rot="-1800000">
                <a:off x="2011" y="1785"/>
                <a:ext cx="688" cy="3"/>
              </a:xfrm>
              <a:prstGeom prst="straightConnector1">
                <a:avLst/>
              </a:prstGeom>
              <a:noFill/>
              <a:ln cap="flat" cmpd="sng" w="9525">
                <a:solidFill>
                  <a:schemeClr val="dk2"/>
                </a:solidFill>
                <a:prstDash val="solid"/>
                <a:round/>
                <a:headEnd len="med" w="med" type="none"/>
                <a:tailEnd len="med" w="med" type="none"/>
              </a:ln>
            </p:spPr>
          </p:cxnSp>
          <p:grpSp>
            <p:nvGrpSpPr>
              <p:cNvPr id="380" name="Google Shape;380;p10"/>
              <p:cNvGrpSpPr/>
              <p:nvPr/>
            </p:nvGrpSpPr>
            <p:grpSpPr>
              <a:xfrm>
                <a:off x="2490" y="1401"/>
                <a:ext cx="325" cy="415"/>
                <a:chOff x="2674" y="2278"/>
                <a:chExt cx="499" cy="635"/>
              </a:xfrm>
            </p:grpSpPr>
            <p:sp>
              <p:nvSpPr>
                <p:cNvPr id="381" name="Google Shape;381;p10"/>
                <p:cNvSpPr/>
                <p:nvPr/>
              </p:nvSpPr>
              <p:spPr>
                <a:xfrm>
                  <a:off x="2674" y="2485"/>
                  <a:ext cx="499" cy="357"/>
                </a:xfrm>
                <a:prstGeom prst="rect">
                  <a:avLst/>
                </a:prstGeom>
                <a:solidFill>
                  <a:srgbClr val="66FFFF"/>
                </a:solid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10"/>
                <p:cNvSpPr/>
                <p:nvPr/>
              </p:nvSpPr>
              <p:spPr>
                <a:xfrm>
                  <a:off x="2720" y="2417"/>
                  <a:ext cx="408" cy="356"/>
                </a:xfrm>
                <a:prstGeom prst="rect">
                  <a:avLst/>
                </a:prstGeom>
                <a:solidFill>
                  <a:srgbClr val="99FF99"/>
                </a:solid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383" name="Google Shape;383;p10"/>
                <p:cNvCxnSpPr/>
                <p:nvPr/>
              </p:nvCxnSpPr>
              <p:spPr>
                <a:xfrm>
                  <a:off x="2765" y="2323"/>
                  <a:ext cx="318" cy="0"/>
                </a:xfrm>
                <a:prstGeom prst="straightConnector1">
                  <a:avLst/>
                </a:prstGeom>
                <a:noFill/>
                <a:ln cap="flat" cmpd="sng" w="9525">
                  <a:solidFill>
                    <a:schemeClr val="dk2"/>
                  </a:solidFill>
                  <a:prstDash val="solid"/>
                  <a:round/>
                  <a:headEnd len="med" w="med" type="none"/>
                  <a:tailEnd len="med" w="med" type="none"/>
                </a:ln>
              </p:spPr>
            </p:cxnSp>
            <p:cxnSp>
              <p:nvCxnSpPr>
                <p:cNvPr id="384" name="Google Shape;384;p10"/>
                <p:cNvCxnSpPr/>
                <p:nvPr/>
              </p:nvCxnSpPr>
              <p:spPr>
                <a:xfrm>
                  <a:off x="2765" y="2368"/>
                  <a:ext cx="318" cy="0"/>
                </a:xfrm>
                <a:prstGeom prst="straightConnector1">
                  <a:avLst/>
                </a:prstGeom>
                <a:noFill/>
                <a:ln cap="flat" cmpd="sng" w="9525">
                  <a:solidFill>
                    <a:schemeClr val="dk2"/>
                  </a:solidFill>
                  <a:prstDash val="solid"/>
                  <a:round/>
                  <a:headEnd len="med" w="med" type="none"/>
                  <a:tailEnd len="med" w="med" type="none"/>
                </a:ln>
              </p:spPr>
            </p:cxnSp>
            <p:cxnSp>
              <p:nvCxnSpPr>
                <p:cNvPr id="385" name="Google Shape;385;p10"/>
                <p:cNvCxnSpPr/>
                <p:nvPr/>
              </p:nvCxnSpPr>
              <p:spPr>
                <a:xfrm>
                  <a:off x="2765" y="2414"/>
                  <a:ext cx="318" cy="0"/>
                </a:xfrm>
                <a:prstGeom prst="straightConnector1">
                  <a:avLst/>
                </a:prstGeom>
                <a:noFill/>
                <a:ln cap="flat" cmpd="sng" w="9525">
                  <a:solidFill>
                    <a:schemeClr val="dk2"/>
                  </a:solidFill>
                  <a:prstDash val="solid"/>
                  <a:round/>
                  <a:headEnd len="med" w="med" type="none"/>
                  <a:tailEnd len="med" w="med" type="none"/>
                </a:ln>
              </p:spPr>
            </p:cxnSp>
            <p:cxnSp>
              <p:nvCxnSpPr>
                <p:cNvPr id="386" name="Google Shape;386;p10"/>
                <p:cNvCxnSpPr/>
                <p:nvPr/>
              </p:nvCxnSpPr>
              <p:spPr>
                <a:xfrm>
                  <a:off x="2765" y="2459"/>
                  <a:ext cx="318" cy="0"/>
                </a:xfrm>
                <a:prstGeom prst="straightConnector1">
                  <a:avLst/>
                </a:prstGeom>
                <a:noFill/>
                <a:ln cap="flat" cmpd="sng" w="9525">
                  <a:solidFill>
                    <a:schemeClr val="dk2"/>
                  </a:solidFill>
                  <a:prstDash val="solid"/>
                  <a:round/>
                  <a:headEnd len="med" w="med" type="none"/>
                  <a:tailEnd len="med" w="med" type="none"/>
                </a:ln>
              </p:spPr>
            </p:cxnSp>
            <p:cxnSp>
              <p:nvCxnSpPr>
                <p:cNvPr id="387" name="Google Shape;387;p10"/>
                <p:cNvCxnSpPr/>
                <p:nvPr/>
              </p:nvCxnSpPr>
              <p:spPr>
                <a:xfrm>
                  <a:off x="2765" y="2504"/>
                  <a:ext cx="318" cy="0"/>
                </a:xfrm>
                <a:prstGeom prst="straightConnector1">
                  <a:avLst/>
                </a:prstGeom>
                <a:noFill/>
                <a:ln cap="flat" cmpd="sng" w="9525">
                  <a:solidFill>
                    <a:schemeClr val="dk2"/>
                  </a:solidFill>
                  <a:prstDash val="solid"/>
                  <a:round/>
                  <a:headEnd len="med" w="med" type="none"/>
                  <a:tailEnd len="med" w="med" type="none"/>
                </a:ln>
              </p:spPr>
            </p:cxnSp>
            <p:cxnSp>
              <p:nvCxnSpPr>
                <p:cNvPr id="388" name="Google Shape;388;p10"/>
                <p:cNvCxnSpPr/>
                <p:nvPr/>
              </p:nvCxnSpPr>
              <p:spPr>
                <a:xfrm>
                  <a:off x="2765" y="2550"/>
                  <a:ext cx="318" cy="0"/>
                </a:xfrm>
                <a:prstGeom prst="straightConnector1">
                  <a:avLst/>
                </a:prstGeom>
                <a:noFill/>
                <a:ln cap="flat" cmpd="sng" w="9525">
                  <a:solidFill>
                    <a:schemeClr val="dk2"/>
                  </a:solidFill>
                  <a:prstDash val="solid"/>
                  <a:round/>
                  <a:headEnd len="med" w="med" type="none"/>
                  <a:tailEnd len="med" w="med" type="none"/>
                </a:ln>
              </p:spPr>
            </p:cxnSp>
            <p:cxnSp>
              <p:nvCxnSpPr>
                <p:cNvPr id="389" name="Google Shape;389;p10"/>
                <p:cNvCxnSpPr/>
                <p:nvPr/>
              </p:nvCxnSpPr>
              <p:spPr>
                <a:xfrm>
                  <a:off x="2765" y="2595"/>
                  <a:ext cx="318" cy="0"/>
                </a:xfrm>
                <a:prstGeom prst="straightConnector1">
                  <a:avLst/>
                </a:prstGeom>
                <a:noFill/>
                <a:ln cap="flat" cmpd="sng" w="9525">
                  <a:solidFill>
                    <a:schemeClr val="dk2"/>
                  </a:solidFill>
                  <a:prstDash val="solid"/>
                  <a:round/>
                  <a:headEnd len="med" w="med" type="none"/>
                  <a:tailEnd len="med" w="med" type="none"/>
                </a:ln>
              </p:spPr>
            </p:cxnSp>
            <p:cxnSp>
              <p:nvCxnSpPr>
                <p:cNvPr id="390" name="Google Shape;390;p10"/>
                <p:cNvCxnSpPr/>
                <p:nvPr/>
              </p:nvCxnSpPr>
              <p:spPr>
                <a:xfrm>
                  <a:off x="2765" y="2640"/>
                  <a:ext cx="318" cy="0"/>
                </a:xfrm>
                <a:prstGeom prst="straightConnector1">
                  <a:avLst/>
                </a:prstGeom>
                <a:noFill/>
                <a:ln cap="flat" cmpd="sng" w="9525">
                  <a:solidFill>
                    <a:schemeClr val="dk2"/>
                  </a:solidFill>
                  <a:prstDash val="solid"/>
                  <a:round/>
                  <a:headEnd len="med" w="med" type="none"/>
                  <a:tailEnd len="med" w="med" type="none"/>
                </a:ln>
              </p:spPr>
            </p:cxnSp>
            <p:cxnSp>
              <p:nvCxnSpPr>
                <p:cNvPr id="391" name="Google Shape;391;p10"/>
                <p:cNvCxnSpPr/>
                <p:nvPr/>
              </p:nvCxnSpPr>
              <p:spPr>
                <a:xfrm>
                  <a:off x="2765" y="2686"/>
                  <a:ext cx="318" cy="0"/>
                </a:xfrm>
                <a:prstGeom prst="straightConnector1">
                  <a:avLst/>
                </a:prstGeom>
                <a:noFill/>
                <a:ln cap="flat" cmpd="sng" w="9525">
                  <a:solidFill>
                    <a:schemeClr val="dk2"/>
                  </a:solidFill>
                  <a:prstDash val="solid"/>
                  <a:round/>
                  <a:headEnd len="med" w="med" type="none"/>
                  <a:tailEnd len="med" w="med" type="none"/>
                </a:ln>
              </p:spPr>
            </p:cxnSp>
            <p:cxnSp>
              <p:nvCxnSpPr>
                <p:cNvPr id="392" name="Google Shape;392;p10"/>
                <p:cNvCxnSpPr/>
                <p:nvPr/>
              </p:nvCxnSpPr>
              <p:spPr>
                <a:xfrm>
                  <a:off x="2765" y="2731"/>
                  <a:ext cx="318" cy="0"/>
                </a:xfrm>
                <a:prstGeom prst="straightConnector1">
                  <a:avLst/>
                </a:prstGeom>
                <a:noFill/>
                <a:ln cap="flat" cmpd="sng" w="9525">
                  <a:solidFill>
                    <a:schemeClr val="dk2"/>
                  </a:solidFill>
                  <a:prstDash val="solid"/>
                  <a:round/>
                  <a:headEnd len="med" w="med" type="none"/>
                  <a:tailEnd len="med" w="med" type="none"/>
                </a:ln>
              </p:spPr>
            </p:cxnSp>
            <p:cxnSp>
              <p:nvCxnSpPr>
                <p:cNvPr id="393" name="Google Shape;393;p10"/>
                <p:cNvCxnSpPr/>
                <p:nvPr/>
              </p:nvCxnSpPr>
              <p:spPr>
                <a:xfrm>
                  <a:off x="2765" y="2777"/>
                  <a:ext cx="318" cy="0"/>
                </a:xfrm>
                <a:prstGeom prst="straightConnector1">
                  <a:avLst/>
                </a:prstGeom>
                <a:noFill/>
                <a:ln cap="flat" cmpd="sng" w="9525">
                  <a:solidFill>
                    <a:schemeClr val="dk2"/>
                  </a:solidFill>
                  <a:prstDash val="solid"/>
                  <a:round/>
                  <a:headEnd len="med" w="med" type="none"/>
                  <a:tailEnd len="med" w="med" type="none"/>
                </a:ln>
              </p:spPr>
            </p:cxnSp>
            <p:cxnSp>
              <p:nvCxnSpPr>
                <p:cNvPr id="394" name="Google Shape;394;p10"/>
                <p:cNvCxnSpPr/>
                <p:nvPr/>
              </p:nvCxnSpPr>
              <p:spPr>
                <a:xfrm>
                  <a:off x="2765" y="2822"/>
                  <a:ext cx="318" cy="0"/>
                </a:xfrm>
                <a:prstGeom prst="straightConnector1">
                  <a:avLst/>
                </a:prstGeom>
                <a:noFill/>
                <a:ln cap="flat" cmpd="sng" w="9525">
                  <a:solidFill>
                    <a:schemeClr val="dk2"/>
                  </a:solidFill>
                  <a:prstDash val="solid"/>
                  <a:round/>
                  <a:headEnd len="med" w="med" type="none"/>
                  <a:tailEnd len="med" w="med" type="none"/>
                </a:ln>
              </p:spPr>
            </p:cxnSp>
            <p:cxnSp>
              <p:nvCxnSpPr>
                <p:cNvPr id="395" name="Google Shape;395;p10"/>
                <p:cNvCxnSpPr/>
                <p:nvPr/>
              </p:nvCxnSpPr>
              <p:spPr>
                <a:xfrm>
                  <a:off x="2765" y="2867"/>
                  <a:ext cx="318" cy="0"/>
                </a:xfrm>
                <a:prstGeom prst="straightConnector1">
                  <a:avLst/>
                </a:prstGeom>
                <a:noFill/>
                <a:ln cap="flat" cmpd="sng" w="9525">
                  <a:solidFill>
                    <a:schemeClr val="dk2"/>
                  </a:solidFill>
                  <a:prstDash val="solid"/>
                  <a:round/>
                  <a:headEnd len="med" w="med" type="none"/>
                  <a:tailEnd len="med" w="med" type="none"/>
                </a:ln>
              </p:spPr>
            </p:cxnSp>
            <p:cxnSp>
              <p:nvCxnSpPr>
                <p:cNvPr id="396" name="Google Shape;396;p10"/>
                <p:cNvCxnSpPr/>
                <p:nvPr/>
              </p:nvCxnSpPr>
              <p:spPr>
                <a:xfrm>
                  <a:off x="2765" y="2913"/>
                  <a:ext cx="318" cy="0"/>
                </a:xfrm>
                <a:prstGeom prst="straightConnector1">
                  <a:avLst/>
                </a:prstGeom>
                <a:noFill/>
                <a:ln cap="flat" cmpd="sng" w="9525">
                  <a:solidFill>
                    <a:schemeClr val="dk2"/>
                  </a:solidFill>
                  <a:prstDash val="solid"/>
                  <a:round/>
                  <a:headEnd len="med" w="med" type="none"/>
                  <a:tailEnd len="med" w="med" type="none"/>
                </a:ln>
              </p:spPr>
            </p:cxnSp>
            <p:cxnSp>
              <p:nvCxnSpPr>
                <p:cNvPr id="397" name="Google Shape;397;p10"/>
                <p:cNvCxnSpPr/>
                <p:nvPr/>
              </p:nvCxnSpPr>
              <p:spPr>
                <a:xfrm>
                  <a:off x="2765" y="2278"/>
                  <a:ext cx="318" cy="0"/>
                </a:xfrm>
                <a:prstGeom prst="straightConnector1">
                  <a:avLst/>
                </a:prstGeom>
                <a:noFill/>
                <a:ln cap="flat" cmpd="sng" w="9525">
                  <a:solidFill>
                    <a:schemeClr val="dk2"/>
                  </a:solidFill>
                  <a:prstDash val="solid"/>
                  <a:round/>
                  <a:headEnd len="med" w="med" type="none"/>
                  <a:tailEnd len="med" w="med" type="none"/>
                </a:ln>
              </p:spPr>
            </p:cxnSp>
          </p:grpSp>
          <p:sp>
            <p:nvSpPr>
              <p:cNvPr id="398" name="Google Shape;398;p10"/>
              <p:cNvSpPr txBox="1"/>
              <p:nvPr/>
            </p:nvSpPr>
            <p:spPr>
              <a:xfrm>
                <a:off x="2458" y="1963"/>
                <a:ext cx="399" cy="1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200">
                    <a:solidFill>
                      <a:schemeClr val="dk1"/>
                    </a:solidFill>
                    <a:latin typeface="Calibri"/>
                    <a:ea typeface="Calibri"/>
                    <a:cs typeface="Calibri"/>
                    <a:sym typeface="Calibri"/>
                  </a:rPr>
                  <a:t>Thread</a:t>
                </a:r>
                <a:endParaRPr/>
              </a:p>
            </p:txBody>
          </p:sp>
        </p:grpSp>
        <p:sp>
          <p:nvSpPr>
            <p:cNvPr id="399" name="Google Shape;399;p10"/>
            <p:cNvSpPr txBox="1"/>
            <p:nvPr/>
          </p:nvSpPr>
          <p:spPr>
            <a:xfrm>
              <a:off x="2290" y="685"/>
              <a:ext cx="648"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Calibri"/>
                  <a:ea typeface="Calibri"/>
                  <a:cs typeface="Calibri"/>
                  <a:sym typeface="Calibri"/>
                </a:rPr>
                <a:t>Processo</a:t>
              </a:r>
              <a:endParaRPr/>
            </a:p>
          </p:txBody>
        </p:sp>
      </p:grpSp>
      <p:grpSp>
        <p:nvGrpSpPr>
          <p:cNvPr id="400" name="Google Shape;400;p10"/>
          <p:cNvGrpSpPr/>
          <p:nvPr/>
        </p:nvGrpSpPr>
        <p:grpSpPr>
          <a:xfrm>
            <a:off x="2207568" y="4087328"/>
            <a:ext cx="1311437" cy="1498254"/>
            <a:chOff x="227" y="2659"/>
            <a:chExt cx="1069" cy="1228"/>
          </a:xfrm>
        </p:grpSpPr>
        <p:grpSp>
          <p:nvGrpSpPr>
            <p:cNvPr id="401" name="Google Shape;401;p10"/>
            <p:cNvGrpSpPr/>
            <p:nvPr/>
          </p:nvGrpSpPr>
          <p:grpSpPr>
            <a:xfrm>
              <a:off x="227" y="2931"/>
              <a:ext cx="1027" cy="956"/>
              <a:chOff x="1834" y="1570"/>
              <a:chExt cx="2147" cy="1998"/>
            </a:xfrm>
          </p:grpSpPr>
          <p:sp>
            <p:nvSpPr>
              <p:cNvPr id="402" name="Google Shape;402;p10"/>
              <p:cNvSpPr/>
              <p:nvPr/>
            </p:nvSpPr>
            <p:spPr>
              <a:xfrm>
                <a:off x="1834" y="1594"/>
                <a:ext cx="2147" cy="1974"/>
              </a:xfrm>
              <a:prstGeom prst="ellipse">
                <a:avLst/>
              </a:prstGeom>
              <a:solidFill>
                <a:srgbClr val="D8D8D8"/>
              </a:solidFill>
              <a:ln cap="flat" cmpd="sng" w="1270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cxnSp>
            <p:nvCxnSpPr>
              <p:cNvPr id="403" name="Google Shape;403;p10"/>
              <p:cNvCxnSpPr/>
              <p:nvPr/>
            </p:nvCxnSpPr>
            <p:spPr>
              <a:xfrm>
                <a:off x="2925" y="1570"/>
                <a:ext cx="0" cy="1044"/>
              </a:xfrm>
              <a:prstGeom prst="straightConnector1">
                <a:avLst/>
              </a:prstGeom>
              <a:noFill/>
              <a:ln cap="flat" cmpd="sng" w="9525">
                <a:solidFill>
                  <a:schemeClr val="dk2"/>
                </a:solidFill>
                <a:prstDash val="solid"/>
                <a:round/>
                <a:headEnd len="med" w="med" type="none"/>
                <a:tailEnd len="med" w="med" type="none"/>
              </a:ln>
            </p:spPr>
          </p:cxnSp>
          <p:cxnSp>
            <p:nvCxnSpPr>
              <p:cNvPr id="404" name="Google Shape;404;p10"/>
              <p:cNvCxnSpPr/>
              <p:nvPr/>
            </p:nvCxnSpPr>
            <p:spPr>
              <a:xfrm flipH="1" rot="-9000000">
                <a:off x="2854" y="2872"/>
                <a:ext cx="1058" cy="6"/>
              </a:xfrm>
              <a:prstGeom prst="straightConnector1">
                <a:avLst/>
              </a:prstGeom>
              <a:noFill/>
              <a:ln cap="flat" cmpd="sng" w="9525">
                <a:solidFill>
                  <a:schemeClr val="dk2"/>
                </a:solidFill>
                <a:prstDash val="solid"/>
                <a:round/>
                <a:headEnd len="med" w="med" type="none"/>
                <a:tailEnd len="med" w="med" type="none"/>
              </a:ln>
            </p:spPr>
          </p:cxnSp>
          <p:cxnSp>
            <p:nvCxnSpPr>
              <p:cNvPr id="405" name="Google Shape;405;p10"/>
              <p:cNvCxnSpPr/>
              <p:nvPr/>
            </p:nvCxnSpPr>
            <p:spPr>
              <a:xfrm rot="-1800000">
                <a:off x="1940" y="2873"/>
                <a:ext cx="1054" cy="4"/>
              </a:xfrm>
              <a:prstGeom prst="straightConnector1">
                <a:avLst/>
              </a:prstGeom>
              <a:noFill/>
              <a:ln cap="flat" cmpd="sng" w="9525">
                <a:solidFill>
                  <a:schemeClr val="dk2"/>
                </a:solidFill>
                <a:prstDash val="solid"/>
                <a:round/>
                <a:headEnd len="med" w="med" type="none"/>
                <a:tailEnd len="med" w="med" type="none"/>
              </a:ln>
            </p:spPr>
          </p:cxnSp>
          <p:grpSp>
            <p:nvGrpSpPr>
              <p:cNvPr id="406" name="Google Shape;406;p10"/>
              <p:cNvGrpSpPr/>
              <p:nvPr/>
            </p:nvGrpSpPr>
            <p:grpSpPr>
              <a:xfrm>
                <a:off x="2674" y="2278"/>
                <a:ext cx="499" cy="701"/>
                <a:chOff x="2674" y="2278"/>
                <a:chExt cx="499" cy="701"/>
              </a:xfrm>
            </p:grpSpPr>
            <p:sp>
              <p:nvSpPr>
                <p:cNvPr id="407" name="Google Shape;407;p10"/>
                <p:cNvSpPr/>
                <p:nvPr/>
              </p:nvSpPr>
              <p:spPr>
                <a:xfrm>
                  <a:off x="2674" y="2347"/>
                  <a:ext cx="499" cy="632"/>
                </a:xfrm>
                <a:prstGeom prst="rect">
                  <a:avLst/>
                </a:prstGeom>
                <a:solidFill>
                  <a:srgbClr val="66FFFF"/>
                </a:solid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10"/>
                <p:cNvSpPr/>
                <p:nvPr/>
              </p:nvSpPr>
              <p:spPr>
                <a:xfrm>
                  <a:off x="2720" y="2279"/>
                  <a:ext cx="408" cy="633"/>
                </a:xfrm>
                <a:prstGeom prst="rect">
                  <a:avLst/>
                </a:prstGeom>
                <a:solidFill>
                  <a:srgbClr val="99FF99"/>
                </a:solid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409" name="Google Shape;409;p10"/>
                <p:cNvCxnSpPr/>
                <p:nvPr/>
              </p:nvCxnSpPr>
              <p:spPr>
                <a:xfrm>
                  <a:off x="2765" y="2323"/>
                  <a:ext cx="318" cy="0"/>
                </a:xfrm>
                <a:prstGeom prst="straightConnector1">
                  <a:avLst/>
                </a:prstGeom>
                <a:noFill/>
                <a:ln cap="flat" cmpd="sng" w="9525">
                  <a:solidFill>
                    <a:schemeClr val="dk2"/>
                  </a:solidFill>
                  <a:prstDash val="solid"/>
                  <a:round/>
                  <a:headEnd len="med" w="med" type="none"/>
                  <a:tailEnd len="med" w="med" type="none"/>
                </a:ln>
              </p:spPr>
            </p:cxnSp>
            <p:cxnSp>
              <p:nvCxnSpPr>
                <p:cNvPr id="410" name="Google Shape;410;p10"/>
                <p:cNvCxnSpPr/>
                <p:nvPr/>
              </p:nvCxnSpPr>
              <p:spPr>
                <a:xfrm>
                  <a:off x="2765" y="2368"/>
                  <a:ext cx="318" cy="0"/>
                </a:xfrm>
                <a:prstGeom prst="straightConnector1">
                  <a:avLst/>
                </a:prstGeom>
                <a:noFill/>
                <a:ln cap="flat" cmpd="sng" w="9525">
                  <a:solidFill>
                    <a:schemeClr val="dk2"/>
                  </a:solidFill>
                  <a:prstDash val="solid"/>
                  <a:round/>
                  <a:headEnd len="med" w="med" type="none"/>
                  <a:tailEnd len="med" w="med" type="none"/>
                </a:ln>
              </p:spPr>
            </p:cxnSp>
            <p:cxnSp>
              <p:nvCxnSpPr>
                <p:cNvPr id="411" name="Google Shape;411;p10"/>
                <p:cNvCxnSpPr/>
                <p:nvPr/>
              </p:nvCxnSpPr>
              <p:spPr>
                <a:xfrm>
                  <a:off x="2765" y="2414"/>
                  <a:ext cx="318" cy="0"/>
                </a:xfrm>
                <a:prstGeom prst="straightConnector1">
                  <a:avLst/>
                </a:prstGeom>
                <a:noFill/>
                <a:ln cap="flat" cmpd="sng" w="9525">
                  <a:solidFill>
                    <a:schemeClr val="dk2"/>
                  </a:solidFill>
                  <a:prstDash val="solid"/>
                  <a:round/>
                  <a:headEnd len="med" w="med" type="none"/>
                  <a:tailEnd len="med" w="med" type="none"/>
                </a:ln>
              </p:spPr>
            </p:cxnSp>
            <p:cxnSp>
              <p:nvCxnSpPr>
                <p:cNvPr id="412" name="Google Shape;412;p10"/>
                <p:cNvCxnSpPr/>
                <p:nvPr/>
              </p:nvCxnSpPr>
              <p:spPr>
                <a:xfrm>
                  <a:off x="2765" y="2459"/>
                  <a:ext cx="318" cy="0"/>
                </a:xfrm>
                <a:prstGeom prst="straightConnector1">
                  <a:avLst/>
                </a:prstGeom>
                <a:noFill/>
                <a:ln cap="flat" cmpd="sng" w="9525">
                  <a:solidFill>
                    <a:schemeClr val="dk2"/>
                  </a:solidFill>
                  <a:prstDash val="solid"/>
                  <a:round/>
                  <a:headEnd len="med" w="med" type="none"/>
                  <a:tailEnd len="med" w="med" type="none"/>
                </a:ln>
              </p:spPr>
            </p:cxnSp>
            <p:cxnSp>
              <p:nvCxnSpPr>
                <p:cNvPr id="413" name="Google Shape;413;p10"/>
                <p:cNvCxnSpPr/>
                <p:nvPr/>
              </p:nvCxnSpPr>
              <p:spPr>
                <a:xfrm>
                  <a:off x="2765" y="2504"/>
                  <a:ext cx="318" cy="0"/>
                </a:xfrm>
                <a:prstGeom prst="straightConnector1">
                  <a:avLst/>
                </a:prstGeom>
                <a:noFill/>
                <a:ln cap="flat" cmpd="sng" w="9525">
                  <a:solidFill>
                    <a:schemeClr val="dk2"/>
                  </a:solidFill>
                  <a:prstDash val="solid"/>
                  <a:round/>
                  <a:headEnd len="med" w="med" type="none"/>
                  <a:tailEnd len="med" w="med" type="none"/>
                </a:ln>
              </p:spPr>
            </p:cxnSp>
            <p:cxnSp>
              <p:nvCxnSpPr>
                <p:cNvPr id="414" name="Google Shape;414;p10"/>
                <p:cNvCxnSpPr/>
                <p:nvPr/>
              </p:nvCxnSpPr>
              <p:spPr>
                <a:xfrm>
                  <a:off x="2765" y="2550"/>
                  <a:ext cx="318" cy="0"/>
                </a:xfrm>
                <a:prstGeom prst="straightConnector1">
                  <a:avLst/>
                </a:prstGeom>
                <a:noFill/>
                <a:ln cap="flat" cmpd="sng" w="9525">
                  <a:solidFill>
                    <a:schemeClr val="dk2"/>
                  </a:solidFill>
                  <a:prstDash val="solid"/>
                  <a:round/>
                  <a:headEnd len="med" w="med" type="none"/>
                  <a:tailEnd len="med" w="med" type="none"/>
                </a:ln>
              </p:spPr>
            </p:cxnSp>
            <p:cxnSp>
              <p:nvCxnSpPr>
                <p:cNvPr id="415" name="Google Shape;415;p10"/>
                <p:cNvCxnSpPr/>
                <p:nvPr/>
              </p:nvCxnSpPr>
              <p:spPr>
                <a:xfrm>
                  <a:off x="2765" y="2595"/>
                  <a:ext cx="318" cy="0"/>
                </a:xfrm>
                <a:prstGeom prst="straightConnector1">
                  <a:avLst/>
                </a:prstGeom>
                <a:noFill/>
                <a:ln cap="flat" cmpd="sng" w="9525">
                  <a:solidFill>
                    <a:schemeClr val="dk2"/>
                  </a:solidFill>
                  <a:prstDash val="solid"/>
                  <a:round/>
                  <a:headEnd len="med" w="med" type="none"/>
                  <a:tailEnd len="med" w="med" type="none"/>
                </a:ln>
              </p:spPr>
            </p:cxnSp>
            <p:cxnSp>
              <p:nvCxnSpPr>
                <p:cNvPr id="416" name="Google Shape;416;p10"/>
                <p:cNvCxnSpPr/>
                <p:nvPr/>
              </p:nvCxnSpPr>
              <p:spPr>
                <a:xfrm>
                  <a:off x="2765" y="2640"/>
                  <a:ext cx="318" cy="0"/>
                </a:xfrm>
                <a:prstGeom prst="straightConnector1">
                  <a:avLst/>
                </a:prstGeom>
                <a:noFill/>
                <a:ln cap="flat" cmpd="sng" w="9525">
                  <a:solidFill>
                    <a:schemeClr val="dk2"/>
                  </a:solidFill>
                  <a:prstDash val="solid"/>
                  <a:round/>
                  <a:headEnd len="med" w="med" type="none"/>
                  <a:tailEnd len="med" w="med" type="none"/>
                </a:ln>
              </p:spPr>
            </p:cxnSp>
            <p:cxnSp>
              <p:nvCxnSpPr>
                <p:cNvPr id="417" name="Google Shape;417;p10"/>
                <p:cNvCxnSpPr/>
                <p:nvPr/>
              </p:nvCxnSpPr>
              <p:spPr>
                <a:xfrm>
                  <a:off x="2765" y="2686"/>
                  <a:ext cx="318" cy="0"/>
                </a:xfrm>
                <a:prstGeom prst="straightConnector1">
                  <a:avLst/>
                </a:prstGeom>
                <a:noFill/>
                <a:ln cap="flat" cmpd="sng" w="9525">
                  <a:solidFill>
                    <a:schemeClr val="dk2"/>
                  </a:solidFill>
                  <a:prstDash val="solid"/>
                  <a:round/>
                  <a:headEnd len="med" w="med" type="none"/>
                  <a:tailEnd len="med" w="med" type="none"/>
                </a:ln>
              </p:spPr>
            </p:cxnSp>
            <p:cxnSp>
              <p:nvCxnSpPr>
                <p:cNvPr id="418" name="Google Shape;418;p10"/>
                <p:cNvCxnSpPr/>
                <p:nvPr/>
              </p:nvCxnSpPr>
              <p:spPr>
                <a:xfrm>
                  <a:off x="2765" y="2731"/>
                  <a:ext cx="318" cy="0"/>
                </a:xfrm>
                <a:prstGeom prst="straightConnector1">
                  <a:avLst/>
                </a:prstGeom>
                <a:noFill/>
                <a:ln cap="flat" cmpd="sng" w="9525">
                  <a:solidFill>
                    <a:schemeClr val="dk2"/>
                  </a:solidFill>
                  <a:prstDash val="solid"/>
                  <a:round/>
                  <a:headEnd len="med" w="med" type="none"/>
                  <a:tailEnd len="med" w="med" type="none"/>
                </a:ln>
              </p:spPr>
            </p:cxnSp>
            <p:cxnSp>
              <p:nvCxnSpPr>
                <p:cNvPr id="419" name="Google Shape;419;p10"/>
                <p:cNvCxnSpPr/>
                <p:nvPr/>
              </p:nvCxnSpPr>
              <p:spPr>
                <a:xfrm>
                  <a:off x="2765" y="2777"/>
                  <a:ext cx="318" cy="0"/>
                </a:xfrm>
                <a:prstGeom prst="straightConnector1">
                  <a:avLst/>
                </a:prstGeom>
                <a:noFill/>
                <a:ln cap="flat" cmpd="sng" w="9525">
                  <a:solidFill>
                    <a:schemeClr val="dk2"/>
                  </a:solidFill>
                  <a:prstDash val="solid"/>
                  <a:round/>
                  <a:headEnd len="med" w="med" type="none"/>
                  <a:tailEnd len="med" w="med" type="none"/>
                </a:ln>
              </p:spPr>
            </p:cxnSp>
            <p:cxnSp>
              <p:nvCxnSpPr>
                <p:cNvPr id="420" name="Google Shape;420;p10"/>
                <p:cNvCxnSpPr/>
                <p:nvPr/>
              </p:nvCxnSpPr>
              <p:spPr>
                <a:xfrm>
                  <a:off x="2765" y="2822"/>
                  <a:ext cx="318" cy="0"/>
                </a:xfrm>
                <a:prstGeom prst="straightConnector1">
                  <a:avLst/>
                </a:prstGeom>
                <a:noFill/>
                <a:ln cap="flat" cmpd="sng" w="9525">
                  <a:solidFill>
                    <a:schemeClr val="dk2"/>
                  </a:solidFill>
                  <a:prstDash val="solid"/>
                  <a:round/>
                  <a:headEnd len="med" w="med" type="none"/>
                  <a:tailEnd len="med" w="med" type="none"/>
                </a:ln>
              </p:spPr>
            </p:cxnSp>
            <p:cxnSp>
              <p:nvCxnSpPr>
                <p:cNvPr id="421" name="Google Shape;421;p10"/>
                <p:cNvCxnSpPr/>
                <p:nvPr/>
              </p:nvCxnSpPr>
              <p:spPr>
                <a:xfrm>
                  <a:off x="2765" y="2867"/>
                  <a:ext cx="318" cy="0"/>
                </a:xfrm>
                <a:prstGeom prst="straightConnector1">
                  <a:avLst/>
                </a:prstGeom>
                <a:noFill/>
                <a:ln cap="flat" cmpd="sng" w="9525">
                  <a:solidFill>
                    <a:schemeClr val="dk2"/>
                  </a:solidFill>
                  <a:prstDash val="solid"/>
                  <a:round/>
                  <a:headEnd len="med" w="med" type="none"/>
                  <a:tailEnd len="med" w="med" type="none"/>
                </a:ln>
              </p:spPr>
            </p:cxnSp>
            <p:cxnSp>
              <p:nvCxnSpPr>
                <p:cNvPr id="422" name="Google Shape;422;p10"/>
                <p:cNvCxnSpPr/>
                <p:nvPr/>
              </p:nvCxnSpPr>
              <p:spPr>
                <a:xfrm>
                  <a:off x="2765" y="2913"/>
                  <a:ext cx="318" cy="0"/>
                </a:xfrm>
                <a:prstGeom prst="straightConnector1">
                  <a:avLst/>
                </a:prstGeom>
                <a:noFill/>
                <a:ln cap="flat" cmpd="sng" w="9525">
                  <a:solidFill>
                    <a:schemeClr val="dk2"/>
                  </a:solidFill>
                  <a:prstDash val="solid"/>
                  <a:round/>
                  <a:headEnd len="med" w="med" type="none"/>
                  <a:tailEnd len="med" w="med" type="none"/>
                </a:ln>
              </p:spPr>
            </p:cxnSp>
            <p:cxnSp>
              <p:nvCxnSpPr>
                <p:cNvPr id="423" name="Google Shape;423;p10"/>
                <p:cNvCxnSpPr/>
                <p:nvPr/>
              </p:nvCxnSpPr>
              <p:spPr>
                <a:xfrm>
                  <a:off x="2765" y="2278"/>
                  <a:ext cx="318" cy="0"/>
                </a:xfrm>
                <a:prstGeom prst="straightConnector1">
                  <a:avLst/>
                </a:prstGeom>
                <a:noFill/>
                <a:ln cap="flat" cmpd="sng" w="9525">
                  <a:solidFill>
                    <a:schemeClr val="dk2"/>
                  </a:solidFill>
                  <a:prstDash val="solid"/>
                  <a:round/>
                  <a:headEnd len="med" w="med" type="none"/>
                  <a:tailEnd len="med" w="med" type="none"/>
                </a:ln>
              </p:spPr>
            </p:cxnSp>
          </p:grpSp>
        </p:grpSp>
        <p:sp>
          <p:nvSpPr>
            <p:cNvPr id="424" name="Google Shape;424;p10"/>
            <p:cNvSpPr txBox="1"/>
            <p:nvPr/>
          </p:nvSpPr>
          <p:spPr>
            <a:xfrm>
              <a:off x="506" y="3657"/>
              <a:ext cx="516" cy="2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200">
                  <a:solidFill>
                    <a:schemeClr val="dk1"/>
                  </a:solidFill>
                  <a:latin typeface="Calibri"/>
                  <a:ea typeface="Calibri"/>
                  <a:cs typeface="Calibri"/>
                  <a:sym typeface="Calibri"/>
                </a:rPr>
                <a:t>Thread</a:t>
              </a:r>
              <a:endParaRPr/>
            </a:p>
          </p:txBody>
        </p:sp>
        <p:sp>
          <p:nvSpPr>
            <p:cNvPr id="425" name="Google Shape;425;p10"/>
            <p:cNvSpPr txBox="1"/>
            <p:nvPr/>
          </p:nvSpPr>
          <p:spPr>
            <a:xfrm>
              <a:off x="249" y="2659"/>
              <a:ext cx="1047" cy="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900">
                  <a:solidFill>
                    <a:schemeClr val="dk1"/>
                  </a:solidFill>
                  <a:latin typeface="Calibri"/>
                  <a:ea typeface="Calibri"/>
                  <a:cs typeface="Calibri"/>
                  <a:sym typeface="Calibri"/>
                </a:rPr>
                <a:t>Processo A</a:t>
              </a:r>
              <a:endParaRPr/>
            </a:p>
          </p:txBody>
        </p:sp>
      </p:grpSp>
      <p:grpSp>
        <p:nvGrpSpPr>
          <p:cNvPr id="426" name="Google Shape;426;p10"/>
          <p:cNvGrpSpPr/>
          <p:nvPr/>
        </p:nvGrpSpPr>
        <p:grpSpPr>
          <a:xfrm>
            <a:off x="4237188" y="4087328"/>
            <a:ext cx="1288126" cy="1498254"/>
            <a:chOff x="238" y="2659"/>
            <a:chExt cx="1050" cy="1228"/>
          </a:xfrm>
        </p:grpSpPr>
        <p:grpSp>
          <p:nvGrpSpPr>
            <p:cNvPr id="427" name="Google Shape;427;p10"/>
            <p:cNvGrpSpPr/>
            <p:nvPr/>
          </p:nvGrpSpPr>
          <p:grpSpPr>
            <a:xfrm>
              <a:off x="238" y="2931"/>
              <a:ext cx="1027" cy="956"/>
              <a:chOff x="1858" y="1570"/>
              <a:chExt cx="2147" cy="1998"/>
            </a:xfrm>
          </p:grpSpPr>
          <p:sp>
            <p:nvSpPr>
              <p:cNvPr id="428" name="Google Shape;428;p10"/>
              <p:cNvSpPr/>
              <p:nvPr/>
            </p:nvSpPr>
            <p:spPr>
              <a:xfrm>
                <a:off x="1858" y="1594"/>
                <a:ext cx="2147" cy="1974"/>
              </a:xfrm>
              <a:prstGeom prst="ellipse">
                <a:avLst/>
              </a:prstGeom>
              <a:solidFill>
                <a:srgbClr val="D8D8D8"/>
              </a:solidFill>
              <a:ln cap="flat" cmpd="sng" w="1270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cxnSp>
            <p:nvCxnSpPr>
              <p:cNvPr id="429" name="Google Shape;429;p10"/>
              <p:cNvCxnSpPr/>
              <p:nvPr/>
            </p:nvCxnSpPr>
            <p:spPr>
              <a:xfrm>
                <a:off x="2925" y="1570"/>
                <a:ext cx="0" cy="1044"/>
              </a:xfrm>
              <a:prstGeom prst="straightConnector1">
                <a:avLst/>
              </a:prstGeom>
              <a:noFill/>
              <a:ln cap="flat" cmpd="sng" w="9525">
                <a:solidFill>
                  <a:schemeClr val="dk2"/>
                </a:solidFill>
                <a:prstDash val="solid"/>
                <a:round/>
                <a:headEnd len="med" w="med" type="none"/>
                <a:tailEnd len="med" w="med" type="none"/>
              </a:ln>
            </p:spPr>
          </p:cxnSp>
          <p:cxnSp>
            <p:nvCxnSpPr>
              <p:cNvPr id="430" name="Google Shape;430;p10"/>
              <p:cNvCxnSpPr/>
              <p:nvPr/>
            </p:nvCxnSpPr>
            <p:spPr>
              <a:xfrm flipH="1" rot="-9000000">
                <a:off x="2854" y="2872"/>
                <a:ext cx="1058" cy="6"/>
              </a:xfrm>
              <a:prstGeom prst="straightConnector1">
                <a:avLst/>
              </a:prstGeom>
              <a:noFill/>
              <a:ln cap="flat" cmpd="sng" w="9525">
                <a:solidFill>
                  <a:schemeClr val="dk2"/>
                </a:solidFill>
                <a:prstDash val="solid"/>
                <a:round/>
                <a:headEnd len="med" w="med" type="none"/>
                <a:tailEnd len="med" w="med" type="none"/>
              </a:ln>
            </p:spPr>
          </p:cxnSp>
          <p:cxnSp>
            <p:nvCxnSpPr>
              <p:cNvPr id="431" name="Google Shape;431;p10"/>
              <p:cNvCxnSpPr/>
              <p:nvPr/>
            </p:nvCxnSpPr>
            <p:spPr>
              <a:xfrm rot="-1800000">
                <a:off x="1940" y="2873"/>
                <a:ext cx="1054" cy="4"/>
              </a:xfrm>
              <a:prstGeom prst="straightConnector1">
                <a:avLst/>
              </a:prstGeom>
              <a:noFill/>
              <a:ln cap="flat" cmpd="sng" w="9525">
                <a:solidFill>
                  <a:schemeClr val="dk2"/>
                </a:solidFill>
                <a:prstDash val="solid"/>
                <a:round/>
                <a:headEnd len="med" w="med" type="none"/>
                <a:tailEnd len="med" w="med" type="none"/>
              </a:ln>
            </p:spPr>
          </p:cxnSp>
          <p:grpSp>
            <p:nvGrpSpPr>
              <p:cNvPr id="432" name="Google Shape;432;p10"/>
              <p:cNvGrpSpPr/>
              <p:nvPr/>
            </p:nvGrpSpPr>
            <p:grpSpPr>
              <a:xfrm>
                <a:off x="2674" y="2278"/>
                <a:ext cx="499" cy="701"/>
                <a:chOff x="2674" y="2278"/>
                <a:chExt cx="499" cy="701"/>
              </a:xfrm>
            </p:grpSpPr>
            <p:sp>
              <p:nvSpPr>
                <p:cNvPr id="433" name="Google Shape;433;p10"/>
                <p:cNvSpPr/>
                <p:nvPr/>
              </p:nvSpPr>
              <p:spPr>
                <a:xfrm>
                  <a:off x="2674" y="2347"/>
                  <a:ext cx="499" cy="632"/>
                </a:xfrm>
                <a:prstGeom prst="rect">
                  <a:avLst/>
                </a:prstGeom>
                <a:solidFill>
                  <a:srgbClr val="66FFFF"/>
                </a:solid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10"/>
                <p:cNvSpPr/>
                <p:nvPr/>
              </p:nvSpPr>
              <p:spPr>
                <a:xfrm>
                  <a:off x="2720" y="2279"/>
                  <a:ext cx="408" cy="633"/>
                </a:xfrm>
                <a:prstGeom prst="rect">
                  <a:avLst/>
                </a:prstGeom>
                <a:solidFill>
                  <a:srgbClr val="99FF99"/>
                </a:solid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435" name="Google Shape;435;p10"/>
                <p:cNvCxnSpPr/>
                <p:nvPr/>
              </p:nvCxnSpPr>
              <p:spPr>
                <a:xfrm>
                  <a:off x="2765" y="2323"/>
                  <a:ext cx="318" cy="0"/>
                </a:xfrm>
                <a:prstGeom prst="straightConnector1">
                  <a:avLst/>
                </a:prstGeom>
                <a:noFill/>
                <a:ln cap="flat" cmpd="sng" w="9525">
                  <a:solidFill>
                    <a:schemeClr val="dk2"/>
                  </a:solidFill>
                  <a:prstDash val="solid"/>
                  <a:round/>
                  <a:headEnd len="med" w="med" type="none"/>
                  <a:tailEnd len="med" w="med" type="none"/>
                </a:ln>
              </p:spPr>
            </p:cxnSp>
            <p:cxnSp>
              <p:nvCxnSpPr>
                <p:cNvPr id="436" name="Google Shape;436;p10"/>
                <p:cNvCxnSpPr/>
                <p:nvPr/>
              </p:nvCxnSpPr>
              <p:spPr>
                <a:xfrm>
                  <a:off x="2765" y="2368"/>
                  <a:ext cx="318" cy="0"/>
                </a:xfrm>
                <a:prstGeom prst="straightConnector1">
                  <a:avLst/>
                </a:prstGeom>
                <a:noFill/>
                <a:ln cap="flat" cmpd="sng" w="9525">
                  <a:solidFill>
                    <a:schemeClr val="dk2"/>
                  </a:solidFill>
                  <a:prstDash val="solid"/>
                  <a:round/>
                  <a:headEnd len="med" w="med" type="none"/>
                  <a:tailEnd len="med" w="med" type="none"/>
                </a:ln>
              </p:spPr>
            </p:cxnSp>
            <p:cxnSp>
              <p:nvCxnSpPr>
                <p:cNvPr id="437" name="Google Shape;437;p10"/>
                <p:cNvCxnSpPr/>
                <p:nvPr/>
              </p:nvCxnSpPr>
              <p:spPr>
                <a:xfrm>
                  <a:off x="2765" y="2414"/>
                  <a:ext cx="318" cy="0"/>
                </a:xfrm>
                <a:prstGeom prst="straightConnector1">
                  <a:avLst/>
                </a:prstGeom>
                <a:noFill/>
                <a:ln cap="flat" cmpd="sng" w="9525">
                  <a:solidFill>
                    <a:schemeClr val="dk2"/>
                  </a:solidFill>
                  <a:prstDash val="solid"/>
                  <a:round/>
                  <a:headEnd len="med" w="med" type="none"/>
                  <a:tailEnd len="med" w="med" type="none"/>
                </a:ln>
              </p:spPr>
            </p:cxnSp>
            <p:cxnSp>
              <p:nvCxnSpPr>
                <p:cNvPr id="438" name="Google Shape;438;p10"/>
                <p:cNvCxnSpPr/>
                <p:nvPr/>
              </p:nvCxnSpPr>
              <p:spPr>
                <a:xfrm>
                  <a:off x="2765" y="2459"/>
                  <a:ext cx="318" cy="0"/>
                </a:xfrm>
                <a:prstGeom prst="straightConnector1">
                  <a:avLst/>
                </a:prstGeom>
                <a:noFill/>
                <a:ln cap="flat" cmpd="sng" w="9525">
                  <a:solidFill>
                    <a:schemeClr val="dk2"/>
                  </a:solidFill>
                  <a:prstDash val="solid"/>
                  <a:round/>
                  <a:headEnd len="med" w="med" type="none"/>
                  <a:tailEnd len="med" w="med" type="none"/>
                </a:ln>
              </p:spPr>
            </p:cxnSp>
            <p:cxnSp>
              <p:nvCxnSpPr>
                <p:cNvPr id="439" name="Google Shape;439;p10"/>
                <p:cNvCxnSpPr/>
                <p:nvPr/>
              </p:nvCxnSpPr>
              <p:spPr>
                <a:xfrm>
                  <a:off x="2765" y="2504"/>
                  <a:ext cx="318" cy="0"/>
                </a:xfrm>
                <a:prstGeom prst="straightConnector1">
                  <a:avLst/>
                </a:prstGeom>
                <a:noFill/>
                <a:ln cap="flat" cmpd="sng" w="9525">
                  <a:solidFill>
                    <a:schemeClr val="dk2"/>
                  </a:solidFill>
                  <a:prstDash val="solid"/>
                  <a:round/>
                  <a:headEnd len="med" w="med" type="none"/>
                  <a:tailEnd len="med" w="med" type="none"/>
                </a:ln>
              </p:spPr>
            </p:cxnSp>
            <p:cxnSp>
              <p:nvCxnSpPr>
                <p:cNvPr id="440" name="Google Shape;440;p10"/>
                <p:cNvCxnSpPr/>
                <p:nvPr/>
              </p:nvCxnSpPr>
              <p:spPr>
                <a:xfrm>
                  <a:off x="2765" y="2550"/>
                  <a:ext cx="318" cy="0"/>
                </a:xfrm>
                <a:prstGeom prst="straightConnector1">
                  <a:avLst/>
                </a:prstGeom>
                <a:noFill/>
                <a:ln cap="flat" cmpd="sng" w="9525">
                  <a:solidFill>
                    <a:schemeClr val="dk2"/>
                  </a:solidFill>
                  <a:prstDash val="solid"/>
                  <a:round/>
                  <a:headEnd len="med" w="med" type="none"/>
                  <a:tailEnd len="med" w="med" type="none"/>
                </a:ln>
              </p:spPr>
            </p:cxnSp>
            <p:cxnSp>
              <p:nvCxnSpPr>
                <p:cNvPr id="441" name="Google Shape;441;p10"/>
                <p:cNvCxnSpPr/>
                <p:nvPr/>
              </p:nvCxnSpPr>
              <p:spPr>
                <a:xfrm>
                  <a:off x="2765" y="2595"/>
                  <a:ext cx="318" cy="0"/>
                </a:xfrm>
                <a:prstGeom prst="straightConnector1">
                  <a:avLst/>
                </a:prstGeom>
                <a:noFill/>
                <a:ln cap="flat" cmpd="sng" w="9525">
                  <a:solidFill>
                    <a:schemeClr val="dk2"/>
                  </a:solidFill>
                  <a:prstDash val="solid"/>
                  <a:round/>
                  <a:headEnd len="med" w="med" type="none"/>
                  <a:tailEnd len="med" w="med" type="none"/>
                </a:ln>
              </p:spPr>
            </p:cxnSp>
            <p:cxnSp>
              <p:nvCxnSpPr>
                <p:cNvPr id="442" name="Google Shape;442;p10"/>
                <p:cNvCxnSpPr/>
                <p:nvPr/>
              </p:nvCxnSpPr>
              <p:spPr>
                <a:xfrm>
                  <a:off x="2765" y="2640"/>
                  <a:ext cx="318" cy="0"/>
                </a:xfrm>
                <a:prstGeom prst="straightConnector1">
                  <a:avLst/>
                </a:prstGeom>
                <a:noFill/>
                <a:ln cap="flat" cmpd="sng" w="9525">
                  <a:solidFill>
                    <a:schemeClr val="dk2"/>
                  </a:solidFill>
                  <a:prstDash val="solid"/>
                  <a:round/>
                  <a:headEnd len="med" w="med" type="none"/>
                  <a:tailEnd len="med" w="med" type="none"/>
                </a:ln>
              </p:spPr>
            </p:cxnSp>
            <p:cxnSp>
              <p:nvCxnSpPr>
                <p:cNvPr id="443" name="Google Shape;443;p10"/>
                <p:cNvCxnSpPr/>
                <p:nvPr/>
              </p:nvCxnSpPr>
              <p:spPr>
                <a:xfrm>
                  <a:off x="2765" y="2686"/>
                  <a:ext cx="318" cy="0"/>
                </a:xfrm>
                <a:prstGeom prst="straightConnector1">
                  <a:avLst/>
                </a:prstGeom>
                <a:noFill/>
                <a:ln cap="flat" cmpd="sng" w="9525">
                  <a:solidFill>
                    <a:schemeClr val="dk2"/>
                  </a:solidFill>
                  <a:prstDash val="solid"/>
                  <a:round/>
                  <a:headEnd len="med" w="med" type="none"/>
                  <a:tailEnd len="med" w="med" type="none"/>
                </a:ln>
              </p:spPr>
            </p:cxnSp>
            <p:cxnSp>
              <p:nvCxnSpPr>
                <p:cNvPr id="444" name="Google Shape;444;p10"/>
                <p:cNvCxnSpPr/>
                <p:nvPr/>
              </p:nvCxnSpPr>
              <p:spPr>
                <a:xfrm>
                  <a:off x="2765" y="2731"/>
                  <a:ext cx="318" cy="0"/>
                </a:xfrm>
                <a:prstGeom prst="straightConnector1">
                  <a:avLst/>
                </a:prstGeom>
                <a:noFill/>
                <a:ln cap="flat" cmpd="sng" w="9525">
                  <a:solidFill>
                    <a:schemeClr val="dk2"/>
                  </a:solidFill>
                  <a:prstDash val="solid"/>
                  <a:round/>
                  <a:headEnd len="med" w="med" type="none"/>
                  <a:tailEnd len="med" w="med" type="none"/>
                </a:ln>
              </p:spPr>
            </p:cxnSp>
            <p:cxnSp>
              <p:nvCxnSpPr>
                <p:cNvPr id="445" name="Google Shape;445;p10"/>
                <p:cNvCxnSpPr/>
                <p:nvPr/>
              </p:nvCxnSpPr>
              <p:spPr>
                <a:xfrm>
                  <a:off x="2765" y="2777"/>
                  <a:ext cx="318" cy="0"/>
                </a:xfrm>
                <a:prstGeom prst="straightConnector1">
                  <a:avLst/>
                </a:prstGeom>
                <a:noFill/>
                <a:ln cap="flat" cmpd="sng" w="9525">
                  <a:solidFill>
                    <a:schemeClr val="dk2"/>
                  </a:solidFill>
                  <a:prstDash val="solid"/>
                  <a:round/>
                  <a:headEnd len="med" w="med" type="none"/>
                  <a:tailEnd len="med" w="med" type="none"/>
                </a:ln>
              </p:spPr>
            </p:cxnSp>
            <p:cxnSp>
              <p:nvCxnSpPr>
                <p:cNvPr id="446" name="Google Shape;446;p10"/>
                <p:cNvCxnSpPr/>
                <p:nvPr/>
              </p:nvCxnSpPr>
              <p:spPr>
                <a:xfrm>
                  <a:off x="2765" y="2822"/>
                  <a:ext cx="318" cy="0"/>
                </a:xfrm>
                <a:prstGeom prst="straightConnector1">
                  <a:avLst/>
                </a:prstGeom>
                <a:noFill/>
                <a:ln cap="flat" cmpd="sng" w="9525">
                  <a:solidFill>
                    <a:schemeClr val="dk2"/>
                  </a:solidFill>
                  <a:prstDash val="solid"/>
                  <a:round/>
                  <a:headEnd len="med" w="med" type="none"/>
                  <a:tailEnd len="med" w="med" type="none"/>
                </a:ln>
              </p:spPr>
            </p:cxnSp>
            <p:cxnSp>
              <p:nvCxnSpPr>
                <p:cNvPr id="447" name="Google Shape;447;p10"/>
                <p:cNvCxnSpPr/>
                <p:nvPr/>
              </p:nvCxnSpPr>
              <p:spPr>
                <a:xfrm>
                  <a:off x="2765" y="2867"/>
                  <a:ext cx="318" cy="0"/>
                </a:xfrm>
                <a:prstGeom prst="straightConnector1">
                  <a:avLst/>
                </a:prstGeom>
                <a:noFill/>
                <a:ln cap="flat" cmpd="sng" w="9525">
                  <a:solidFill>
                    <a:schemeClr val="dk2"/>
                  </a:solidFill>
                  <a:prstDash val="solid"/>
                  <a:round/>
                  <a:headEnd len="med" w="med" type="none"/>
                  <a:tailEnd len="med" w="med" type="none"/>
                </a:ln>
              </p:spPr>
            </p:cxnSp>
            <p:cxnSp>
              <p:nvCxnSpPr>
                <p:cNvPr id="448" name="Google Shape;448;p10"/>
                <p:cNvCxnSpPr/>
                <p:nvPr/>
              </p:nvCxnSpPr>
              <p:spPr>
                <a:xfrm>
                  <a:off x="2765" y="2913"/>
                  <a:ext cx="318" cy="0"/>
                </a:xfrm>
                <a:prstGeom prst="straightConnector1">
                  <a:avLst/>
                </a:prstGeom>
                <a:noFill/>
                <a:ln cap="flat" cmpd="sng" w="9525">
                  <a:solidFill>
                    <a:schemeClr val="dk2"/>
                  </a:solidFill>
                  <a:prstDash val="solid"/>
                  <a:round/>
                  <a:headEnd len="med" w="med" type="none"/>
                  <a:tailEnd len="med" w="med" type="none"/>
                </a:ln>
              </p:spPr>
            </p:cxnSp>
            <p:cxnSp>
              <p:nvCxnSpPr>
                <p:cNvPr id="449" name="Google Shape;449;p10"/>
                <p:cNvCxnSpPr/>
                <p:nvPr/>
              </p:nvCxnSpPr>
              <p:spPr>
                <a:xfrm>
                  <a:off x="2765" y="2278"/>
                  <a:ext cx="318" cy="0"/>
                </a:xfrm>
                <a:prstGeom prst="straightConnector1">
                  <a:avLst/>
                </a:prstGeom>
                <a:noFill/>
                <a:ln cap="flat" cmpd="sng" w="9525">
                  <a:solidFill>
                    <a:schemeClr val="dk2"/>
                  </a:solidFill>
                  <a:prstDash val="solid"/>
                  <a:round/>
                  <a:headEnd len="med" w="med" type="none"/>
                  <a:tailEnd len="med" w="med" type="none"/>
                </a:ln>
              </p:spPr>
            </p:cxnSp>
          </p:grpSp>
        </p:grpSp>
        <p:sp>
          <p:nvSpPr>
            <p:cNvPr id="450" name="Google Shape;450;p10"/>
            <p:cNvSpPr txBox="1"/>
            <p:nvPr/>
          </p:nvSpPr>
          <p:spPr>
            <a:xfrm>
              <a:off x="493" y="3657"/>
              <a:ext cx="516" cy="2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200">
                  <a:solidFill>
                    <a:schemeClr val="dk1"/>
                  </a:solidFill>
                  <a:latin typeface="Calibri"/>
                  <a:ea typeface="Calibri"/>
                  <a:cs typeface="Calibri"/>
                  <a:sym typeface="Calibri"/>
                </a:rPr>
                <a:t>Thread</a:t>
              </a:r>
              <a:endParaRPr/>
            </a:p>
          </p:txBody>
        </p:sp>
        <p:sp>
          <p:nvSpPr>
            <p:cNvPr id="451" name="Google Shape;451;p10"/>
            <p:cNvSpPr txBox="1"/>
            <p:nvPr/>
          </p:nvSpPr>
          <p:spPr>
            <a:xfrm>
              <a:off x="250" y="2659"/>
              <a:ext cx="1038" cy="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900">
                  <a:solidFill>
                    <a:schemeClr val="dk1"/>
                  </a:solidFill>
                  <a:latin typeface="Calibri"/>
                  <a:ea typeface="Calibri"/>
                  <a:cs typeface="Calibri"/>
                  <a:sym typeface="Calibri"/>
                </a:rPr>
                <a:t>Processo B</a:t>
              </a:r>
              <a:endParaRPr/>
            </a:p>
          </p:txBody>
        </p:sp>
      </p:grpSp>
      <p:grpSp>
        <p:nvGrpSpPr>
          <p:cNvPr id="452" name="Google Shape;452;p10"/>
          <p:cNvGrpSpPr/>
          <p:nvPr/>
        </p:nvGrpSpPr>
        <p:grpSpPr>
          <a:xfrm>
            <a:off x="6240012" y="4087327"/>
            <a:ext cx="1370322" cy="1501913"/>
            <a:chOff x="227" y="2659"/>
            <a:chExt cx="1117" cy="1231"/>
          </a:xfrm>
        </p:grpSpPr>
        <p:grpSp>
          <p:nvGrpSpPr>
            <p:cNvPr id="453" name="Google Shape;453;p10"/>
            <p:cNvGrpSpPr/>
            <p:nvPr/>
          </p:nvGrpSpPr>
          <p:grpSpPr>
            <a:xfrm>
              <a:off x="227" y="2931"/>
              <a:ext cx="1027" cy="959"/>
              <a:chOff x="1834" y="1570"/>
              <a:chExt cx="2147" cy="2001"/>
            </a:xfrm>
          </p:grpSpPr>
          <p:sp>
            <p:nvSpPr>
              <p:cNvPr id="454" name="Google Shape;454;p10"/>
              <p:cNvSpPr/>
              <p:nvPr/>
            </p:nvSpPr>
            <p:spPr>
              <a:xfrm>
                <a:off x="1834" y="1598"/>
                <a:ext cx="2147" cy="1973"/>
              </a:xfrm>
              <a:prstGeom prst="ellipse">
                <a:avLst/>
              </a:prstGeom>
              <a:solidFill>
                <a:srgbClr val="D8D8D8"/>
              </a:solidFill>
              <a:ln cap="flat" cmpd="sng" w="1270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cxnSp>
            <p:nvCxnSpPr>
              <p:cNvPr id="455" name="Google Shape;455;p10"/>
              <p:cNvCxnSpPr/>
              <p:nvPr/>
            </p:nvCxnSpPr>
            <p:spPr>
              <a:xfrm>
                <a:off x="2925" y="1570"/>
                <a:ext cx="0" cy="1044"/>
              </a:xfrm>
              <a:prstGeom prst="straightConnector1">
                <a:avLst/>
              </a:prstGeom>
              <a:noFill/>
              <a:ln cap="flat" cmpd="sng" w="9525">
                <a:solidFill>
                  <a:schemeClr val="dk2"/>
                </a:solidFill>
                <a:prstDash val="solid"/>
                <a:round/>
                <a:headEnd len="med" w="med" type="none"/>
                <a:tailEnd len="med" w="med" type="none"/>
              </a:ln>
            </p:spPr>
          </p:cxnSp>
          <p:cxnSp>
            <p:nvCxnSpPr>
              <p:cNvPr id="456" name="Google Shape;456;p10"/>
              <p:cNvCxnSpPr/>
              <p:nvPr/>
            </p:nvCxnSpPr>
            <p:spPr>
              <a:xfrm flipH="1" rot="-9000000">
                <a:off x="2854" y="2872"/>
                <a:ext cx="1058" cy="6"/>
              </a:xfrm>
              <a:prstGeom prst="straightConnector1">
                <a:avLst/>
              </a:prstGeom>
              <a:noFill/>
              <a:ln cap="flat" cmpd="sng" w="9525">
                <a:solidFill>
                  <a:schemeClr val="dk2"/>
                </a:solidFill>
                <a:prstDash val="solid"/>
                <a:round/>
                <a:headEnd len="med" w="med" type="none"/>
                <a:tailEnd len="med" w="med" type="none"/>
              </a:ln>
            </p:spPr>
          </p:cxnSp>
          <p:cxnSp>
            <p:nvCxnSpPr>
              <p:cNvPr id="457" name="Google Shape;457;p10"/>
              <p:cNvCxnSpPr/>
              <p:nvPr/>
            </p:nvCxnSpPr>
            <p:spPr>
              <a:xfrm rot="-1800000">
                <a:off x="1940" y="2873"/>
                <a:ext cx="1054" cy="4"/>
              </a:xfrm>
              <a:prstGeom prst="straightConnector1">
                <a:avLst/>
              </a:prstGeom>
              <a:noFill/>
              <a:ln cap="flat" cmpd="sng" w="9525">
                <a:solidFill>
                  <a:schemeClr val="dk2"/>
                </a:solidFill>
                <a:prstDash val="solid"/>
                <a:round/>
                <a:headEnd len="med" w="med" type="none"/>
                <a:tailEnd len="med" w="med" type="none"/>
              </a:ln>
            </p:spPr>
          </p:cxnSp>
          <p:grpSp>
            <p:nvGrpSpPr>
              <p:cNvPr id="458" name="Google Shape;458;p10"/>
              <p:cNvGrpSpPr/>
              <p:nvPr/>
            </p:nvGrpSpPr>
            <p:grpSpPr>
              <a:xfrm>
                <a:off x="2674" y="2278"/>
                <a:ext cx="499" cy="701"/>
                <a:chOff x="2674" y="2278"/>
                <a:chExt cx="499" cy="701"/>
              </a:xfrm>
            </p:grpSpPr>
            <p:sp>
              <p:nvSpPr>
                <p:cNvPr id="459" name="Google Shape;459;p10"/>
                <p:cNvSpPr/>
                <p:nvPr/>
              </p:nvSpPr>
              <p:spPr>
                <a:xfrm>
                  <a:off x="2674" y="2347"/>
                  <a:ext cx="499" cy="632"/>
                </a:xfrm>
                <a:prstGeom prst="rect">
                  <a:avLst/>
                </a:prstGeom>
                <a:solidFill>
                  <a:srgbClr val="66FFFF"/>
                </a:solid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10"/>
                <p:cNvSpPr/>
                <p:nvPr/>
              </p:nvSpPr>
              <p:spPr>
                <a:xfrm>
                  <a:off x="2720" y="2279"/>
                  <a:ext cx="408" cy="633"/>
                </a:xfrm>
                <a:prstGeom prst="rect">
                  <a:avLst/>
                </a:prstGeom>
                <a:solidFill>
                  <a:srgbClr val="99FF99"/>
                </a:solid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461" name="Google Shape;461;p10"/>
                <p:cNvCxnSpPr/>
                <p:nvPr/>
              </p:nvCxnSpPr>
              <p:spPr>
                <a:xfrm>
                  <a:off x="2765" y="2323"/>
                  <a:ext cx="318" cy="0"/>
                </a:xfrm>
                <a:prstGeom prst="straightConnector1">
                  <a:avLst/>
                </a:prstGeom>
                <a:noFill/>
                <a:ln cap="flat" cmpd="sng" w="9525">
                  <a:solidFill>
                    <a:schemeClr val="dk2"/>
                  </a:solidFill>
                  <a:prstDash val="solid"/>
                  <a:round/>
                  <a:headEnd len="med" w="med" type="none"/>
                  <a:tailEnd len="med" w="med" type="none"/>
                </a:ln>
              </p:spPr>
            </p:cxnSp>
            <p:cxnSp>
              <p:nvCxnSpPr>
                <p:cNvPr id="462" name="Google Shape;462;p10"/>
                <p:cNvCxnSpPr/>
                <p:nvPr/>
              </p:nvCxnSpPr>
              <p:spPr>
                <a:xfrm>
                  <a:off x="2765" y="2368"/>
                  <a:ext cx="318" cy="0"/>
                </a:xfrm>
                <a:prstGeom prst="straightConnector1">
                  <a:avLst/>
                </a:prstGeom>
                <a:noFill/>
                <a:ln cap="flat" cmpd="sng" w="9525">
                  <a:solidFill>
                    <a:schemeClr val="dk2"/>
                  </a:solidFill>
                  <a:prstDash val="solid"/>
                  <a:round/>
                  <a:headEnd len="med" w="med" type="none"/>
                  <a:tailEnd len="med" w="med" type="none"/>
                </a:ln>
              </p:spPr>
            </p:cxnSp>
            <p:cxnSp>
              <p:nvCxnSpPr>
                <p:cNvPr id="463" name="Google Shape;463;p10"/>
                <p:cNvCxnSpPr/>
                <p:nvPr/>
              </p:nvCxnSpPr>
              <p:spPr>
                <a:xfrm>
                  <a:off x="2765" y="2414"/>
                  <a:ext cx="318" cy="0"/>
                </a:xfrm>
                <a:prstGeom prst="straightConnector1">
                  <a:avLst/>
                </a:prstGeom>
                <a:noFill/>
                <a:ln cap="flat" cmpd="sng" w="9525">
                  <a:solidFill>
                    <a:schemeClr val="dk2"/>
                  </a:solidFill>
                  <a:prstDash val="solid"/>
                  <a:round/>
                  <a:headEnd len="med" w="med" type="none"/>
                  <a:tailEnd len="med" w="med" type="none"/>
                </a:ln>
              </p:spPr>
            </p:cxnSp>
            <p:cxnSp>
              <p:nvCxnSpPr>
                <p:cNvPr id="464" name="Google Shape;464;p10"/>
                <p:cNvCxnSpPr/>
                <p:nvPr/>
              </p:nvCxnSpPr>
              <p:spPr>
                <a:xfrm>
                  <a:off x="2765" y="2459"/>
                  <a:ext cx="318" cy="0"/>
                </a:xfrm>
                <a:prstGeom prst="straightConnector1">
                  <a:avLst/>
                </a:prstGeom>
                <a:noFill/>
                <a:ln cap="flat" cmpd="sng" w="9525">
                  <a:solidFill>
                    <a:schemeClr val="dk2"/>
                  </a:solidFill>
                  <a:prstDash val="solid"/>
                  <a:round/>
                  <a:headEnd len="med" w="med" type="none"/>
                  <a:tailEnd len="med" w="med" type="none"/>
                </a:ln>
              </p:spPr>
            </p:cxnSp>
            <p:cxnSp>
              <p:nvCxnSpPr>
                <p:cNvPr id="465" name="Google Shape;465;p10"/>
                <p:cNvCxnSpPr/>
                <p:nvPr/>
              </p:nvCxnSpPr>
              <p:spPr>
                <a:xfrm>
                  <a:off x="2765" y="2504"/>
                  <a:ext cx="318" cy="0"/>
                </a:xfrm>
                <a:prstGeom prst="straightConnector1">
                  <a:avLst/>
                </a:prstGeom>
                <a:noFill/>
                <a:ln cap="flat" cmpd="sng" w="9525">
                  <a:solidFill>
                    <a:schemeClr val="dk2"/>
                  </a:solidFill>
                  <a:prstDash val="solid"/>
                  <a:round/>
                  <a:headEnd len="med" w="med" type="none"/>
                  <a:tailEnd len="med" w="med" type="none"/>
                </a:ln>
              </p:spPr>
            </p:cxnSp>
            <p:cxnSp>
              <p:nvCxnSpPr>
                <p:cNvPr id="466" name="Google Shape;466;p10"/>
                <p:cNvCxnSpPr/>
                <p:nvPr/>
              </p:nvCxnSpPr>
              <p:spPr>
                <a:xfrm>
                  <a:off x="2765" y="2550"/>
                  <a:ext cx="318" cy="0"/>
                </a:xfrm>
                <a:prstGeom prst="straightConnector1">
                  <a:avLst/>
                </a:prstGeom>
                <a:noFill/>
                <a:ln cap="flat" cmpd="sng" w="9525">
                  <a:solidFill>
                    <a:schemeClr val="dk2"/>
                  </a:solidFill>
                  <a:prstDash val="solid"/>
                  <a:round/>
                  <a:headEnd len="med" w="med" type="none"/>
                  <a:tailEnd len="med" w="med" type="none"/>
                </a:ln>
              </p:spPr>
            </p:cxnSp>
            <p:cxnSp>
              <p:nvCxnSpPr>
                <p:cNvPr id="467" name="Google Shape;467;p10"/>
                <p:cNvCxnSpPr/>
                <p:nvPr/>
              </p:nvCxnSpPr>
              <p:spPr>
                <a:xfrm>
                  <a:off x="2765" y="2595"/>
                  <a:ext cx="318" cy="0"/>
                </a:xfrm>
                <a:prstGeom prst="straightConnector1">
                  <a:avLst/>
                </a:prstGeom>
                <a:noFill/>
                <a:ln cap="flat" cmpd="sng" w="9525">
                  <a:solidFill>
                    <a:schemeClr val="dk2"/>
                  </a:solidFill>
                  <a:prstDash val="solid"/>
                  <a:round/>
                  <a:headEnd len="med" w="med" type="none"/>
                  <a:tailEnd len="med" w="med" type="none"/>
                </a:ln>
              </p:spPr>
            </p:cxnSp>
            <p:cxnSp>
              <p:nvCxnSpPr>
                <p:cNvPr id="468" name="Google Shape;468;p10"/>
                <p:cNvCxnSpPr/>
                <p:nvPr/>
              </p:nvCxnSpPr>
              <p:spPr>
                <a:xfrm>
                  <a:off x="2765" y="2640"/>
                  <a:ext cx="318" cy="0"/>
                </a:xfrm>
                <a:prstGeom prst="straightConnector1">
                  <a:avLst/>
                </a:prstGeom>
                <a:noFill/>
                <a:ln cap="flat" cmpd="sng" w="9525">
                  <a:solidFill>
                    <a:schemeClr val="dk2"/>
                  </a:solidFill>
                  <a:prstDash val="solid"/>
                  <a:round/>
                  <a:headEnd len="med" w="med" type="none"/>
                  <a:tailEnd len="med" w="med" type="none"/>
                </a:ln>
              </p:spPr>
            </p:cxnSp>
            <p:cxnSp>
              <p:nvCxnSpPr>
                <p:cNvPr id="469" name="Google Shape;469;p10"/>
                <p:cNvCxnSpPr/>
                <p:nvPr/>
              </p:nvCxnSpPr>
              <p:spPr>
                <a:xfrm>
                  <a:off x="2765" y="2686"/>
                  <a:ext cx="318" cy="0"/>
                </a:xfrm>
                <a:prstGeom prst="straightConnector1">
                  <a:avLst/>
                </a:prstGeom>
                <a:noFill/>
                <a:ln cap="flat" cmpd="sng" w="9525">
                  <a:solidFill>
                    <a:schemeClr val="dk2"/>
                  </a:solidFill>
                  <a:prstDash val="solid"/>
                  <a:round/>
                  <a:headEnd len="med" w="med" type="none"/>
                  <a:tailEnd len="med" w="med" type="none"/>
                </a:ln>
              </p:spPr>
            </p:cxnSp>
            <p:cxnSp>
              <p:nvCxnSpPr>
                <p:cNvPr id="470" name="Google Shape;470;p10"/>
                <p:cNvCxnSpPr/>
                <p:nvPr/>
              </p:nvCxnSpPr>
              <p:spPr>
                <a:xfrm>
                  <a:off x="2765" y="2731"/>
                  <a:ext cx="318" cy="0"/>
                </a:xfrm>
                <a:prstGeom prst="straightConnector1">
                  <a:avLst/>
                </a:prstGeom>
                <a:noFill/>
                <a:ln cap="flat" cmpd="sng" w="9525">
                  <a:solidFill>
                    <a:schemeClr val="dk2"/>
                  </a:solidFill>
                  <a:prstDash val="solid"/>
                  <a:round/>
                  <a:headEnd len="med" w="med" type="none"/>
                  <a:tailEnd len="med" w="med" type="none"/>
                </a:ln>
              </p:spPr>
            </p:cxnSp>
            <p:cxnSp>
              <p:nvCxnSpPr>
                <p:cNvPr id="471" name="Google Shape;471;p10"/>
                <p:cNvCxnSpPr/>
                <p:nvPr/>
              </p:nvCxnSpPr>
              <p:spPr>
                <a:xfrm>
                  <a:off x="2765" y="2777"/>
                  <a:ext cx="318" cy="0"/>
                </a:xfrm>
                <a:prstGeom prst="straightConnector1">
                  <a:avLst/>
                </a:prstGeom>
                <a:noFill/>
                <a:ln cap="flat" cmpd="sng" w="9525">
                  <a:solidFill>
                    <a:schemeClr val="dk2"/>
                  </a:solidFill>
                  <a:prstDash val="solid"/>
                  <a:round/>
                  <a:headEnd len="med" w="med" type="none"/>
                  <a:tailEnd len="med" w="med" type="none"/>
                </a:ln>
              </p:spPr>
            </p:cxnSp>
            <p:cxnSp>
              <p:nvCxnSpPr>
                <p:cNvPr id="472" name="Google Shape;472;p10"/>
                <p:cNvCxnSpPr/>
                <p:nvPr/>
              </p:nvCxnSpPr>
              <p:spPr>
                <a:xfrm>
                  <a:off x="2765" y="2822"/>
                  <a:ext cx="318" cy="0"/>
                </a:xfrm>
                <a:prstGeom prst="straightConnector1">
                  <a:avLst/>
                </a:prstGeom>
                <a:noFill/>
                <a:ln cap="flat" cmpd="sng" w="9525">
                  <a:solidFill>
                    <a:schemeClr val="dk2"/>
                  </a:solidFill>
                  <a:prstDash val="solid"/>
                  <a:round/>
                  <a:headEnd len="med" w="med" type="none"/>
                  <a:tailEnd len="med" w="med" type="none"/>
                </a:ln>
              </p:spPr>
            </p:cxnSp>
            <p:cxnSp>
              <p:nvCxnSpPr>
                <p:cNvPr id="473" name="Google Shape;473;p10"/>
                <p:cNvCxnSpPr/>
                <p:nvPr/>
              </p:nvCxnSpPr>
              <p:spPr>
                <a:xfrm>
                  <a:off x="2765" y="2867"/>
                  <a:ext cx="318" cy="0"/>
                </a:xfrm>
                <a:prstGeom prst="straightConnector1">
                  <a:avLst/>
                </a:prstGeom>
                <a:noFill/>
                <a:ln cap="flat" cmpd="sng" w="9525">
                  <a:solidFill>
                    <a:schemeClr val="dk2"/>
                  </a:solidFill>
                  <a:prstDash val="solid"/>
                  <a:round/>
                  <a:headEnd len="med" w="med" type="none"/>
                  <a:tailEnd len="med" w="med" type="none"/>
                </a:ln>
              </p:spPr>
            </p:cxnSp>
            <p:cxnSp>
              <p:nvCxnSpPr>
                <p:cNvPr id="474" name="Google Shape;474;p10"/>
                <p:cNvCxnSpPr/>
                <p:nvPr/>
              </p:nvCxnSpPr>
              <p:spPr>
                <a:xfrm>
                  <a:off x="2765" y="2913"/>
                  <a:ext cx="318" cy="0"/>
                </a:xfrm>
                <a:prstGeom prst="straightConnector1">
                  <a:avLst/>
                </a:prstGeom>
                <a:noFill/>
                <a:ln cap="flat" cmpd="sng" w="9525">
                  <a:solidFill>
                    <a:schemeClr val="dk2"/>
                  </a:solidFill>
                  <a:prstDash val="solid"/>
                  <a:round/>
                  <a:headEnd len="med" w="med" type="none"/>
                  <a:tailEnd len="med" w="med" type="none"/>
                </a:ln>
              </p:spPr>
            </p:cxnSp>
            <p:cxnSp>
              <p:nvCxnSpPr>
                <p:cNvPr id="475" name="Google Shape;475;p10"/>
                <p:cNvCxnSpPr/>
                <p:nvPr/>
              </p:nvCxnSpPr>
              <p:spPr>
                <a:xfrm>
                  <a:off x="2765" y="2278"/>
                  <a:ext cx="318" cy="0"/>
                </a:xfrm>
                <a:prstGeom prst="straightConnector1">
                  <a:avLst/>
                </a:prstGeom>
                <a:noFill/>
                <a:ln cap="flat" cmpd="sng" w="9525">
                  <a:solidFill>
                    <a:schemeClr val="dk2"/>
                  </a:solidFill>
                  <a:prstDash val="solid"/>
                  <a:round/>
                  <a:headEnd len="med" w="med" type="none"/>
                  <a:tailEnd len="med" w="med" type="none"/>
                </a:ln>
              </p:spPr>
            </p:cxnSp>
          </p:grpSp>
        </p:grpSp>
        <p:sp>
          <p:nvSpPr>
            <p:cNvPr id="476" name="Google Shape;476;p10"/>
            <p:cNvSpPr txBox="1"/>
            <p:nvPr/>
          </p:nvSpPr>
          <p:spPr>
            <a:xfrm>
              <a:off x="504" y="3657"/>
              <a:ext cx="516" cy="2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200">
                  <a:solidFill>
                    <a:schemeClr val="dk1"/>
                  </a:solidFill>
                  <a:latin typeface="Calibri"/>
                  <a:ea typeface="Calibri"/>
                  <a:cs typeface="Calibri"/>
                  <a:sym typeface="Calibri"/>
                </a:rPr>
                <a:t>Thread</a:t>
              </a:r>
              <a:endParaRPr/>
            </a:p>
          </p:txBody>
        </p:sp>
        <p:sp>
          <p:nvSpPr>
            <p:cNvPr id="477" name="Google Shape;477;p10"/>
            <p:cNvSpPr txBox="1"/>
            <p:nvPr/>
          </p:nvSpPr>
          <p:spPr>
            <a:xfrm>
              <a:off x="313" y="2659"/>
              <a:ext cx="1031" cy="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900">
                  <a:solidFill>
                    <a:schemeClr val="dk1"/>
                  </a:solidFill>
                  <a:latin typeface="Calibri"/>
                  <a:ea typeface="Calibri"/>
                  <a:cs typeface="Calibri"/>
                  <a:sym typeface="Calibri"/>
                </a:rPr>
                <a:t>Processo C</a:t>
              </a:r>
              <a:endParaRPr/>
            </a:p>
          </p:txBody>
        </p:sp>
      </p:grpSp>
      <p:sp>
        <p:nvSpPr>
          <p:cNvPr id="478" name="Google Shape;478;p10"/>
          <p:cNvSpPr txBox="1"/>
          <p:nvPr/>
        </p:nvSpPr>
        <p:spPr>
          <a:xfrm>
            <a:off x="839416" y="5941149"/>
            <a:ext cx="10441160" cy="800219"/>
          </a:xfrm>
          <a:prstGeom prst="rect">
            <a:avLst/>
          </a:prstGeom>
          <a:solidFill>
            <a:srgbClr val="C55A11"/>
          </a:solidFill>
          <a:ln cap="flat" cmpd="sng" w="19050">
            <a:solidFill>
              <a:srgbClr val="0070C0"/>
            </a:solidFill>
            <a:prstDash val="dot"/>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300">
                <a:solidFill>
                  <a:schemeClr val="lt1"/>
                </a:solidFill>
                <a:latin typeface="Calibri"/>
                <a:ea typeface="Calibri"/>
                <a:cs typeface="Calibri"/>
                <a:sym typeface="Calibri"/>
              </a:rPr>
              <a:t>Neste ambiente aplicações concorrentes são implementadas apenas </a:t>
            </a:r>
            <a:endParaRPr/>
          </a:p>
          <a:p>
            <a:pPr indent="0" lvl="0" marL="0" marR="0" rtl="0" algn="ctr">
              <a:spcBef>
                <a:spcPts val="0"/>
              </a:spcBef>
              <a:spcAft>
                <a:spcPts val="0"/>
              </a:spcAft>
              <a:buNone/>
            </a:pPr>
            <a:r>
              <a:rPr b="1" lang="pt-BR" sz="2300">
                <a:solidFill>
                  <a:schemeClr val="lt1"/>
                </a:solidFill>
                <a:latin typeface="Calibri"/>
                <a:ea typeface="Calibri"/>
                <a:cs typeface="Calibri"/>
                <a:sym typeface="Calibri"/>
              </a:rPr>
              <a:t>com o uso de múltiplos processos independentes ou subprocesso</a:t>
            </a:r>
            <a:endParaRPr/>
          </a:p>
        </p:txBody>
      </p:sp>
      <p:sp>
        <p:nvSpPr>
          <p:cNvPr id="479" name="Google Shape;479;p10"/>
          <p:cNvSpPr/>
          <p:nvPr/>
        </p:nvSpPr>
        <p:spPr>
          <a:xfrm>
            <a:off x="7449625" y="2120875"/>
            <a:ext cx="4248985" cy="92333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dk1"/>
                </a:solidFill>
                <a:latin typeface="Arial"/>
                <a:ea typeface="Arial"/>
                <a:cs typeface="Arial"/>
                <a:sym typeface="Arial"/>
              </a:rPr>
              <a:t>Exemplos de sistemas monothread</a:t>
            </a:r>
            <a:r>
              <a:rPr lang="pt-BR" sz="1800">
                <a:solidFill>
                  <a:schemeClr val="dk1"/>
                </a:solidFill>
                <a:latin typeface="Arial"/>
                <a:ea typeface="Arial"/>
                <a:cs typeface="Arial"/>
                <a:sym typeface="Arial"/>
              </a:rPr>
              <a:t>:  Microsoft MS-DOS, as primeiras </a:t>
            </a:r>
            <a:endParaRPr/>
          </a:p>
          <a:p>
            <a:pPr indent="0" lvl="0" marL="0" marR="0" rtl="0" algn="ctr">
              <a:spcBef>
                <a:spcPts val="0"/>
              </a:spcBef>
              <a:spcAft>
                <a:spcPts val="0"/>
              </a:spcAft>
              <a:buNone/>
            </a:pPr>
            <a:r>
              <a:rPr lang="pt-BR" sz="1800">
                <a:solidFill>
                  <a:schemeClr val="dk1"/>
                </a:solidFill>
                <a:latin typeface="Arial"/>
                <a:ea typeface="Arial"/>
                <a:cs typeface="Arial"/>
                <a:sym typeface="Arial"/>
              </a:rPr>
              <a:t>versões do Windows e Unix.</a:t>
            </a:r>
            <a:endParaRPr/>
          </a:p>
        </p:txBody>
      </p:sp>
      <p:sp>
        <p:nvSpPr>
          <p:cNvPr id="480" name="Google Shape;480;p10"/>
          <p:cNvSpPr/>
          <p:nvPr/>
        </p:nvSpPr>
        <p:spPr>
          <a:xfrm>
            <a:off x="117895" y="-4313"/>
            <a:ext cx="11976337" cy="215659"/>
          </a:xfrm>
          <a:prstGeom prst="rect">
            <a:avLst/>
          </a:prstGeom>
          <a:solidFill>
            <a:srgbClr val="00B050"/>
          </a:solidFill>
          <a:ln cap="flat" cmpd="sng" w="12700">
            <a:solidFill>
              <a:srgbClr val="20AE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1" name="Google Shape;481;p10"/>
          <p:cNvSpPr txBox="1"/>
          <p:nvPr/>
        </p:nvSpPr>
        <p:spPr>
          <a:xfrm>
            <a:off x="123645" y="1259457"/>
            <a:ext cx="11987841" cy="4154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2100">
                <a:solidFill>
                  <a:schemeClr val="dk1"/>
                </a:solidFill>
                <a:latin typeface="Calibri"/>
                <a:ea typeface="Calibri"/>
                <a:cs typeface="Calibri"/>
                <a:sym typeface="Calibri"/>
              </a:rPr>
              <a:t>Ambiente Monothread</a:t>
            </a:r>
            <a:endParaRPr sz="2100">
              <a:solidFill>
                <a:schemeClr val="dk1"/>
              </a:solidFill>
              <a:latin typeface="Calibri"/>
              <a:ea typeface="Calibri"/>
              <a:cs typeface="Calibri"/>
              <a:sym typeface="Calibri"/>
            </a:endParaRPr>
          </a:p>
        </p:txBody>
      </p:sp>
      <p:pic>
        <p:nvPicPr>
          <p:cNvPr id="482" name="Google Shape;482;p10" title="sc-arma.png"/>
          <p:cNvPicPr preferRelativeResize="0"/>
          <p:nvPr/>
        </p:nvPicPr>
        <p:blipFill rotWithShape="1">
          <a:blip r:embed="rId3">
            <a:alphaModFix/>
          </a:blip>
          <a:srcRect b="6094" l="25927" r="26370" t="6094"/>
          <a:stretch/>
        </p:blipFill>
        <p:spPr>
          <a:xfrm>
            <a:off x="117900" y="226900"/>
            <a:ext cx="689025" cy="7420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6" name="Shape 486"/>
        <p:cNvGrpSpPr/>
        <p:nvPr/>
      </p:nvGrpSpPr>
      <p:grpSpPr>
        <a:xfrm>
          <a:off x="0" y="0"/>
          <a:ext cx="0" cy="0"/>
          <a:chOff x="0" y="0"/>
          <a:chExt cx="0" cy="0"/>
        </a:xfrm>
      </p:grpSpPr>
      <p:sp>
        <p:nvSpPr>
          <p:cNvPr id="487" name="Google Shape;487;p11"/>
          <p:cNvSpPr txBox="1"/>
          <p:nvPr/>
        </p:nvSpPr>
        <p:spPr>
          <a:xfrm>
            <a:off x="2610930" y="296176"/>
            <a:ext cx="698452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400">
                <a:solidFill>
                  <a:schemeClr val="dk1"/>
                </a:solidFill>
                <a:latin typeface="Calibri"/>
                <a:ea typeface="Calibri"/>
                <a:cs typeface="Calibri"/>
                <a:sym typeface="Calibri"/>
              </a:rPr>
              <a:t>Processos Independentes, Subprocessos e Threads</a:t>
            </a:r>
            <a:endParaRPr/>
          </a:p>
          <a:p>
            <a:pPr indent="0" lvl="0" marL="0" marR="0" rtl="0" algn="ctr">
              <a:spcBef>
                <a:spcPts val="0"/>
              </a:spcBef>
              <a:spcAft>
                <a:spcPts val="0"/>
              </a:spcAft>
              <a:buNone/>
            </a:pPr>
            <a:r>
              <a:rPr i="1" lang="pt-BR" sz="2400">
                <a:solidFill>
                  <a:schemeClr val="dk1"/>
                </a:solidFill>
                <a:latin typeface="Calibri"/>
                <a:ea typeface="Calibri"/>
                <a:cs typeface="Calibri"/>
                <a:sym typeface="Calibri"/>
              </a:rPr>
              <a:t>Threads</a:t>
            </a:r>
            <a:endParaRPr sz="1800">
              <a:solidFill>
                <a:schemeClr val="dk1"/>
              </a:solidFill>
              <a:latin typeface="Calibri"/>
              <a:ea typeface="Calibri"/>
              <a:cs typeface="Calibri"/>
              <a:sym typeface="Calibri"/>
            </a:endParaRPr>
          </a:p>
        </p:txBody>
      </p:sp>
      <p:sp>
        <p:nvSpPr>
          <p:cNvPr id="488" name="Google Shape;488;p11"/>
          <p:cNvSpPr/>
          <p:nvPr/>
        </p:nvSpPr>
        <p:spPr>
          <a:xfrm>
            <a:off x="117895" y="-4313"/>
            <a:ext cx="11976337" cy="215659"/>
          </a:xfrm>
          <a:prstGeom prst="rect">
            <a:avLst/>
          </a:prstGeom>
          <a:solidFill>
            <a:srgbClr val="00B050"/>
          </a:solidFill>
          <a:ln cap="flat" cmpd="sng" w="12700">
            <a:solidFill>
              <a:srgbClr val="20AE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9" name="Google Shape;489;p11"/>
          <p:cNvSpPr txBox="1"/>
          <p:nvPr/>
        </p:nvSpPr>
        <p:spPr>
          <a:xfrm>
            <a:off x="123645" y="1259457"/>
            <a:ext cx="11987700" cy="1384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2100">
                <a:solidFill>
                  <a:schemeClr val="dk1"/>
                </a:solidFill>
                <a:latin typeface="Calibri"/>
                <a:ea typeface="Calibri"/>
                <a:cs typeface="Calibri"/>
                <a:sym typeface="Calibri"/>
              </a:rPr>
              <a:t>Ambiente Multithread</a:t>
            </a:r>
            <a:endParaRPr/>
          </a:p>
          <a:p>
            <a:pPr indent="-342900" lvl="1" marL="800100" marR="0" rtl="0" algn="just">
              <a:lnSpc>
                <a:spcPct val="90000"/>
              </a:lnSpc>
              <a:spcBef>
                <a:spcPts val="375"/>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Um único processo pode suportar múltiplos </a:t>
            </a:r>
            <a:r>
              <a:rPr b="0" i="1" lang="pt-BR" sz="2100" u="none" cap="none" strike="noStrike">
                <a:solidFill>
                  <a:schemeClr val="dk1"/>
                </a:solidFill>
                <a:latin typeface="Calibri"/>
                <a:ea typeface="Calibri"/>
                <a:cs typeface="Calibri"/>
                <a:sym typeface="Calibri"/>
              </a:rPr>
              <a:t>threads</a:t>
            </a:r>
            <a:r>
              <a:rPr b="0" i="0" lang="pt-BR" sz="2100" u="none" cap="none" strike="noStrike">
                <a:solidFill>
                  <a:schemeClr val="dk1"/>
                </a:solidFill>
                <a:latin typeface="Calibri"/>
                <a:ea typeface="Calibri"/>
                <a:cs typeface="Calibri"/>
                <a:sym typeface="Calibri"/>
              </a:rPr>
              <a:t>, cada qual associado a uma parte do código da aplicação;</a:t>
            </a:r>
            <a:endParaRPr b="0" i="0" sz="2100" u="none" cap="none" strike="noStrike">
              <a:solidFill>
                <a:schemeClr val="dk1"/>
              </a:solidFill>
              <a:latin typeface="Calibri"/>
              <a:ea typeface="Calibri"/>
              <a:cs typeface="Calibri"/>
              <a:sym typeface="Calibri"/>
            </a:endParaRPr>
          </a:p>
          <a:p>
            <a:pPr indent="-342900" lvl="2" marL="1257300" marR="0" rtl="0" algn="just">
              <a:lnSpc>
                <a:spcPct val="90000"/>
              </a:lnSpc>
              <a:spcBef>
                <a:spcPts val="375"/>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Não é necessário haver diversos processos para a implementação da concorrência.</a:t>
            </a:r>
            <a:endParaRPr b="0" i="0" sz="1800" u="none" cap="none" strike="noStrike">
              <a:solidFill>
                <a:schemeClr val="dk1"/>
              </a:solidFill>
              <a:latin typeface="Calibri"/>
              <a:ea typeface="Calibri"/>
              <a:cs typeface="Calibri"/>
              <a:sym typeface="Calibri"/>
            </a:endParaRPr>
          </a:p>
        </p:txBody>
      </p:sp>
      <p:sp>
        <p:nvSpPr>
          <p:cNvPr id="490" name="Google Shape;490;p11"/>
          <p:cNvSpPr/>
          <p:nvPr/>
        </p:nvSpPr>
        <p:spPr>
          <a:xfrm>
            <a:off x="4169115" y="2824247"/>
            <a:ext cx="3905657" cy="3672463"/>
          </a:xfrm>
          <a:prstGeom prst="ellipse">
            <a:avLst/>
          </a:prstGeom>
          <a:solidFill>
            <a:srgbClr val="D8D8D8"/>
          </a:solidFill>
          <a:ln cap="flat" cmpd="sng" w="1270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cxnSp>
        <p:nvCxnSpPr>
          <p:cNvPr id="491" name="Google Shape;491;p11"/>
          <p:cNvCxnSpPr/>
          <p:nvPr/>
        </p:nvCxnSpPr>
        <p:spPr>
          <a:xfrm>
            <a:off x="5519766" y="2895542"/>
            <a:ext cx="0" cy="1267320"/>
          </a:xfrm>
          <a:prstGeom prst="straightConnector1">
            <a:avLst/>
          </a:prstGeom>
          <a:noFill/>
          <a:ln cap="flat" cmpd="sng" w="28575">
            <a:solidFill>
              <a:schemeClr val="dk2"/>
            </a:solidFill>
            <a:prstDash val="solid"/>
            <a:round/>
            <a:headEnd len="med" w="med" type="none"/>
            <a:tailEnd len="med" w="med" type="none"/>
          </a:ln>
        </p:spPr>
      </p:cxnSp>
      <p:cxnSp>
        <p:nvCxnSpPr>
          <p:cNvPr id="492" name="Google Shape;492;p11"/>
          <p:cNvCxnSpPr/>
          <p:nvPr/>
        </p:nvCxnSpPr>
        <p:spPr>
          <a:xfrm>
            <a:off x="4244480" y="4162862"/>
            <a:ext cx="3747539" cy="2910"/>
          </a:xfrm>
          <a:prstGeom prst="straightConnector1">
            <a:avLst/>
          </a:prstGeom>
          <a:noFill/>
          <a:ln cap="flat" cmpd="sng" w="28575">
            <a:solidFill>
              <a:schemeClr val="dk1"/>
            </a:solidFill>
            <a:prstDash val="solid"/>
            <a:round/>
            <a:headEnd len="med" w="med" type="none"/>
            <a:tailEnd len="med" w="med" type="none"/>
          </a:ln>
        </p:spPr>
      </p:cxnSp>
      <p:cxnSp>
        <p:nvCxnSpPr>
          <p:cNvPr id="493" name="Google Shape;493;p11"/>
          <p:cNvCxnSpPr/>
          <p:nvPr/>
        </p:nvCxnSpPr>
        <p:spPr>
          <a:xfrm flipH="1" rot="10800000">
            <a:off x="4343488" y="5342881"/>
            <a:ext cx="3599766" cy="5820"/>
          </a:xfrm>
          <a:prstGeom prst="straightConnector1">
            <a:avLst/>
          </a:prstGeom>
          <a:noFill/>
          <a:ln cap="flat" cmpd="sng" w="28575">
            <a:solidFill>
              <a:schemeClr val="dk1"/>
            </a:solidFill>
            <a:prstDash val="solid"/>
            <a:round/>
            <a:headEnd len="med" w="med" type="none"/>
            <a:tailEnd len="med" w="med" type="none"/>
          </a:ln>
        </p:spPr>
      </p:cxnSp>
      <p:cxnSp>
        <p:nvCxnSpPr>
          <p:cNvPr id="494" name="Google Shape;494;p11"/>
          <p:cNvCxnSpPr/>
          <p:nvPr/>
        </p:nvCxnSpPr>
        <p:spPr>
          <a:xfrm>
            <a:off x="6706388" y="2895542"/>
            <a:ext cx="0" cy="1267320"/>
          </a:xfrm>
          <a:prstGeom prst="straightConnector1">
            <a:avLst/>
          </a:prstGeom>
          <a:noFill/>
          <a:ln cap="flat" cmpd="sng" w="28575">
            <a:solidFill>
              <a:schemeClr val="dk2"/>
            </a:solidFill>
            <a:prstDash val="solid"/>
            <a:round/>
            <a:headEnd len="med" w="med" type="none"/>
            <a:tailEnd len="med" w="med" type="none"/>
          </a:ln>
        </p:spPr>
      </p:cxnSp>
      <p:sp>
        <p:nvSpPr>
          <p:cNvPr id="495" name="Google Shape;495;p11"/>
          <p:cNvSpPr txBox="1"/>
          <p:nvPr/>
        </p:nvSpPr>
        <p:spPr>
          <a:xfrm>
            <a:off x="4445452" y="3615776"/>
            <a:ext cx="1072837" cy="5005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200">
                <a:solidFill>
                  <a:srgbClr val="FF0000"/>
                </a:solidFill>
                <a:latin typeface="Calibri"/>
                <a:ea typeface="Calibri"/>
                <a:cs typeface="Calibri"/>
                <a:sym typeface="Calibri"/>
              </a:rPr>
              <a:t>Contexto de Hardware</a:t>
            </a:r>
            <a:endParaRPr/>
          </a:p>
        </p:txBody>
      </p:sp>
      <p:sp>
        <p:nvSpPr>
          <p:cNvPr id="496" name="Google Shape;496;p11"/>
          <p:cNvSpPr txBox="1"/>
          <p:nvPr/>
        </p:nvSpPr>
        <p:spPr>
          <a:xfrm>
            <a:off x="5584786" y="3615776"/>
            <a:ext cx="1072837" cy="5005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200">
                <a:solidFill>
                  <a:srgbClr val="323F4F"/>
                </a:solidFill>
                <a:latin typeface="Calibri"/>
                <a:ea typeface="Calibri"/>
                <a:cs typeface="Calibri"/>
                <a:sym typeface="Calibri"/>
              </a:rPr>
              <a:t>Contexto de Hardware</a:t>
            </a:r>
            <a:endParaRPr/>
          </a:p>
        </p:txBody>
      </p:sp>
      <p:sp>
        <p:nvSpPr>
          <p:cNvPr id="497" name="Google Shape;497;p11"/>
          <p:cNvSpPr txBox="1"/>
          <p:nvPr/>
        </p:nvSpPr>
        <p:spPr>
          <a:xfrm>
            <a:off x="6724121" y="3615776"/>
            <a:ext cx="1072837" cy="5005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200">
                <a:solidFill>
                  <a:srgbClr val="0B930E"/>
                </a:solidFill>
                <a:latin typeface="Calibri"/>
                <a:ea typeface="Calibri"/>
                <a:cs typeface="Calibri"/>
                <a:sym typeface="Calibri"/>
              </a:rPr>
              <a:t>Contexto de Hardware</a:t>
            </a:r>
            <a:endParaRPr/>
          </a:p>
        </p:txBody>
      </p:sp>
      <p:sp>
        <p:nvSpPr>
          <p:cNvPr id="498" name="Google Shape;498;p11"/>
          <p:cNvSpPr txBox="1"/>
          <p:nvPr/>
        </p:nvSpPr>
        <p:spPr>
          <a:xfrm>
            <a:off x="2885607" y="4362918"/>
            <a:ext cx="1374761"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600">
                <a:solidFill>
                  <a:schemeClr val="dk1"/>
                </a:solidFill>
                <a:latin typeface="Calibri"/>
                <a:ea typeface="Calibri"/>
                <a:cs typeface="Calibri"/>
                <a:sym typeface="Calibri"/>
              </a:rPr>
              <a:t>Contexto de Software</a:t>
            </a:r>
            <a:endParaRPr/>
          </a:p>
        </p:txBody>
      </p:sp>
      <p:sp>
        <p:nvSpPr>
          <p:cNvPr id="499" name="Google Shape;499;p11"/>
          <p:cNvSpPr txBox="1"/>
          <p:nvPr/>
        </p:nvSpPr>
        <p:spPr>
          <a:xfrm>
            <a:off x="4486828" y="5415632"/>
            <a:ext cx="818666" cy="30118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200">
                <a:solidFill>
                  <a:schemeClr val="dk1"/>
                </a:solidFill>
                <a:latin typeface="Calibri"/>
                <a:ea typeface="Calibri"/>
                <a:cs typeface="Calibri"/>
                <a:sym typeface="Calibri"/>
              </a:rPr>
              <a:t>Thread 1</a:t>
            </a:r>
            <a:endParaRPr/>
          </a:p>
        </p:txBody>
      </p:sp>
      <p:sp>
        <p:nvSpPr>
          <p:cNvPr id="500" name="Google Shape;500;p11"/>
          <p:cNvSpPr txBox="1"/>
          <p:nvPr/>
        </p:nvSpPr>
        <p:spPr>
          <a:xfrm>
            <a:off x="5750293" y="5415632"/>
            <a:ext cx="818666" cy="30118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200">
                <a:solidFill>
                  <a:schemeClr val="dk1"/>
                </a:solidFill>
                <a:latin typeface="Calibri"/>
                <a:ea typeface="Calibri"/>
                <a:cs typeface="Calibri"/>
                <a:sym typeface="Calibri"/>
              </a:rPr>
              <a:t>Thread 2</a:t>
            </a:r>
            <a:endParaRPr/>
          </a:p>
        </p:txBody>
      </p:sp>
      <p:sp>
        <p:nvSpPr>
          <p:cNvPr id="501" name="Google Shape;501;p11"/>
          <p:cNvSpPr txBox="1"/>
          <p:nvPr/>
        </p:nvSpPr>
        <p:spPr>
          <a:xfrm>
            <a:off x="6969425" y="5415632"/>
            <a:ext cx="818666" cy="30118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200">
                <a:solidFill>
                  <a:schemeClr val="dk1"/>
                </a:solidFill>
                <a:latin typeface="Calibri"/>
                <a:ea typeface="Calibri"/>
                <a:cs typeface="Calibri"/>
                <a:sym typeface="Calibri"/>
              </a:rPr>
              <a:t>Thread 3</a:t>
            </a:r>
            <a:endParaRPr/>
          </a:p>
        </p:txBody>
      </p:sp>
      <p:sp>
        <p:nvSpPr>
          <p:cNvPr id="502" name="Google Shape;502;p11"/>
          <p:cNvSpPr txBox="1"/>
          <p:nvPr/>
        </p:nvSpPr>
        <p:spPr>
          <a:xfrm>
            <a:off x="5227174" y="5847772"/>
            <a:ext cx="1892980" cy="5005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200">
                <a:solidFill>
                  <a:schemeClr val="dk1"/>
                </a:solidFill>
                <a:latin typeface="Calibri"/>
                <a:ea typeface="Calibri"/>
                <a:cs typeface="Calibri"/>
                <a:sym typeface="Calibri"/>
              </a:rPr>
              <a:t>Espaço de Endereçamento</a:t>
            </a:r>
            <a:endParaRPr/>
          </a:p>
        </p:txBody>
      </p:sp>
      <p:sp>
        <p:nvSpPr>
          <p:cNvPr id="503" name="Google Shape;503;p11"/>
          <p:cNvSpPr txBox="1"/>
          <p:nvPr/>
        </p:nvSpPr>
        <p:spPr>
          <a:xfrm>
            <a:off x="5541932" y="2520148"/>
            <a:ext cx="1072837" cy="33901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600">
                <a:solidFill>
                  <a:schemeClr val="dk1"/>
                </a:solidFill>
                <a:latin typeface="Calibri"/>
                <a:ea typeface="Calibri"/>
                <a:cs typeface="Calibri"/>
                <a:sym typeface="Calibri"/>
              </a:rPr>
              <a:t>Processo</a:t>
            </a:r>
            <a:endParaRPr/>
          </a:p>
        </p:txBody>
      </p:sp>
      <p:grpSp>
        <p:nvGrpSpPr>
          <p:cNvPr id="504" name="Google Shape;504;p11"/>
          <p:cNvGrpSpPr/>
          <p:nvPr/>
        </p:nvGrpSpPr>
        <p:grpSpPr>
          <a:xfrm>
            <a:off x="4581403" y="4320351"/>
            <a:ext cx="527552" cy="873010"/>
            <a:chOff x="5142120" y="4449747"/>
            <a:chExt cx="499" cy="635"/>
          </a:xfrm>
        </p:grpSpPr>
        <p:sp>
          <p:nvSpPr>
            <p:cNvPr id="505" name="Google Shape;505;p11"/>
            <p:cNvSpPr/>
            <p:nvPr/>
          </p:nvSpPr>
          <p:spPr>
            <a:xfrm>
              <a:off x="5142120" y="4449986"/>
              <a:ext cx="499" cy="291"/>
            </a:xfrm>
            <a:prstGeom prst="rect">
              <a:avLst/>
            </a:prstGeom>
            <a:solidFill>
              <a:srgbClr val="66FFFF"/>
            </a:solid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11"/>
            <p:cNvSpPr/>
            <p:nvPr/>
          </p:nvSpPr>
          <p:spPr>
            <a:xfrm>
              <a:off x="5142166" y="4449918"/>
              <a:ext cx="408" cy="291"/>
            </a:xfrm>
            <a:prstGeom prst="rect">
              <a:avLst/>
            </a:prstGeom>
            <a:solidFill>
              <a:srgbClr val="99FF99"/>
            </a:solid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507" name="Google Shape;507;p11"/>
            <p:cNvCxnSpPr/>
            <p:nvPr/>
          </p:nvCxnSpPr>
          <p:spPr>
            <a:xfrm>
              <a:off x="5142211" y="4449792"/>
              <a:ext cx="318" cy="0"/>
            </a:xfrm>
            <a:prstGeom prst="straightConnector1">
              <a:avLst/>
            </a:prstGeom>
            <a:noFill/>
            <a:ln cap="flat" cmpd="sng" w="9525">
              <a:solidFill>
                <a:schemeClr val="dk2"/>
              </a:solidFill>
              <a:prstDash val="solid"/>
              <a:round/>
              <a:headEnd len="med" w="med" type="none"/>
              <a:tailEnd len="med" w="med" type="none"/>
            </a:ln>
          </p:spPr>
        </p:cxnSp>
        <p:cxnSp>
          <p:nvCxnSpPr>
            <p:cNvPr id="508" name="Google Shape;508;p11"/>
            <p:cNvCxnSpPr/>
            <p:nvPr/>
          </p:nvCxnSpPr>
          <p:spPr>
            <a:xfrm>
              <a:off x="5142211" y="4449837"/>
              <a:ext cx="318" cy="0"/>
            </a:xfrm>
            <a:prstGeom prst="straightConnector1">
              <a:avLst/>
            </a:prstGeom>
            <a:noFill/>
            <a:ln cap="flat" cmpd="sng" w="9525">
              <a:solidFill>
                <a:schemeClr val="dk2"/>
              </a:solidFill>
              <a:prstDash val="solid"/>
              <a:round/>
              <a:headEnd len="med" w="med" type="none"/>
              <a:tailEnd len="med" w="med" type="none"/>
            </a:ln>
          </p:spPr>
        </p:cxnSp>
        <p:cxnSp>
          <p:nvCxnSpPr>
            <p:cNvPr id="509" name="Google Shape;509;p11"/>
            <p:cNvCxnSpPr/>
            <p:nvPr/>
          </p:nvCxnSpPr>
          <p:spPr>
            <a:xfrm>
              <a:off x="5142211" y="4449883"/>
              <a:ext cx="318" cy="0"/>
            </a:xfrm>
            <a:prstGeom prst="straightConnector1">
              <a:avLst/>
            </a:prstGeom>
            <a:noFill/>
            <a:ln cap="flat" cmpd="sng" w="9525">
              <a:solidFill>
                <a:schemeClr val="dk2"/>
              </a:solidFill>
              <a:prstDash val="solid"/>
              <a:round/>
              <a:headEnd len="med" w="med" type="none"/>
              <a:tailEnd len="med" w="med" type="none"/>
            </a:ln>
          </p:spPr>
        </p:cxnSp>
        <p:cxnSp>
          <p:nvCxnSpPr>
            <p:cNvPr id="510" name="Google Shape;510;p11"/>
            <p:cNvCxnSpPr/>
            <p:nvPr/>
          </p:nvCxnSpPr>
          <p:spPr>
            <a:xfrm>
              <a:off x="5142211" y="4449928"/>
              <a:ext cx="318" cy="0"/>
            </a:xfrm>
            <a:prstGeom prst="straightConnector1">
              <a:avLst/>
            </a:prstGeom>
            <a:noFill/>
            <a:ln cap="flat" cmpd="sng" w="9525">
              <a:solidFill>
                <a:schemeClr val="dk2"/>
              </a:solidFill>
              <a:prstDash val="solid"/>
              <a:round/>
              <a:headEnd len="med" w="med" type="none"/>
              <a:tailEnd len="med" w="med" type="none"/>
            </a:ln>
          </p:spPr>
        </p:cxnSp>
        <p:cxnSp>
          <p:nvCxnSpPr>
            <p:cNvPr id="511" name="Google Shape;511;p11"/>
            <p:cNvCxnSpPr/>
            <p:nvPr/>
          </p:nvCxnSpPr>
          <p:spPr>
            <a:xfrm>
              <a:off x="5142211" y="4449973"/>
              <a:ext cx="318" cy="0"/>
            </a:xfrm>
            <a:prstGeom prst="straightConnector1">
              <a:avLst/>
            </a:prstGeom>
            <a:noFill/>
            <a:ln cap="flat" cmpd="sng" w="9525">
              <a:solidFill>
                <a:schemeClr val="dk2"/>
              </a:solidFill>
              <a:prstDash val="solid"/>
              <a:round/>
              <a:headEnd len="med" w="med" type="none"/>
              <a:tailEnd len="med" w="med" type="none"/>
            </a:ln>
          </p:spPr>
        </p:cxnSp>
        <p:cxnSp>
          <p:nvCxnSpPr>
            <p:cNvPr id="512" name="Google Shape;512;p11"/>
            <p:cNvCxnSpPr/>
            <p:nvPr/>
          </p:nvCxnSpPr>
          <p:spPr>
            <a:xfrm>
              <a:off x="5142211" y="4450019"/>
              <a:ext cx="318" cy="0"/>
            </a:xfrm>
            <a:prstGeom prst="straightConnector1">
              <a:avLst/>
            </a:prstGeom>
            <a:noFill/>
            <a:ln cap="flat" cmpd="sng" w="9525">
              <a:solidFill>
                <a:schemeClr val="dk2"/>
              </a:solidFill>
              <a:prstDash val="solid"/>
              <a:round/>
              <a:headEnd len="med" w="med" type="none"/>
              <a:tailEnd len="med" w="med" type="none"/>
            </a:ln>
          </p:spPr>
        </p:cxnSp>
        <p:cxnSp>
          <p:nvCxnSpPr>
            <p:cNvPr id="513" name="Google Shape;513;p11"/>
            <p:cNvCxnSpPr/>
            <p:nvPr/>
          </p:nvCxnSpPr>
          <p:spPr>
            <a:xfrm>
              <a:off x="5142211" y="4450064"/>
              <a:ext cx="318" cy="0"/>
            </a:xfrm>
            <a:prstGeom prst="straightConnector1">
              <a:avLst/>
            </a:prstGeom>
            <a:noFill/>
            <a:ln cap="flat" cmpd="sng" w="9525">
              <a:solidFill>
                <a:schemeClr val="dk2"/>
              </a:solidFill>
              <a:prstDash val="solid"/>
              <a:round/>
              <a:headEnd len="med" w="med" type="none"/>
              <a:tailEnd len="med" w="med" type="none"/>
            </a:ln>
          </p:spPr>
        </p:cxnSp>
        <p:cxnSp>
          <p:nvCxnSpPr>
            <p:cNvPr id="514" name="Google Shape;514;p11"/>
            <p:cNvCxnSpPr/>
            <p:nvPr/>
          </p:nvCxnSpPr>
          <p:spPr>
            <a:xfrm>
              <a:off x="5142211" y="4450109"/>
              <a:ext cx="318" cy="0"/>
            </a:xfrm>
            <a:prstGeom prst="straightConnector1">
              <a:avLst/>
            </a:prstGeom>
            <a:noFill/>
            <a:ln cap="flat" cmpd="sng" w="9525">
              <a:solidFill>
                <a:schemeClr val="dk2"/>
              </a:solidFill>
              <a:prstDash val="solid"/>
              <a:round/>
              <a:headEnd len="med" w="med" type="none"/>
              <a:tailEnd len="med" w="med" type="none"/>
            </a:ln>
          </p:spPr>
        </p:cxnSp>
        <p:cxnSp>
          <p:nvCxnSpPr>
            <p:cNvPr id="515" name="Google Shape;515;p11"/>
            <p:cNvCxnSpPr/>
            <p:nvPr/>
          </p:nvCxnSpPr>
          <p:spPr>
            <a:xfrm>
              <a:off x="5142211" y="4450155"/>
              <a:ext cx="318" cy="0"/>
            </a:xfrm>
            <a:prstGeom prst="straightConnector1">
              <a:avLst/>
            </a:prstGeom>
            <a:noFill/>
            <a:ln cap="flat" cmpd="sng" w="9525">
              <a:solidFill>
                <a:schemeClr val="dk2"/>
              </a:solidFill>
              <a:prstDash val="solid"/>
              <a:round/>
              <a:headEnd len="med" w="med" type="none"/>
              <a:tailEnd len="med" w="med" type="none"/>
            </a:ln>
          </p:spPr>
        </p:cxnSp>
        <p:cxnSp>
          <p:nvCxnSpPr>
            <p:cNvPr id="516" name="Google Shape;516;p11"/>
            <p:cNvCxnSpPr/>
            <p:nvPr/>
          </p:nvCxnSpPr>
          <p:spPr>
            <a:xfrm>
              <a:off x="5142211" y="4450200"/>
              <a:ext cx="318" cy="0"/>
            </a:xfrm>
            <a:prstGeom prst="straightConnector1">
              <a:avLst/>
            </a:prstGeom>
            <a:noFill/>
            <a:ln cap="flat" cmpd="sng" w="9525">
              <a:solidFill>
                <a:schemeClr val="dk2"/>
              </a:solidFill>
              <a:prstDash val="solid"/>
              <a:round/>
              <a:headEnd len="med" w="med" type="none"/>
              <a:tailEnd len="med" w="med" type="none"/>
            </a:ln>
          </p:spPr>
        </p:cxnSp>
        <p:cxnSp>
          <p:nvCxnSpPr>
            <p:cNvPr id="517" name="Google Shape;517;p11"/>
            <p:cNvCxnSpPr/>
            <p:nvPr/>
          </p:nvCxnSpPr>
          <p:spPr>
            <a:xfrm>
              <a:off x="5142211" y="4450246"/>
              <a:ext cx="318" cy="0"/>
            </a:xfrm>
            <a:prstGeom prst="straightConnector1">
              <a:avLst/>
            </a:prstGeom>
            <a:noFill/>
            <a:ln cap="flat" cmpd="sng" w="9525">
              <a:solidFill>
                <a:schemeClr val="dk2"/>
              </a:solidFill>
              <a:prstDash val="solid"/>
              <a:round/>
              <a:headEnd len="med" w="med" type="none"/>
              <a:tailEnd len="med" w="med" type="none"/>
            </a:ln>
          </p:spPr>
        </p:cxnSp>
        <p:cxnSp>
          <p:nvCxnSpPr>
            <p:cNvPr id="518" name="Google Shape;518;p11"/>
            <p:cNvCxnSpPr/>
            <p:nvPr/>
          </p:nvCxnSpPr>
          <p:spPr>
            <a:xfrm>
              <a:off x="5142211" y="4450291"/>
              <a:ext cx="318" cy="0"/>
            </a:xfrm>
            <a:prstGeom prst="straightConnector1">
              <a:avLst/>
            </a:prstGeom>
            <a:noFill/>
            <a:ln cap="flat" cmpd="sng" w="9525">
              <a:solidFill>
                <a:schemeClr val="dk2"/>
              </a:solidFill>
              <a:prstDash val="solid"/>
              <a:round/>
              <a:headEnd len="med" w="med" type="none"/>
              <a:tailEnd len="med" w="med" type="none"/>
            </a:ln>
          </p:spPr>
        </p:cxnSp>
        <p:cxnSp>
          <p:nvCxnSpPr>
            <p:cNvPr id="519" name="Google Shape;519;p11"/>
            <p:cNvCxnSpPr/>
            <p:nvPr/>
          </p:nvCxnSpPr>
          <p:spPr>
            <a:xfrm>
              <a:off x="5142211" y="4450336"/>
              <a:ext cx="318" cy="0"/>
            </a:xfrm>
            <a:prstGeom prst="straightConnector1">
              <a:avLst/>
            </a:prstGeom>
            <a:noFill/>
            <a:ln cap="flat" cmpd="sng" w="9525">
              <a:solidFill>
                <a:schemeClr val="dk2"/>
              </a:solidFill>
              <a:prstDash val="solid"/>
              <a:round/>
              <a:headEnd len="med" w="med" type="none"/>
              <a:tailEnd len="med" w="med" type="none"/>
            </a:ln>
          </p:spPr>
        </p:cxnSp>
        <p:cxnSp>
          <p:nvCxnSpPr>
            <p:cNvPr id="520" name="Google Shape;520;p11"/>
            <p:cNvCxnSpPr/>
            <p:nvPr/>
          </p:nvCxnSpPr>
          <p:spPr>
            <a:xfrm>
              <a:off x="5142211" y="4450382"/>
              <a:ext cx="318" cy="0"/>
            </a:xfrm>
            <a:prstGeom prst="straightConnector1">
              <a:avLst/>
            </a:prstGeom>
            <a:noFill/>
            <a:ln cap="flat" cmpd="sng" w="9525">
              <a:solidFill>
                <a:schemeClr val="dk2"/>
              </a:solidFill>
              <a:prstDash val="solid"/>
              <a:round/>
              <a:headEnd len="med" w="med" type="none"/>
              <a:tailEnd len="med" w="med" type="none"/>
            </a:ln>
          </p:spPr>
        </p:cxnSp>
        <p:cxnSp>
          <p:nvCxnSpPr>
            <p:cNvPr id="521" name="Google Shape;521;p11"/>
            <p:cNvCxnSpPr/>
            <p:nvPr/>
          </p:nvCxnSpPr>
          <p:spPr>
            <a:xfrm>
              <a:off x="5142211" y="4449747"/>
              <a:ext cx="318" cy="0"/>
            </a:xfrm>
            <a:prstGeom prst="straightConnector1">
              <a:avLst/>
            </a:prstGeom>
            <a:noFill/>
            <a:ln cap="flat" cmpd="sng" w="9525">
              <a:solidFill>
                <a:schemeClr val="dk2"/>
              </a:solidFill>
              <a:prstDash val="solid"/>
              <a:round/>
              <a:headEnd len="med" w="med" type="none"/>
              <a:tailEnd len="med" w="med" type="none"/>
            </a:ln>
          </p:spPr>
        </p:cxnSp>
      </p:grpSp>
      <p:grpSp>
        <p:nvGrpSpPr>
          <p:cNvPr id="522" name="Google Shape;522;p11"/>
          <p:cNvGrpSpPr/>
          <p:nvPr/>
        </p:nvGrpSpPr>
        <p:grpSpPr>
          <a:xfrm>
            <a:off x="5852257" y="4320351"/>
            <a:ext cx="527552" cy="873010"/>
            <a:chOff x="6412974" y="4449747"/>
            <a:chExt cx="499" cy="635"/>
          </a:xfrm>
        </p:grpSpPr>
        <p:sp>
          <p:nvSpPr>
            <p:cNvPr id="523" name="Google Shape;523;p11"/>
            <p:cNvSpPr/>
            <p:nvPr/>
          </p:nvSpPr>
          <p:spPr>
            <a:xfrm>
              <a:off x="6412974" y="4449986"/>
              <a:ext cx="499" cy="291"/>
            </a:xfrm>
            <a:prstGeom prst="rect">
              <a:avLst/>
            </a:prstGeom>
            <a:solidFill>
              <a:srgbClr val="66FFFF"/>
            </a:solid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4" name="Google Shape;524;p11"/>
            <p:cNvSpPr/>
            <p:nvPr/>
          </p:nvSpPr>
          <p:spPr>
            <a:xfrm>
              <a:off x="6413020" y="4449918"/>
              <a:ext cx="408" cy="291"/>
            </a:xfrm>
            <a:prstGeom prst="rect">
              <a:avLst/>
            </a:prstGeom>
            <a:solidFill>
              <a:srgbClr val="99FF99"/>
            </a:solid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525" name="Google Shape;525;p11"/>
            <p:cNvCxnSpPr/>
            <p:nvPr/>
          </p:nvCxnSpPr>
          <p:spPr>
            <a:xfrm>
              <a:off x="6413065" y="4449792"/>
              <a:ext cx="318" cy="0"/>
            </a:xfrm>
            <a:prstGeom prst="straightConnector1">
              <a:avLst/>
            </a:prstGeom>
            <a:noFill/>
            <a:ln cap="flat" cmpd="sng" w="9525">
              <a:solidFill>
                <a:schemeClr val="dk2"/>
              </a:solidFill>
              <a:prstDash val="solid"/>
              <a:round/>
              <a:headEnd len="med" w="med" type="none"/>
              <a:tailEnd len="med" w="med" type="none"/>
            </a:ln>
          </p:spPr>
        </p:cxnSp>
        <p:cxnSp>
          <p:nvCxnSpPr>
            <p:cNvPr id="526" name="Google Shape;526;p11"/>
            <p:cNvCxnSpPr/>
            <p:nvPr/>
          </p:nvCxnSpPr>
          <p:spPr>
            <a:xfrm>
              <a:off x="6413065" y="4449837"/>
              <a:ext cx="318" cy="0"/>
            </a:xfrm>
            <a:prstGeom prst="straightConnector1">
              <a:avLst/>
            </a:prstGeom>
            <a:noFill/>
            <a:ln cap="flat" cmpd="sng" w="9525">
              <a:solidFill>
                <a:schemeClr val="dk2"/>
              </a:solidFill>
              <a:prstDash val="solid"/>
              <a:round/>
              <a:headEnd len="med" w="med" type="none"/>
              <a:tailEnd len="med" w="med" type="none"/>
            </a:ln>
          </p:spPr>
        </p:cxnSp>
        <p:cxnSp>
          <p:nvCxnSpPr>
            <p:cNvPr id="527" name="Google Shape;527;p11"/>
            <p:cNvCxnSpPr/>
            <p:nvPr/>
          </p:nvCxnSpPr>
          <p:spPr>
            <a:xfrm>
              <a:off x="6413065" y="4449883"/>
              <a:ext cx="318" cy="0"/>
            </a:xfrm>
            <a:prstGeom prst="straightConnector1">
              <a:avLst/>
            </a:prstGeom>
            <a:noFill/>
            <a:ln cap="flat" cmpd="sng" w="9525">
              <a:solidFill>
                <a:schemeClr val="dk2"/>
              </a:solidFill>
              <a:prstDash val="solid"/>
              <a:round/>
              <a:headEnd len="med" w="med" type="none"/>
              <a:tailEnd len="med" w="med" type="none"/>
            </a:ln>
          </p:spPr>
        </p:cxnSp>
        <p:cxnSp>
          <p:nvCxnSpPr>
            <p:cNvPr id="528" name="Google Shape;528;p11"/>
            <p:cNvCxnSpPr/>
            <p:nvPr/>
          </p:nvCxnSpPr>
          <p:spPr>
            <a:xfrm>
              <a:off x="6413065" y="4449928"/>
              <a:ext cx="318" cy="0"/>
            </a:xfrm>
            <a:prstGeom prst="straightConnector1">
              <a:avLst/>
            </a:prstGeom>
            <a:noFill/>
            <a:ln cap="flat" cmpd="sng" w="9525">
              <a:solidFill>
                <a:schemeClr val="dk2"/>
              </a:solidFill>
              <a:prstDash val="solid"/>
              <a:round/>
              <a:headEnd len="med" w="med" type="none"/>
              <a:tailEnd len="med" w="med" type="none"/>
            </a:ln>
          </p:spPr>
        </p:cxnSp>
        <p:cxnSp>
          <p:nvCxnSpPr>
            <p:cNvPr id="529" name="Google Shape;529;p11"/>
            <p:cNvCxnSpPr/>
            <p:nvPr/>
          </p:nvCxnSpPr>
          <p:spPr>
            <a:xfrm>
              <a:off x="6413065" y="4449973"/>
              <a:ext cx="318" cy="0"/>
            </a:xfrm>
            <a:prstGeom prst="straightConnector1">
              <a:avLst/>
            </a:prstGeom>
            <a:noFill/>
            <a:ln cap="flat" cmpd="sng" w="9525">
              <a:solidFill>
                <a:schemeClr val="dk2"/>
              </a:solidFill>
              <a:prstDash val="solid"/>
              <a:round/>
              <a:headEnd len="med" w="med" type="none"/>
              <a:tailEnd len="med" w="med" type="none"/>
            </a:ln>
          </p:spPr>
        </p:cxnSp>
        <p:cxnSp>
          <p:nvCxnSpPr>
            <p:cNvPr id="530" name="Google Shape;530;p11"/>
            <p:cNvCxnSpPr/>
            <p:nvPr/>
          </p:nvCxnSpPr>
          <p:spPr>
            <a:xfrm>
              <a:off x="6413065" y="4450019"/>
              <a:ext cx="318" cy="0"/>
            </a:xfrm>
            <a:prstGeom prst="straightConnector1">
              <a:avLst/>
            </a:prstGeom>
            <a:noFill/>
            <a:ln cap="flat" cmpd="sng" w="9525">
              <a:solidFill>
                <a:schemeClr val="dk2"/>
              </a:solidFill>
              <a:prstDash val="solid"/>
              <a:round/>
              <a:headEnd len="med" w="med" type="none"/>
              <a:tailEnd len="med" w="med" type="none"/>
            </a:ln>
          </p:spPr>
        </p:cxnSp>
        <p:cxnSp>
          <p:nvCxnSpPr>
            <p:cNvPr id="531" name="Google Shape;531;p11"/>
            <p:cNvCxnSpPr/>
            <p:nvPr/>
          </p:nvCxnSpPr>
          <p:spPr>
            <a:xfrm>
              <a:off x="6413065" y="4450064"/>
              <a:ext cx="318" cy="0"/>
            </a:xfrm>
            <a:prstGeom prst="straightConnector1">
              <a:avLst/>
            </a:prstGeom>
            <a:noFill/>
            <a:ln cap="flat" cmpd="sng" w="9525">
              <a:solidFill>
                <a:schemeClr val="dk2"/>
              </a:solidFill>
              <a:prstDash val="solid"/>
              <a:round/>
              <a:headEnd len="med" w="med" type="none"/>
              <a:tailEnd len="med" w="med" type="none"/>
            </a:ln>
          </p:spPr>
        </p:cxnSp>
        <p:cxnSp>
          <p:nvCxnSpPr>
            <p:cNvPr id="532" name="Google Shape;532;p11"/>
            <p:cNvCxnSpPr/>
            <p:nvPr/>
          </p:nvCxnSpPr>
          <p:spPr>
            <a:xfrm>
              <a:off x="6413065" y="4450109"/>
              <a:ext cx="318" cy="0"/>
            </a:xfrm>
            <a:prstGeom prst="straightConnector1">
              <a:avLst/>
            </a:prstGeom>
            <a:noFill/>
            <a:ln cap="flat" cmpd="sng" w="9525">
              <a:solidFill>
                <a:schemeClr val="dk2"/>
              </a:solidFill>
              <a:prstDash val="solid"/>
              <a:round/>
              <a:headEnd len="med" w="med" type="none"/>
              <a:tailEnd len="med" w="med" type="none"/>
            </a:ln>
          </p:spPr>
        </p:cxnSp>
        <p:cxnSp>
          <p:nvCxnSpPr>
            <p:cNvPr id="533" name="Google Shape;533;p11"/>
            <p:cNvCxnSpPr/>
            <p:nvPr/>
          </p:nvCxnSpPr>
          <p:spPr>
            <a:xfrm>
              <a:off x="6413065" y="4450155"/>
              <a:ext cx="318" cy="0"/>
            </a:xfrm>
            <a:prstGeom prst="straightConnector1">
              <a:avLst/>
            </a:prstGeom>
            <a:noFill/>
            <a:ln cap="flat" cmpd="sng" w="9525">
              <a:solidFill>
                <a:schemeClr val="dk2"/>
              </a:solidFill>
              <a:prstDash val="solid"/>
              <a:round/>
              <a:headEnd len="med" w="med" type="none"/>
              <a:tailEnd len="med" w="med" type="none"/>
            </a:ln>
          </p:spPr>
        </p:cxnSp>
        <p:cxnSp>
          <p:nvCxnSpPr>
            <p:cNvPr id="534" name="Google Shape;534;p11"/>
            <p:cNvCxnSpPr/>
            <p:nvPr/>
          </p:nvCxnSpPr>
          <p:spPr>
            <a:xfrm>
              <a:off x="6413065" y="4450200"/>
              <a:ext cx="318" cy="0"/>
            </a:xfrm>
            <a:prstGeom prst="straightConnector1">
              <a:avLst/>
            </a:prstGeom>
            <a:noFill/>
            <a:ln cap="flat" cmpd="sng" w="9525">
              <a:solidFill>
                <a:schemeClr val="dk2"/>
              </a:solidFill>
              <a:prstDash val="solid"/>
              <a:round/>
              <a:headEnd len="med" w="med" type="none"/>
              <a:tailEnd len="med" w="med" type="none"/>
            </a:ln>
          </p:spPr>
        </p:cxnSp>
        <p:cxnSp>
          <p:nvCxnSpPr>
            <p:cNvPr id="535" name="Google Shape;535;p11"/>
            <p:cNvCxnSpPr/>
            <p:nvPr/>
          </p:nvCxnSpPr>
          <p:spPr>
            <a:xfrm>
              <a:off x="6413065" y="4450246"/>
              <a:ext cx="318" cy="0"/>
            </a:xfrm>
            <a:prstGeom prst="straightConnector1">
              <a:avLst/>
            </a:prstGeom>
            <a:noFill/>
            <a:ln cap="flat" cmpd="sng" w="9525">
              <a:solidFill>
                <a:schemeClr val="dk2"/>
              </a:solidFill>
              <a:prstDash val="solid"/>
              <a:round/>
              <a:headEnd len="med" w="med" type="none"/>
              <a:tailEnd len="med" w="med" type="none"/>
            </a:ln>
          </p:spPr>
        </p:cxnSp>
        <p:cxnSp>
          <p:nvCxnSpPr>
            <p:cNvPr id="536" name="Google Shape;536;p11"/>
            <p:cNvCxnSpPr/>
            <p:nvPr/>
          </p:nvCxnSpPr>
          <p:spPr>
            <a:xfrm>
              <a:off x="6413065" y="4450291"/>
              <a:ext cx="318" cy="0"/>
            </a:xfrm>
            <a:prstGeom prst="straightConnector1">
              <a:avLst/>
            </a:prstGeom>
            <a:noFill/>
            <a:ln cap="flat" cmpd="sng" w="9525">
              <a:solidFill>
                <a:schemeClr val="dk2"/>
              </a:solidFill>
              <a:prstDash val="solid"/>
              <a:round/>
              <a:headEnd len="med" w="med" type="none"/>
              <a:tailEnd len="med" w="med" type="none"/>
            </a:ln>
          </p:spPr>
        </p:cxnSp>
        <p:cxnSp>
          <p:nvCxnSpPr>
            <p:cNvPr id="537" name="Google Shape;537;p11"/>
            <p:cNvCxnSpPr/>
            <p:nvPr/>
          </p:nvCxnSpPr>
          <p:spPr>
            <a:xfrm>
              <a:off x="6413065" y="4450336"/>
              <a:ext cx="318" cy="0"/>
            </a:xfrm>
            <a:prstGeom prst="straightConnector1">
              <a:avLst/>
            </a:prstGeom>
            <a:noFill/>
            <a:ln cap="flat" cmpd="sng" w="9525">
              <a:solidFill>
                <a:schemeClr val="dk2"/>
              </a:solidFill>
              <a:prstDash val="solid"/>
              <a:round/>
              <a:headEnd len="med" w="med" type="none"/>
              <a:tailEnd len="med" w="med" type="none"/>
            </a:ln>
          </p:spPr>
        </p:cxnSp>
        <p:cxnSp>
          <p:nvCxnSpPr>
            <p:cNvPr id="538" name="Google Shape;538;p11"/>
            <p:cNvCxnSpPr/>
            <p:nvPr/>
          </p:nvCxnSpPr>
          <p:spPr>
            <a:xfrm>
              <a:off x="6413065" y="4450382"/>
              <a:ext cx="318" cy="0"/>
            </a:xfrm>
            <a:prstGeom prst="straightConnector1">
              <a:avLst/>
            </a:prstGeom>
            <a:noFill/>
            <a:ln cap="flat" cmpd="sng" w="9525">
              <a:solidFill>
                <a:schemeClr val="dk2"/>
              </a:solidFill>
              <a:prstDash val="solid"/>
              <a:round/>
              <a:headEnd len="med" w="med" type="none"/>
              <a:tailEnd len="med" w="med" type="none"/>
            </a:ln>
          </p:spPr>
        </p:cxnSp>
        <p:cxnSp>
          <p:nvCxnSpPr>
            <p:cNvPr id="539" name="Google Shape;539;p11"/>
            <p:cNvCxnSpPr/>
            <p:nvPr/>
          </p:nvCxnSpPr>
          <p:spPr>
            <a:xfrm>
              <a:off x="6413065" y="4449747"/>
              <a:ext cx="318" cy="0"/>
            </a:xfrm>
            <a:prstGeom prst="straightConnector1">
              <a:avLst/>
            </a:prstGeom>
            <a:noFill/>
            <a:ln cap="flat" cmpd="sng" w="9525">
              <a:solidFill>
                <a:schemeClr val="dk2"/>
              </a:solidFill>
              <a:prstDash val="solid"/>
              <a:round/>
              <a:headEnd len="med" w="med" type="none"/>
              <a:tailEnd len="med" w="med" type="none"/>
            </a:ln>
          </p:spPr>
        </p:cxnSp>
      </p:grpSp>
      <p:grpSp>
        <p:nvGrpSpPr>
          <p:cNvPr id="540" name="Google Shape;540;p11"/>
          <p:cNvGrpSpPr/>
          <p:nvPr/>
        </p:nvGrpSpPr>
        <p:grpSpPr>
          <a:xfrm>
            <a:off x="7114243" y="4320351"/>
            <a:ext cx="529030" cy="873010"/>
            <a:chOff x="7674960" y="4449747"/>
            <a:chExt cx="501" cy="635"/>
          </a:xfrm>
        </p:grpSpPr>
        <p:sp>
          <p:nvSpPr>
            <p:cNvPr id="541" name="Google Shape;541;p11"/>
            <p:cNvSpPr/>
            <p:nvPr/>
          </p:nvSpPr>
          <p:spPr>
            <a:xfrm>
              <a:off x="7674960" y="4449986"/>
              <a:ext cx="501" cy="291"/>
            </a:xfrm>
            <a:prstGeom prst="rect">
              <a:avLst/>
            </a:prstGeom>
            <a:solidFill>
              <a:srgbClr val="66FFFF"/>
            </a:solid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11"/>
            <p:cNvSpPr/>
            <p:nvPr/>
          </p:nvSpPr>
          <p:spPr>
            <a:xfrm>
              <a:off x="7675010" y="4449918"/>
              <a:ext cx="409" cy="291"/>
            </a:xfrm>
            <a:prstGeom prst="rect">
              <a:avLst/>
            </a:prstGeom>
            <a:solidFill>
              <a:srgbClr val="99FF99"/>
            </a:solid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543" name="Google Shape;543;p11"/>
            <p:cNvCxnSpPr/>
            <p:nvPr/>
          </p:nvCxnSpPr>
          <p:spPr>
            <a:xfrm>
              <a:off x="7675067" y="4449792"/>
              <a:ext cx="318" cy="0"/>
            </a:xfrm>
            <a:prstGeom prst="straightConnector1">
              <a:avLst/>
            </a:prstGeom>
            <a:noFill/>
            <a:ln cap="flat" cmpd="sng" w="9525">
              <a:solidFill>
                <a:schemeClr val="dk2"/>
              </a:solidFill>
              <a:prstDash val="solid"/>
              <a:round/>
              <a:headEnd len="med" w="med" type="none"/>
              <a:tailEnd len="med" w="med" type="none"/>
            </a:ln>
          </p:spPr>
        </p:cxnSp>
        <p:cxnSp>
          <p:nvCxnSpPr>
            <p:cNvPr id="544" name="Google Shape;544;p11"/>
            <p:cNvCxnSpPr/>
            <p:nvPr/>
          </p:nvCxnSpPr>
          <p:spPr>
            <a:xfrm>
              <a:off x="7675067" y="4449837"/>
              <a:ext cx="318" cy="0"/>
            </a:xfrm>
            <a:prstGeom prst="straightConnector1">
              <a:avLst/>
            </a:prstGeom>
            <a:noFill/>
            <a:ln cap="flat" cmpd="sng" w="9525">
              <a:solidFill>
                <a:schemeClr val="dk2"/>
              </a:solidFill>
              <a:prstDash val="solid"/>
              <a:round/>
              <a:headEnd len="med" w="med" type="none"/>
              <a:tailEnd len="med" w="med" type="none"/>
            </a:ln>
          </p:spPr>
        </p:cxnSp>
        <p:cxnSp>
          <p:nvCxnSpPr>
            <p:cNvPr id="545" name="Google Shape;545;p11"/>
            <p:cNvCxnSpPr/>
            <p:nvPr/>
          </p:nvCxnSpPr>
          <p:spPr>
            <a:xfrm>
              <a:off x="7675067" y="4449883"/>
              <a:ext cx="318" cy="0"/>
            </a:xfrm>
            <a:prstGeom prst="straightConnector1">
              <a:avLst/>
            </a:prstGeom>
            <a:noFill/>
            <a:ln cap="flat" cmpd="sng" w="9525">
              <a:solidFill>
                <a:schemeClr val="dk2"/>
              </a:solidFill>
              <a:prstDash val="solid"/>
              <a:round/>
              <a:headEnd len="med" w="med" type="none"/>
              <a:tailEnd len="med" w="med" type="none"/>
            </a:ln>
          </p:spPr>
        </p:cxnSp>
        <p:cxnSp>
          <p:nvCxnSpPr>
            <p:cNvPr id="546" name="Google Shape;546;p11"/>
            <p:cNvCxnSpPr/>
            <p:nvPr/>
          </p:nvCxnSpPr>
          <p:spPr>
            <a:xfrm>
              <a:off x="7675067" y="4449928"/>
              <a:ext cx="318" cy="0"/>
            </a:xfrm>
            <a:prstGeom prst="straightConnector1">
              <a:avLst/>
            </a:prstGeom>
            <a:noFill/>
            <a:ln cap="flat" cmpd="sng" w="9525">
              <a:solidFill>
                <a:schemeClr val="dk2"/>
              </a:solidFill>
              <a:prstDash val="solid"/>
              <a:round/>
              <a:headEnd len="med" w="med" type="none"/>
              <a:tailEnd len="med" w="med" type="none"/>
            </a:ln>
          </p:spPr>
        </p:cxnSp>
        <p:cxnSp>
          <p:nvCxnSpPr>
            <p:cNvPr id="547" name="Google Shape;547;p11"/>
            <p:cNvCxnSpPr/>
            <p:nvPr/>
          </p:nvCxnSpPr>
          <p:spPr>
            <a:xfrm>
              <a:off x="7675067" y="4449973"/>
              <a:ext cx="318" cy="0"/>
            </a:xfrm>
            <a:prstGeom prst="straightConnector1">
              <a:avLst/>
            </a:prstGeom>
            <a:noFill/>
            <a:ln cap="flat" cmpd="sng" w="9525">
              <a:solidFill>
                <a:schemeClr val="dk2"/>
              </a:solidFill>
              <a:prstDash val="solid"/>
              <a:round/>
              <a:headEnd len="med" w="med" type="none"/>
              <a:tailEnd len="med" w="med" type="none"/>
            </a:ln>
          </p:spPr>
        </p:cxnSp>
        <p:cxnSp>
          <p:nvCxnSpPr>
            <p:cNvPr id="548" name="Google Shape;548;p11"/>
            <p:cNvCxnSpPr/>
            <p:nvPr/>
          </p:nvCxnSpPr>
          <p:spPr>
            <a:xfrm>
              <a:off x="7675067" y="4450019"/>
              <a:ext cx="318" cy="0"/>
            </a:xfrm>
            <a:prstGeom prst="straightConnector1">
              <a:avLst/>
            </a:prstGeom>
            <a:noFill/>
            <a:ln cap="flat" cmpd="sng" w="9525">
              <a:solidFill>
                <a:schemeClr val="dk2"/>
              </a:solidFill>
              <a:prstDash val="solid"/>
              <a:round/>
              <a:headEnd len="med" w="med" type="none"/>
              <a:tailEnd len="med" w="med" type="none"/>
            </a:ln>
          </p:spPr>
        </p:cxnSp>
        <p:cxnSp>
          <p:nvCxnSpPr>
            <p:cNvPr id="549" name="Google Shape;549;p11"/>
            <p:cNvCxnSpPr/>
            <p:nvPr/>
          </p:nvCxnSpPr>
          <p:spPr>
            <a:xfrm>
              <a:off x="7675067" y="4450064"/>
              <a:ext cx="318" cy="0"/>
            </a:xfrm>
            <a:prstGeom prst="straightConnector1">
              <a:avLst/>
            </a:prstGeom>
            <a:noFill/>
            <a:ln cap="flat" cmpd="sng" w="9525">
              <a:solidFill>
                <a:schemeClr val="dk2"/>
              </a:solidFill>
              <a:prstDash val="solid"/>
              <a:round/>
              <a:headEnd len="med" w="med" type="none"/>
              <a:tailEnd len="med" w="med" type="none"/>
            </a:ln>
          </p:spPr>
        </p:cxnSp>
        <p:cxnSp>
          <p:nvCxnSpPr>
            <p:cNvPr id="550" name="Google Shape;550;p11"/>
            <p:cNvCxnSpPr/>
            <p:nvPr/>
          </p:nvCxnSpPr>
          <p:spPr>
            <a:xfrm>
              <a:off x="7675067" y="4450109"/>
              <a:ext cx="318" cy="0"/>
            </a:xfrm>
            <a:prstGeom prst="straightConnector1">
              <a:avLst/>
            </a:prstGeom>
            <a:noFill/>
            <a:ln cap="flat" cmpd="sng" w="9525">
              <a:solidFill>
                <a:schemeClr val="dk2"/>
              </a:solidFill>
              <a:prstDash val="solid"/>
              <a:round/>
              <a:headEnd len="med" w="med" type="none"/>
              <a:tailEnd len="med" w="med" type="none"/>
            </a:ln>
          </p:spPr>
        </p:cxnSp>
        <p:cxnSp>
          <p:nvCxnSpPr>
            <p:cNvPr id="551" name="Google Shape;551;p11"/>
            <p:cNvCxnSpPr/>
            <p:nvPr/>
          </p:nvCxnSpPr>
          <p:spPr>
            <a:xfrm>
              <a:off x="7675067" y="4450155"/>
              <a:ext cx="318" cy="0"/>
            </a:xfrm>
            <a:prstGeom prst="straightConnector1">
              <a:avLst/>
            </a:prstGeom>
            <a:noFill/>
            <a:ln cap="flat" cmpd="sng" w="9525">
              <a:solidFill>
                <a:schemeClr val="dk2"/>
              </a:solidFill>
              <a:prstDash val="solid"/>
              <a:round/>
              <a:headEnd len="med" w="med" type="none"/>
              <a:tailEnd len="med" w="med" type="none"/>
            </a:ln>
          </p:spPr>
        </p:cxnSp>
        <p:cxnSp>
          <p:nvCxnSpPr>
            <p:cNvPr id="552" name="Google Shape;552;p11"/>
            <p:cNvCxnSpPr/>
            <p:nvPr/>
          </p:nvCxnSpPr>
          <p:spPr>
            <a:xfrm>
              <a:off x="7675067" y="4450200"/>
              <a:ext cx="318" cy="0"/>
            </a:xfrm>
            <a:prstGeom prst="straightConnector1">
              <a:avLst/>
            </a:prstGeom>
            <a:noFill/>
            <a:ln cap="flat" cmpd="sng" w="9525">
              <a:solidFill>
                <a:schemeClr val="dk2"/>
              </a:solidFill>
              <a:prstDash val="solid"/>
              <a:round/>
              <a:headEnd len="med" w="med" type="none"/>
              <a:tailEnd len="med" w="med" type="none"/>
            </a:ln>
          </p:spPr>
        </p:cxnSp>
        <p:cxnSp>
          <p:nvCxnSpPr>
            <p:cNvPr id="553" name="Google Shape;553;p11"/>
            <p:cNvCxnSpPr/>
            <p:nvPr/>
          </p:nvCxnSpPr>
          <p:spPr>
            <a:xfrm>
              <a:off x="7675067" y="4450246"/>
              <a:ext cx="318" cy="0"/>
            </a:xfrm>
            <a:prstGeom prst="straightConnector1">
              <a:avLst/>
            </a:prstGeom>
            <a:noFill/>
            <a:ln cap="flat" cmpd="sng" w="9525">
              <a:solidFill>
                <a:schemeClr val="dk2"/>
              </a:solidFill>
              <a:prstDash val="solid"/>
              <a:round/>
              <a:headEnd len="med" w="med" type="none"/>
              <a:tailEnd len="med" w="med" type="none"/>
            </a:ln>
          </p:spPr>
        </p:cxnSp>
        <p:cxnSp>
          <p:nvCxnSpPr>
            <p:cNvPr id="554" name="Google Shape;554;p11"/>
            <p:cNvCxnSpPr/>
            <p:nvPr/>
          </p:nvCxnSpPr>
          <p:spPr>
            <a:xfrm>
              <a:off x="7675067" y="4450291"/>
              <a:ext cx="318" cy="0"/>
            </a:xfrm>
            <a:prstGeom prst="straightConnector1">
              <a:avLst/>
            </a:prstGeom>
            <a:noFill/>
            <a:ln cap="flat" cmpd="sng" w="9525">
              <a:solidFill>
                <a:schemeClr val="dk2"/>
              </a:solidFill>
              <a:prstDash val="solid"/>
              <a:round/>
              <a:headEnd len="med" w="med" type="none"/>
              <a:tailEnd len="med" w="med" type="none"/>
            </a:ln>
          </p:spPr>
        </p:cxnSp>
        <p:cxnSp>
          <p:nvCxnSpPr>
            <p:cNvPr id="555" name="Google Shape;555;p11"/>
            <p:cNvCxnSpPr/>
            <p:nvPr/>
          </p:nvCxnSpPr>
          <p:spPr>
            <a:xfrm>
              <a:off x="7675067" y="4450336"/>
              <a:ext cx="318" cy="0"/>
            </a:xfrm>
            <a:prstGeom prst="straightConnector1">
              <a:avLst/>
            </a:prstGeom>
            <a:noFill/>
            <a:ln cap="flat" cmpd="sng" w="9525">
              <a:solidFill>
                <a:schemeClr val="dk2"/>
              </a:solidFill>
              <a:prstDash val="solid"/>
              <a:round/>
              <a:headEnd len="med" w="med" type="none"/>
              <a:tailEnd len="med" w="med" type="none"/>
            </a:ln>
          </p:spPr>
        </p:cxnSp>
        <p:cxnSp>
          <p:nvCxnSpPr>
            <p:cNvPr id="556" name="Google Shape;556;p11"/>
            <p:cNvCxnSpPr/>
            <p:nvPr/>
          </p:nvCxnSpPr>
          <p:spPr>
            <a:xfrm>
              <a:off x="7675072" y="4450382"/>
              <a:ext cx="319" cy="0"/>
            </a:xfrm>
            <a:prstGeom prst="straightConnector1">
              <a:avLst/>
            </a:prstGeom>
            <a:noFill/>
            <a:ln cap="flat" cmpd="sng" w="9525">
              <a:solidFill>
                <a:schemeClr val="dk2"/>
              </a:solidFill>
              <a:prstDash val="solid"/>
              <a:round/>
              <a:headEnd len="med" w="med" type="none"/>
              <a:tailEnd len="med" w="med" type="none"/>
            </a:ln>
          </p:spPr>
        </p:cxnSp>
        <p:cxnSp>
          <p:nvCxnSpPr>
            <p:cNvPr id="557" name="Google Shape;557;p11"/>
            <p:cNvCxnSpPr/>
            <p:nvPr/>
          </p:nvCxnSpPr>
          <p:spPr>
            <a:xfrm>
              <a:off x="7675067" y="4449747"/>
              <a:ext cx="318" cy="0"/>
            </a:xfrm>
            <a:prstGeom prst="straightConnector1">
              <a:avLst/>
            </a:prstGeom>
            <a:noFill/>
            <a:ln cap="flat" cmpd="sng" w="9525">
              <a:solidFill>
                <a:schemeClr val="dk2"/>
              </a:solidFill>
              <a:prstDash val="solid"/>
              <a:round/>
              <a:headEnd len="med" w="med" type="none"/>
              <a:tailEnd len="med" w="med" type="none"/>
            </a:ln>
          </p:spPr>
        </p:cxnSp>
      </p:grpSp>
      <p:pic>
        <p:nvPicPr>
          <p:cNvPr id="558" name="Google Shape;558;p11" title="sc-arma.png"/>
          <p:cNvPicPr preferRelativeResize="0"/>
          <p:nvPr/>
        </p:nvPicPr>
        <p:blipFill rotWithShape="1">
          <a:blip r:embed="rId3">
            <a:alphaModFix/>
          </a:blip>
          <a:srcRect b="6094" l="25927" r="26370" t="6094"/>
          <a:stretch/>
        </p:blipFill>
        <p:spPr>
          <a:xfrm>
            <a:off x="117900" y="226900"/>
            <a:ext cx="689025" cy="7420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62" name="Shape 562"/>
        <p:cNvGrpSpPr/>
        <p:nvPr/>
      </p:nvGrpSpPr>
      <p:grpSpPr>
        <a:xfrm>
          <a:off x="0" y="0"/>
          <a:ext cx="0" cy="0"/>
          <a:chOff x="0" y="0"/>
          <a:chExt cx="0" cy="0"/>
        </a:xfrm>
      </p:grpSpPr>
      <p:grpSp>
        <p:nvGrpSpPr>
          <p:cNvPr id="563" name="Google Shape;563;p12"/>
          <p:cNvGrpSpPr/>
          <p:nvPr/>
        </p:nvGrpSpPr>
        <p:grpSpPr>
          <a:xfrm>
            <a:off x="571500" y="1333500"/>
            <a:ext cx="11049000" cy="4953000"/>
            <a:chOff x="571500" y="1333500"/>
            <a:chExt cx="11049000" cy="4953000"/>
          </a:xfrm>
        </p:grpSpPr>
        <p:sp>
          <p:nvSpPr>
            <p:cNvPr id="564" name="Google Shape;564;p12"/>
            <p:cNvSpPr/>
            <p:nvPr/>
          </p:nvSpPr>
          <p:spPr>
            <a:xfrm>
              <a:off x="571500" y="1333500"/>
              <a:ext cx="11049000" cy="4953000"/>
            </a:xfrm>
            <a:prstGeom prst="roundRect">
              <a:avLst>
                <a:gd fmla="val 307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5" name="Google Shape;565;p12"/>
            <p:cNvSpPr txBox="1"/>
            <p:nvPr/>
          </p:nvSpPr>
          <p:spPr>
            <a:xfrm>
              <a:off x="5905500" y="1714500"/>
              <a:ext cx="5334000" cy="419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000">
                  <a:solidFill>
                    <a:srgbClr val="0F172A"/>
                  </a:solidFill>
                  <a:latin typeface="Calibri"/>
                  <a:ea typeface="Calibri"/>
                  <a:cs typeface="Calibri"/>
                  <a:sym typeface="Calibri"/>
                </a:rPr>
                <a:t>Exemplo de Programa Principal</a:t>
              </a:r>
              <a:endParaRPr b="1" sz="2000">
                <a:solidFill>
                  <a:srgbClr val="0F172A"/>
                </a:solidFill>
                <a:latin typeface="Calibri"/>
                <a:ea typeface="Calibri"/>
                <a:cs typeface="Calibri"/>
                <a:sym typeface="Calibri"/>
              </a:endParaRPr>
            </a:p>
            <a:p>
              <a:pPr indent="0" lvl="0" marL="0" rtl="0" algn="l">
                <a:spcBef>
                  <a:spcPts val="1500"/>
                </a:spcBef>
                <a:spcAft>
                  <a:spcPts val="0"/>
                </a:spcAft>
                <a:buNone/>
              </a:pPr>
              <a:r>
                <a:rPr lang="pt-BR" sz="1400">
                  <a:solidFill>
                    <a:srgbClr val="64748B"/>
                  </a:solidFill>
                  <a:latin typeface="Calibri"/>
                  <a:ea typeface="Calibri"/>
                  <a:cs typeface="Calibri"/>
                  <a:sym typeface="Calibri"/>
                </a:rPr>
                <a:t>Chamada de sub-rotinas assíncronas (Sub_2 e Sub_3)</a:t>
              </a:r>
              <a:endParaRPr sz="1400">
                <a:solidFill>
                  <a:srgbClr val="64748B"/>
                </a:solidFill>
                <a:latin typeface="Calibri"/>
                <a:ea typeface="Calibri"/>
                <a:cs typeface="Calibri"/>
                <a:sym typeface="Calibri"/>
              </a:endParaRPr>
            </a:p>
            <a:p>
              <a:pPr indent="0" lvl="0" marL="0" rtl="0" algn="l">
                <a:spcBef>
                  <a:spcPts val="1800"/>
                </a:spcBef>
                <a:spcAft>
                  <a:spcPts val="0"/>
                </a:spcAft>
                <a:buNone/>
              </a:pPr>
              <a:r>
                <a:rPr lang="pt-BR" sz="2000">
                  <a:solidFill>
                    <a:srgbClr val="22C55E"/>
                  </a:solidFill>
                  <a:latin typeface="Material Icons"/>
                  <a:ea typeface="Material Icons"/>
                  <a:cs typeface="Material Icons"/>
                  <a:sym typeface="Material Icons"/>
                </a:rPr>
                <a:t>looks_one</a:t>
              </a:r>
              <a:endParaRPr>
                <a:solidFill>
                  <a:srgbClr val="334155"/>
                </a:solidFill>
                <a:latin typeface="Calibri"/>
                <a:ea typeface="Calibri"/>
                <a:cs typeface="Calibri"/>
                <a:sym typeface="Calibri"/>
              </a:endParaRPr>
            </a:p>
            <a:p>
              <a:pPr indent="0" lvl="0" marL="0" rtl="0" algn="l">
                <a:spcBef>
                  <a:spcPts val="0"/>
                </a:spcBef>
                <a:spcAft>
                  <a:spcPts val="0"/>
                </a:spcAft>
                <a:buNone/>
              </a:pPr>
              <a:r>
                <a:rPr b="1" lang="pt-BR" sz="1500">
                  <a:solidFill>
                    <a:srgbClr val="334155"/>
                  </a:solidFill>
                  <a:latin typeface="Calibri"/>
                  <a:ea typeface="Calibri"/>
                  <a:cs typeface="Calibri"/>
                  <a:sym typeface="Calibri"/>
                </a:rPr>
                <a:t>Inicialização</a:t>
              </a:r>
              <a:endParaRPr b="1" sz="1500">
                <a:solidFill>
                  <a:srgbClr val="334155"/>
                </a:solidFill>
                <a:latin typeface="Calibri"/>
                <a:ea typeface="Calibri"/>
                <a:cs typeface="Calibri"/>
                <a:sym typeface="Calibri"/>
              </a:endParaRPr>
            </a:p>
            <a:p>
              <a:pPr indent="0" lvl="0" marL="0" rtl="0" algn="l">
                <a:spcBef>
                  <a:spcPts val="0"/>
                </a:spcBef>
                <a:spcAft>
                  <a:spcPts val="0"/>
                </a:spcAft>
                <a:buNone/>
              </a:pPr>
              <a:r>
                <a:rPr b="0" lang="pt-BR" sz="1300">
                  <a:solidFill>
                    <a:srgbClr val="475569"/>
                  </a:solidFill>
                  <a:latin typeface="Calibri"/>
                  <a:ea typeface="Calibri"/>
                  <a:cs typeface="Calibri"/>
                  <a:sym typeface="Calibri"/>
                </a:rPr>
                <a:t>O processo inicia apenas com o </a:t>
              </a:r>
              <a:r>
                <a:rPr b="1" lang="pt-BR" sz="1300">
                  <a:solidFill>
                    <a:srgbClr val="475569"/>
                  </a:solidFill>
                  <a:latin typeface="Calibri"/>
                  <a:ea typeface="Calibri"/>
                  <a:cs typeface="Calibri"/>
                  <a:sym typeface="Calibri"/>
                </a:rPr>
                <a:t>Thread_1</a:t>
              </a:r>
              <a:r>
                <a:rPr b="0" lang="pt-BR" sz="1300">
                  <a:solidFill>
                    <a:srgbClr val="475569"/>
                  </a:solidFill>
                  <a:latin typeface="Calibri"/>
                  <a:ea typeface="Calibri"/>
                  <a:cs typeface="Calibri"/>
                  <a:sym typeface="Calibri"/>
                </a:rPr>
                <a:t> para execução do Programa Principal.</a:t>
              </a:r>
              <a:endParaRPr b="0" sz="1300">
                <a:solidFill>
                  <a:srgbClr val="475569"/>
                </a:solidFill>
                <a:latin typeface="Calibri"/>
                <a:ea typeface="Calibri"/>
                <a:cs typeface="Calibri"/>
                <a:sym typeface="Calibri"/>
              </a:endParaRPr>
            </a:p>
            <a:p>
              <a:pPr indent="0" lvl="0" marL="0" rtl="0" algn="l">
                <a:spcBef>
                  <a:spcPts val="1500"/>
                </a:spcBef>
                <a:spcAft>
                  <a:spcPts val="0"/>
                </a:spcAft>
                <a:buNone/>
              </a:pPr>
              <a:r>
                <a:rPr lang="pt-BR" sz="2000">
                  <a:solidFill>
                    <a:srgbClr val="3B82F6"/>
                  </a:solidFill>
                  <a:latin typeface="Material Icons"/>
                  <a:ea typeface="Material Icons"/>
                  <a:cs typeface="Material Icons"/>
                  <a:sym typeface="Material Icons"/>
                </a:rPr>
                <a:t>call_split</a:t>
              </a:r>
              <a:endParaRPr>
                <a:solidFill>
                  <a:srgbClr val="334155"/>
                </a:solidFill>
                <a:latin typeface="Calibri"/>
                <a:ea typeface="Calibri"/>
                <a:cs typeface="Calibri"/>
                <a:sym typeface="Calibri"/>
              </a:endParaRPr>
            </a:p>
            <a:p>
              <a:pPr indent="0" lvl="0" marL="0" rtl="0" algn="l">
                <a:spcBef>
                  <a:spcPts val="0"/>
                </a:spcBef>
                <a:spcAft>
                  <a:spcPts val="0"/>
                </a:spcAft>
                <a:buNone/>
              </a:pPr>
              <a:r>
                <a:rPr b="1" lang="pt-BR" sz="1500">
                  <a:solidFill>
                    <a:srgbClr val="334155"/>
                  </a:solidFill>
                  <a:latin typeface="Calibri"/>
                  <a:ea typeface="Calibri"/>
                  <a:cs typeface="Calibri"/>
                  <a:sym typeface="Calibri"/>
                </a:rPr>
                <a:t>Criação de Threads</a:t>
              </a:r>
              <a:endParaRPr b="1" sz="1500">
                <a:solidFill>
                  <a:srgbClr val="334155"/>
                </a:solidFill>
                <a:latin typeface="Calibri"/>
                <a:ea typeface="Calibri"/>
                <a:cs typeface="Calibri"/>
                <a:sym typeface="Calibri"/>
              </a:endParaRPr>
            </a:p>
            <a:p>
              <a:pPr indent="0" lvl="0" marL="0" rtl="0" algn="l">
                <a:spcBef>
                  <a:spcPts val="0"/>
                </a:spcBef>
                <a:spcAft>
                  <a:spcPts val="0"/>
                </a:spcAft>
                <a:buNone/>
              </a:pPr>
              <a:r>
                <a:rPr b="0" lang="pt-BR" sz="1300">
                  <a:solidFill>
                    <a:srgbClr val="475569"/>
                  </a:solidFill>
                  <a:latin typeface="Calibri"/>
                  <a:ea typeface="Calibri"/>
                  <a:cs typeface="Calibri"/>
                  <a:sym typeface="Calibri"/>
                </a:rPr>
                <a:t>Ao chamar Sub_2 e Sub_3, são criados </a:t>
              </a:r>
              <a:r>
                <a:rPr b="1" lang="pt-BR" sz="1300">
                  <a:solidFill>
                    <a:srgbClr val="475569"/>
                  </a:solidFill>
                  <a:latin typeface="Calibri"/>
                  <a:ea typeface="Calibri"/>
                  <a:cs typeface="Calibri"/>
                  <a:sym typeface="Calibri"/>
                </a:rPr>
                <a:t>Thread_2</a:t>
              </a:r>
              <a:r>
                <a:rPr b="0" lang="pt-BR" sz="1300">
                  <a:solidFill>
                    <a:srgbClr val="475569"/>
                  </a:solidFill>
                  <a:latin typeface="Calibri"/>
                  <a:ea typeface="Calibri"/>
                  <a:cs typeface="Calibri"/>
                  <a:sym typeface="Calibri"/>
                </a:rPr>
                <a:t> e </a:t>
              </a:r>
              <a:r>
                <a:rPr b="1" lang="pt-BR" sz="1300">
                  <a:solidFill>
                    <a:srgbClr val="475569"/>
                  </a:solidFill>
                  <a:latin typeface="Calibri"/>
                  <a:ea typeface="Calibri"/>
                  <a:cs typeface="Calibri"/>
                  <a:sym typeface="Calibri"/>
                </a:rPr>
                <a:t>Thread_3</a:t>
              </a:r>
              <a:r>
                <a:rPr b="0" lang="pt-BR" sz="1300">
                  <a:solidFill>
                    <a:srgbClr val="475569"/>
                  </a:solidFill>
                  <a:latin typeface="Calibri"/>
                  <a:ea typeface="Calibri"/>
                  <a:cs typeface="Calibri"/>
                  <a:sym typeface="Calibri"/>
                </a:rPr>
                <a:t>, operando de forma independente.</a:t>
              </a:r>
              <a:endParaRPr b="0" sz="1300">
                <a:solidFill>
                  <a:srgbClr val="475569"/>
                </a:solidFill>
                <a:latin typeface="Calibri"/>
                <a:ea typeface="Calibri"/>
                <a:cs typeface="Calibri"/>
                <a:sym typeface="Calibri"/>
              </a:endParaRPr>
            </a:p>
            <a:p>
              <a:pPr indent="0" lvl="0" marL="0" rtl="0" algn="l">
                <a:spcBef>
                  <a:spcPts val="1500"/>
                </a:spcBef>
                <a:spcAft>
                  <a:spcPts val="0"/>
                </a:spcAft>
                <a:buNone/>
              </a:pPr>
              <a:r>
                <a:rPr lang="pt-BR" sz="2000">
                  <a:solidFill>
                    <a:srgbClr val="F59E0B"/>
                  </a:solidFill>
                  <a:latin typeface="Material Icons"/>
                  <a:ea typeface="Material Icons"/>
                  <a:cs typeface="Material Icons"/>
                  <a:sym typeface="Material Icons"/>
                </a:rPr>
                <a:t>sync</a:t>
              </a:r>
              <a:endParaRPr>
                <a:solidFill>
                  <a:srgbClr val="334155"/>
                </a:solidFill>
                <a:latin typeface="Calibri"/>
                <a:ea typeface="Calibri"/>
                <a:cs typeface="Calibri"/>
                <a:sym typeface="Calibri"/>
              </a:endParaRPr>
            </a:p>
            <a:p>
              <a:pPr indent="0" lvl="0" marL="0" rtl="0" algn="l">
                <a:spcBef>
                  <a:spcPts val="0"/>
                </a:spcBef>
                <a:spcAft>
                  <a:spcPts val="0"/>
                </a:spcAft>
                <a:buNone/>
              </a:pPr>
              <a:r>
                <a:rPr b="1" lang="pt-BR" sz="1500">
                  <a:solidFill>
                    <a:srgbClr val="334155"/>
                  </a:solidFill>
                  <a:latin typeface="Calibri"/>
                  <a:ea typeface="Calibri"/>
                  <a:cs typeface="Calibri"/>
                  <a:sym typeface="Calibri"/>
                </a:rPr>
                <a:t>Concorrência</a:t>
              </a:r>
              <a:endParaRPr b="1" sz="1500">
                <a:solidFill>
                  <a:srgbClr val="334155"/>
                </a:solidFill>
                <a:latin typeface="Calibri"/>
                <a:ea typeface="Calibri"/>
                <a:cs typeface="Calibri"/>
                <a:sym typeface="Calibri"/>
              </a:endParaRPr>
            </a:p>
            <a:p>
              <a:pPr indent="0" lvl="0" marL="0" rtl="0" algn="l">
                <a:spcBef>
                  <a:spcPts val="0"/>
                </a:spcBef>
                <a:spcAft>
                  <a:spcPts val="0"/>
                </a:spcAft>
                <a:buNone/>
              </a:pPr>
              <a:r>
                <a:rPr b="0" lang="pt-BR" sz="1300">
                  <a:solidFill>
                    <a:srgbClr val="475569"/>
                  </a:solidFill>
                  <a:latin typeface="Calibri"/>
                  <a:ea typeface="Calibri"/>
                  <a:cs typeface="Calibri"/>
                  <a:sym typeface="Calibri"/>
                </a:rPr>
                <a:t>As três threads são executadas simultaneamente, otimizando o uso do processador.</a:t>
              </a:r>
              <a:endParaRPr b="0" sz="1300">
                <a:solidFill>
                  <a:srgbClr val="475569"/>
                </a:solidFill>
                <a:latin typeface="Calibri"/>
                <a:ea typeface="Calibri"/>
                <a:cs typeface="Calibri"/>
                <a:sym typeface="Calibri"/>
              </a:endParaRPr>
            </a:p>
          </p:txBody>
        </p:sp>
      </p:grpSp>
      <p:pic>
        <p:nvPicPr>
          <p:cNvPr id="566" name="Google Shape;566;p12" title="sc-arma.png"/>
          <p:cNvPicPr preferRelativeResize="0"/>
          <p:nvPr/>
        </p:nvPicPr>
        <p:blipFill rotWithShape="1">
          <a:blip r:embed="rId4">
            <a:alphaModFix/>
          </a:blip>
          <a:srcRect b="6094" l="25927" r="26370" t="6094"/>
          <a:stretch/>
        </p:blipFill>
        <p:spPr>
          <a:xfrm>
            <a:off x="117900" y="226900"/>
            <a:ext cx="689025" cy="742024"/>
          </a:xfrm>
          <a:prstGeom prst="rect">
            <a:avLst/>
          </a:prstGeom>
          <a:noFill/>
          <a:ln>
            <a:noFill/>
          </a:ln>
        </p:spPr>
      </p:pic>
      <p:sp>
        <p:nvSpPr>
          <p:cNvPr id="567" name="Google Shape;567;p12"/>
          <p:cNvSpPr txBox="1"/>
          <p:nvPr/>
        </p:nvSpPr>
        <p:spPr>
          <a:xfrm>
            <a:off x="2610930" y="296176"/>
            <a:ext cx="69846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400">
                <a:solidFill>
                  <a:schemeClr val="dk1"/>
                </a:solidFill>
                <a:latin typeface="Calibri"/>
                <a:ea typeface="Calibri"/>
                <a:cs typeface="Calibri"/>
                <a:sym typeface="Calibri"/>
              </a:rPr>
              <a:t>Processos Independentes, Subprocessos e Threads</a:t>
            </a:r>
            <a:endParaRPr/>
          </a:p>
          <a:p>
            <a:pPr indent="0" lvl="0" marL="0" marR="0" rtl="0" algn="ctr">
              <a:spcBef>
                <a:spcPts val="0"/>
              </a:spcBef>
              <a:spcAft>
                <a:spcPts val="0"/>
              </a:spcAft>
              <a:buNone/>
            </a:pPr>
            <a:r>
              <a:rPr i="1" lang="pt-BR" sz="2400">
                <a:solidFill>
                  <a:schemeClr val="dk1"/>
                </a:solidFill>
                <a:latin typeface="Calibri"/>
                <a:ea typeface="Calibri"/>
                <a:cs typeface="Calibri"/>
                <a:sym typeface="Calibri"/>
              </a:rPr>
              <a:t>Threads</a:t>
            </a:r>
            <a:endParaRPr sz="1800">
              <a:solidFill>
                <a:schemeClr val="dk1"/>
              </a:solidFill>
              <a:latin typeface="Calibri"/>
              <a:ea typeface="Calibri"/>
              <a:cs typeface="Calibri"/>
              <a:sym typeface="Calibri"/>
            </a:endParaRPr>
          </a:p>
        </p:txBody>
      </p:sp>
      <p:sp>
        <p:nvSpPr>
          <p:cNvPr id="568" name="Google Shape;568;p12"/>
          <p:cNvSpPr/>
          <p:nvPr/>
        </p:nvSpPr>
        <p:spPr>
          <a:xfrm>
            <a:off x="117895" y="-4313"/>
            <a:ext cx="11976300" cy="215700"/>
          </a:xfrm>
          <a:prstGeom prst="rect">
            <a:avLst/>
          </a:prstGeom>
          <a:solidFill>
            <a:srgbClr val="00B050"/>
          </a:solidFill>
          <a:ln cap="flat" cmpd="sng" w="12700">
            <a:solidFill>
              <a:srgbClr val="20AE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69" name="Google Shape;569;p12"/>
          <p:cNvPicPr preferRelativeResize="0"/>
          <p:nvPr/>
        </p:nvPicPr>
        <p:blipFill>
          <a:blip r:embed="rId5">
            <a:alphaModFix/>
          </a:blip>
          <a:stretch>
            <a:fillRect/>
          </a:stretch>
        </p:blipFill>
        <p:spPr>
          <a:xfrm>
            <a:off x="117900" y="1276250"/>
            <a:ext cx="5399349" cy="4839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pic>
        <p:nvPicPr>
          <p:cNvPr descr="Deixe mais bonito como imagem" id="575" name="Google Shape;575;g3ea163488b1_0_282"/>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14"/>
          <p:cNvSpPr txBox="1"/>
          <p:nvPr/>
        </p:nvSpPr>
        <p:spPr>
          <a:xfrm>
            <a:off x="2610930" y="296176"/>
            <a:ext cx="698452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400">
                <a:solidFill>
                  <a:schemeClr val="dk1"/>
                </a:solidFill>
                <a:latin typeface="Calibri"/>
                <a:ea typeface="Calibri"/>
                <a:cs typeface="Calibri"/>
                <a:sym typeface="Calibri"/>
              </a:rPr>
              <a:t>Comunicação entre Processos</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i="1" lang="pt-BR" sz="2400">
                <a:solidFill>
                  <a:schemeClr val="dk1"/>
                </a:solidFill>
                <a:latin typeface="Calibri"/>
                <a:ea typeface="Calibri"/>
                <a:cs typeface="Calibri"/>
                <a:sym typeface="Calibri"/>
              </a:rPr>
              <a:t>Deadlocks</a:t>
            </a:r>
            <a:endParaRPr/>
          </a:p>
        </p:txBody>
      </p:sp>
      <p:sp>
        <p:nvSpPr>
          <p:cNvPr id="581" name="Google Shape;581;p14"/>
          <p:cNvSpPr/>
          <p:nvPr/>
        </p:nvSpPr>
        <p:spPr>
          <a:xfrm>
            <a:off x="117895" y="-4313"/>
            <a:ext cx="11976337" cy="215659"/>
          </a:xfrm>
          <a:prstGeom prst="rect">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2" name="Google Shape;582;p14"/>
          <p:cNvSpPr txBox="1"/>
          <p:nvPr/>
        </p:nvSpPr>
        <p:spPr>
          <a:xfrm>
            <a:off x="112207" y="1584002"/>
            <a:ext cx="11987700" cy="170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pt-BR" sz="2100">
                <a:solidFill>
                  <a:schemeClr val="dk1"/>
                </a:solidFill>
                <a:latin typeface="Calibri"/>
                <a:ea typeface="Calibri"/>
                <a:cs typeface="Calibri"/>
                <a:sym typeface="Calibri"/>
              </a:rPr>
              <a:t>Deadlock</a:t>
            </a:r>
            <a:endParaRPr i="1"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a:p>
            <a:pPr indent="457200" lvl="0" marL="0" rtl="0" algn="l">
              <a:spcBef>
                <a:spcPts val="0"/>
              </a:spcBef>
              <a:spcAft>
                <a:spcPts val="0"/>
              </a:spcAft>
              <a:buNone/>
            </a:pPr>
            <a:r>
              <a:rPr lang="pt-BR" sz="2100">
                <a:solidFill>
                  <a:schemeClr val="dk1"/>
                </a:solidFill>
                <a:latin typeface="Calibri"/>
                <a:ea typeface="Calibri"/>
                <a:cs typeface="Calibri"/>
                <a:sym typeface="Calibri"/>
              </a:rPr>
              <a:t>Deadlock é uma situação em que um processo aguarda indefinidamente por um recurso que nunca será liberado ou por um evento que jamais ocorrerá, resultando no bloqueio permanente de todos os processos envolvidos.</a:t>
            </a:r>
            <a:endParaRPr sz="2100">
              <a:solidFill>
                <a:schemeClr val="dk1"/>
              </a:solidFill>
              <a:latin typeface="Calibri"/>
              <a:ea typeface="Calibri"/>
              <a:cs typeface="Calibri"/>
              <a:sym typeface="Calibri"/>
            </a:endParaRPr>
          </a:p>
        </p:txBody>
      </p:sp>
      <p:pic>
        <p:nvPicPr>
          <p:cNvPr id="583" name="Google Shape;583;p14" title="sc-arma.png"/>
          <p:cNvPicPr preferRelativeResize="0"/>
          <p:nvPr/>
        </p:nvPicPr>
        <p:blipFill rotWithShape="1">
          <a:blip r:embed="rId3">
            <a:alphaModFix/>
          </a:blip>
          <a:srcRect b="6094" l="25927" r="26370" t="6094"/>
          <a:stretch/>
        </p:blipFill>
        <p:spPr>
          <a:xfrm>
            <a:off x="117900" y="226900"/>
            <a:ext cx="689025" cy="742024"/>
          </a:xfrm>
          <a:prstGeom prst="rect">
            <a:avLst/>
          </a:prstGeom>
          <a:noFill/>
          <a:ln>
            <a:noFill/>
          </a:ln>
        </p:spPr>
      </p:pic>
      <p:pic>
        <p:nvPicPr>
          <p:cNvPr descr="Uma imagem contendo carro, no interior, caminhão, computador&#10;&#10;Descrição gerada automaticamente" id="584" name="Google Shape;584;p14"/>
          <p:cNvPicPr preferRelativeResize="0"/>
          <p:nvPr/>
        </p:nvPicPr>
        <p:blipFill rotWithShape="1">
          <a:blip r:embed="rId4">
            <a:alphaModFix/>
          </a:blip>
          <a:srcRect b="0" l="0" r="0" t="0"/>
          <a:stretch/>
        </p:blipFill>
        <p:spPr>
          <a:xfrm>
            <a:off x="7345025" y="3749350"/>
            <a:ext cx="4082179" cy="25535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pic>
        <p:nvPicPr>
          <p:cNvPr descr="Deixe mais bonito como imagem" id="590" name="Google Shape;590;g3ea163488b1_0_277"/>
          <p:cNvPicPr preferRelativeResize="0"/>
          <p:nvPr/>
        </p:nvPicPr>
        <p:blipFill>
          <a:blip r:embed="rId3">
            <a:alphaModFix/>
          </a:blip>
          <a:stretch>
            <a:fillRect/>
          </a:stretch>
        </p:blipFill>
        <p:spPr>
          <a:xfrm>
            <a:off x="116700" y="171925"/>
            <a:ext cx="11671175" cy="6514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16"/>
          <p:cNvSpPr/>
          <p:nvPr/>
        </p:nvSpPr>
        <p:spPr>
          <a:xfrm>
            <a:off x="117895" y="-4313"/>
            <a:ext cx="11976337" cy="215659"/>
          </a:xfrm>
          <a:prstGeom prst="rect">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6" name="Google Shape;596;p16"/>
          <p:cNvSpPr txBox="1"/>
          <p:nvPr/>
        </p:nvSpPr>
        <p:spPr>
          <a:xfrm>
            <a:off x="109269" y="1906439"/>
            <a:ext cx="11987700" cy="4449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100">
                <a:solidFill>
                  <a:schemeClr val="dk1"/>
                </a:solidFill>
                <a:latin typeface="Calibri"/>
                <a:ea typeface="Calibri"/>
                <a:cs typeface="Calibri"/>
                <a:sym typeface="Calibri"/>
              </a:rPr>
              <a:t> </a:t>
            </a:r>
            <a:r>
              <a:rPr b="1" lang="pt-BR" sz="2100">
                <a:solidFill>
                  <a:schemeClr val="dk1"/>
                </a:solidFill>
                <a:latin typeface="Calibri"/>
                <a:ea typeface="Calibri"/>
                <a:cs typeface="Calibri"/>
                <a:sym typeface="Calibri"/>
              </a:rPr>
              <a:t>Deadlock</a:t>
            </a:r>
            <a:endParaRPr sz="2100">
              <a:solidFill>
                <a:schemeClr val="dk1"/>
              </a:solidFill>
              <a:latin typeface="Calibri"/>
              <a:ea typeface="Calibri"/>
              <a:cs typeface="Calibri"/>
              <a:sym typeface="Calibri"/>
            </a:endParaRPr>
          </a:p>
          <a:p>
            <a:pPr indent="0" lvl="0" marL="457200" marR="0" rtl="0" algn="l">
              <a:spcBef>
                <a:spcPts val="1050"/>
              </a:spcBef>
              <a:spcAft>
                <a:spcPts val="0"/>
              </a:spcAft>
              <a:buNone/>
            </a:pPr>
            <a:r>
              <a:rPr b="0" i="0" lang="pt-BR" sz="2100" u="none" cap="none" strike="noStrike">
                <a:solidFill>
                  <a:schemeClr val="dk1"/>
                </a:solidFill>
                <a:latin typeface="Calibri"/>
                <a:ea typeface="Calibri"/>
                <a:cs typeface="Calibri"/>
                <a:sym typeface="Calibri"/>
              </a:rPr>
              <a:t> Condições simultâneas para ocorrer </a:t>
            </a:r>
            <a:r>
              <a:rPr b="0" i="1" lang="pt-BR" sz="2100" u="none" cap="none" strike="noStrike">
                <a:solidFill>
                  <a:schemeClr val="dk1"/>
                </a:solidFill>
                <a:latin typeface="Calibri"/>
                <a:ea typeface="Calibri"/>
                <a:cs typeface="Calibri"/>
                <a:sym typeface="Calibri"/>
              </a:rPr>
              <a:t>deadlock</a:t>
            </a:r>
            <a:r>
              <a:rPr b="0" i="0" lang="pt-BR" sz="2100" u="none" cap="none" strike="noStrike">
                <a:solidFill>
                  <a:schemeClr val="dk1"/>
                </a:solidFill>
                <a:latin typeface="Calibri"/>
                <a:ea typeface="Calibri"/>
                <a:cs typeface="Calibri"/>
                <a:sym typeface="Calibri"/>
              </a:rPr>
              <a:t>:</a:t>
            </a:r>
            <a:endParaRPr b="0" i="0" sz="2100" u="none" cap="none" strike="noStrike">
              <a:solidFill>
                <a:schemeClr val="dk1"/>
              </a:solidFill>
              <a:latin typeface="Calibri"/>
              <a:ea typeface="Calibri"/>
              <a:cs typeface="Calibri"/>
              <a:sym typeface="Calibri"/>
            </a:endParaRPr>
          </a:p>
          <a:p>
            <a:pPr indent="-342900" lvl="2" marL="1415415" marR="0" rtl="0" algn="l">
              <a:spcBef>
                <a:spcPts val="1050"/>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 </a:t>
            </a:r>
            <a:r>
              <a:rPr b="1" i="0" lang="pt-BR" sz="2100" u="none" cap="none" strike="noStrike">
                <a:solidFill>
                  <a:schemeClr val="dk1"/>
                </a:solidFill>
                <a:latin typeface="Calibri"/>
                <a:ea typeface="Calibri"/>
                <a:cs typeface="Calibri"/>
                <a:sym typeface="Calibri"/>
              </a:rPr>
              <a:t>Exclusão mútua</a:t>
            </a:r>
            <a:r>
              <a:rPr b="0" i="0" lang="pt-BR" sz="2100" u="none" cap="none" strike="noStrike">
                <a:solidFill>
                  <a:schemeClr val="dk1"/>
                </a:solidFill>
                <a:latin typeface="Calibri"/>
                <a:ea typeface="Calibri"/>
                <a:cs typeface="Calibri"/>
                <a:sym typeface="Calibri"/>
              </a:rPr>
              <a:t>: Cada recurso só pode estar alocado a um único processo por vez;</a:t>
            </a:r>
            <a:endParaRPr b="0" i="0" sz="2100" u="none" cap="none" strike="noStrike">
              <a:solidFill>
                <a:schemeClr val="dk1"/>
              </a:solidFill>
              <a:latin typeface="Calibri"/>
              <a:ea typeface="Calibri"/>
              <a:cs typeface="Calibri"/>
              <a:sym typeface="Calibri"/>
            </a:endParaRPr>
          </a:p>
          <a:p>
            <a:pPr indent="-342900" lvl="2" marL="1415415" marR="0" rtl="0" algn="l">
              <a:spcBef>
                <a:spcPts val="1050"/>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 </a:t>
            </a:r>
            <a:r>
              <a:rPr b="1" i="0" lang="pt-BR" sz="2100" u="none" cap="none" strike="noStrike">
                <a:solidFill>
                  <a:schemeClr val="dk1"/>
                </a:solidFill>
                <a:latin typeface="Calibri"/>
                <a:ea typeface="Calibri"/>
                <a:cs typeface="Calibri"/>
                <a:sym typeface="Calibri"/>
              </a:rPr>
              <a:t>Espera por recurso</a:t>
            </a:r>
            <a:r>
              <a:rPr b="0" i="0" lang="pt-BR" sz="2100" u="none" cap="none" strike="noStrike">
                <a:solidFill>
                  <a:schemeClr val="dk1"/>
                </a:solidFill>
                <a:latin typeface="Calibri"/>
                <a:ea typeface="Calibri"/>
                <a:cs typeface="Calibri"/>
                <a:sym typeface="Calibri"/>
              </a:rPr>
              <a:t>: Um processo, apesar dos recursos alocados, pode estar esperando por um novo recurso;</a:t>
            </a:r>
            <a:endParaRPr b="0" i="0" sz="2100" u="none" cap="none" strike="noStrike">
              <a:solidFill>
                <a:schemeClr val="dk1"/>
              </a:solidFill>
              <a:latin typeface="Calibri"/>
              <a:ea typeface="Calibri"/>
              <a:cs typeface="Calibri"/>
              <a:sym typeface="Calibri"/>
            </a:endParaRPr>
          </a:p>
          <a:p>
            <a:pPr indent="-342900" lvl="2" marL="1415415" marR="0" rtl="0" algn="l">
              <a:spcBef>
                <a:spcPts val="1050"/>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 </a:t>
            </a:r>
            <a:r>
              <a:rPr b="1" i="0" lang="pt-BR" sz="2100" u="none" cap="none" strike="noStrike">
                <a:solidFill>
                  <a:schemeClr val="dk1"/>
                </a:solidFill>
                <a:latin typeface="Calibri"/>
                <a:ea typeface="Calibri"/>
                <a:cs typeface="Calibri"/>
                <a:sym typeface="Calibri"/>
              </a:rPr>
              <a:t>Não-preempção</a:t>
            </a:r>
            <a:r>
              <a:rPr b="0" i="0" lang="pt-BR" sz="2100" u="none" cap="none" strike="noStrike">
                <a:solidFill>
                  <a:schemeClr val="dk1"/>
                </a:solidFill>
                <a:latin typeface="Calibri"/>
                <a:ea typeface="Calibri"/>
                <a:cs typeface="Calibri"/>
                <a:sym typeface="Calibri"/>
              </a:rPr>
              <a:t>: Recurso não é liberado de um processo quando solicitado por outro processo;</a:t>
            </a:r>
            <a:endParaRPr b="0" i="0" sz="2100" u="none" cap="none" strike="noStrike">
              <a:solidFill>
                <a:schemeClr val="dk1"/>
              </a:solidFill>
              <a:latin typeface="Calibri"/>
              <a:ea typeface="Calibri"/>
              <a:cs typeface="Calibri"/>
              <a:sym typeface="Calibri"/>
            </a:endParaRPr>
          </a:p>
          <a:p>
            <a:pPr indent="-342900" lvl="2" marL="1415415" marR="0" rtl="0" algn="l">
              <a:spcBef>
                <a:spcPts val="1050"/>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 </a:t>
            </a:r>
            <a:r>
              <a:rPr b="1" i="0" lang="pt-BR" sz="2100" u="none" cap="none" strike="noStrike">
                <a:solidFill>
                  <a:schemeClr val="dk1"/>
                </a:solidFill>
                <a:latin typeface="Calibri"/>
                <a:ea typeface="Calibri"/>
                <a:cs typeface="Calibri"/>
                <a:sym typeface="Calibri"/>
              </a:rPr>
              <a:t>Espera circular</a:t>
            </a:r>
            <a:r>
              <a:rPr b="0" i="0" lang="pt-BR" sz="2100" u="none" cap="none" strike="noStrike">
                <a:solidFill>
                  <a:schemeClr val="dk1"/>
                </a:solidFill>
                <a:latin typeface="Calibri"/>
                <a:ea typeface="Calibri"/>
                <a:cs typeface="Calibri"/>
                <a:sym typeface="Calibri"/>
              </a:rPr>
              <a:t>: Processo pode ter que esperar por um recurso alocado a outro processo e vice-versa.</a:t>
            </a:r>
            <a:endParaRPr b="0" i="0" sz="2100" u="none" cap="none" strike="noStrike">
              <a:solidFill>
                <a:schemeClr val="dk1"/>
              </a:solidFill>
              <a:latin typeface="Calibri"/>
              <a:ea typeface="Calibri"/>
              <a:cs typeface="Calibri"/>
              <a:sym typeface="Calibri"/>
            </a:endParaRPr>
          </a:p>
          <a:p>
            <a:pPr indent="0" lvl="0" marL="0" marR="0" rtl="0" algn="just">
              <a:lnSpc>
                <a:spcPct val="90000"/>
              </a:lnSpc>
              <a:spcBef>
                <a:spcPts val="750"/>
              </a:spcBef>
              <a:spcAft>
                <a:spcPts val="0"/>
              </a:spcAft>
              <a:buNone/>
            </a:pPr>
            <a:r>
              <a:t/>
            </a:r>
            <a:endParaRPr sz="2100">
              <a:solidFill>
                <a:schemeClr val="dk1"/>
              </a:solidFill>
              <a:latin typeface="Calibri"/>
              <a:ea typeface="Calibri"/>
              <a:cs typeface="Calibri"/>
              <a:sym typeface="Calibri"/>
            </a:endParaRPr>
          </a:p>
          <a:p>
            <a:pPr indent="-209550" lvl="0" marL="342900" marR="0" rtl="0" algn="just">
              <a:lnSpc>
                <a:spcPct val="90000"/>
              </a:lnSpc>
              <a:spcBef>
                <a:spcPts val="750"/>
              </a:spcBef>
              <a:spcAft>
                <a:spcPts val="0"/>
              </a:spcAft>
              <a:buClr>
                <a:schemeClr val="dk1"/>
              </a:buClr>
              <a:buSzPts val="2100"/>
              <a:buFont typeface="Arial"/>
              <a:buNone/>
            </a:pPr>
            <a:r>
              <a:t/>
            </a:r>
            <a:endParaRPr sz="2100">
              <a:solidFill>
                <a:schemeClr val="dk1"/>
              </a:solidFill>
              <a:latin typeface="Calibri"/>
              <a:ea typeface="Calibri"/>
              <a:cs typeface="Calibri"/>
              <a:sym typeface="Calibri"/>
            </a:endParaRPr>
          </a:p>
        </p:txBody>
      </p:sp>
      <p:sp>
        <p:nvSpPr>
          <p:cNvPr id="597" name="Google Shape;597;p16"/>
          <p:cNvSpPr txBox="1"/>
          <p:nvPr/>
        </p:nvSpPr>
        <p:spPr>
          <a:xfrm>
            <a:off x="2610930" y="296176"/>
            <a:ext cx="698452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400">
                <a:solidFill>
                  <a:schemeClr val="dk1"/>
                </a:solidFill>
                <a:latin typeface="Calibri"/>
                <a:ea typeface="Calibri"/>
                <a:cs typeface="Calibri"/>
                <a:sym typeface="Calibri"/>
              </a:rPr>
              <a:t>Comunicação entre Processos</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i="1" lang="pt-BR" sz="2400">
                <a:solidFill>
                  <a:schemeClr val="dk1"/>
                </a:solidFill>
                <a:latin typeface="Calibri"/>
                <a:ea typeface="Calibri"/>
                <a:cs typeface="Calibri"/>
                <a:sym typeface="Calibri"/>
              </a:rPr>
              <a:t>Deadlocks</a:t>
            </a:r>
            <a:endParaRPr/>
          </a:p>
        </p:txBody>
      </p:sp>
      <p:pic>
        <p:nvPicPr>
          <p:cNvPr id="598" name="Google Shape;598;p16" title="sc-arma.png"/>
          <p:cNvPicPr preferRelativeResize="0"/>
          <p:nvPr/>
        </p:nvPicPr>
        <p:blipFill rotWithShape="1">
          <a:blip r:embed="rId3">
            <a:alphaModFix/>
          </a:blip>
          <a:srcRect b="6094" l="25927" r="26370" t="6094"/>
          <a:stretch/>
        </p:blipFill>
        <p:spPr>
          <a:xfrm>
            <a:off x="117900" y="226900"/>
            <a:ext cx="689025" cy="7420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7"/>
          <p:cNvSpPr/>
          <p:nvPr/>
        </p:nvSpPr>
        <p:spPr>
          <a:xfrm>
            <a:off x="117895" y="-4313"/>
            <a:ext cx="11976337" cy="215659"/>
          </a:xfrm>
          <a:prstGeom prst="rect">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4" name="Google Shape;604;p17"/>
          <p:cNvSpPr txBox="1"/>
          <p:nvPr/>
        </p:nvSpPr>
        <p:spPr>
          <a:xfrm>
            <a:off x="109269" y="1906439"/>
            <a:ext cx="11987700" cy="35502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pt-BR" sz="2100">
                <a:solidFill>
                  <a:schemeClr val="dk1"/>
                </a:solidFill>
                <a:latin typeface="Calibri"/>
                <a:ea typeface="Calibri"/>
                <a:cs typeface="Calibri"/>
                <a:sym typeface="Calibri"/>
              </a:rPr>
              <a:t> </a:t>
            </a:r>
            <a:r>
              <a:rPr b="1" lang="pt-BR" sz="2100">
                <a:solidFill>
                  <a:schemeClr val="dk1"/>
                </a:solidFill>
                <a:latin typeface="Calibri"/>
                <a:ea typeface="Calibri"/>
                <a:cs typeface="Calibri"/>
                <a:sym typeface="Calibri"/>
              </a:rPr>
              <a:t>Deadlock</a:t>
            </a:r>
            <a:endParaRPr sz="2100">
              <a:solidFill>
                <a:schemeClr val="dk1"/>
              </a:solidFill>
              <a:latin typeface="Calibri"/>
              <a:ea typeface="Calibri"/>
              <a:cs typeface="Calibri"/>
              <a:sym typeface="Calibri"/>
            </a:endParaRPr>
          </a:p>
          <a:p>
            <a:pPr indent="-342900" lvl="1" marL="800100" marR="0" rtl="0" algn="just">
              <a:spcBef>
                <a:spcPts val="1050"/>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 Evitar que as condições para </a:t>
            </a:r>
            <a:r>
              <a:rPr b="0" i="1" lang="pt-BR" sz="2100" u="none" cap="none" strike="noStrike">
                <a:solidFill>
                  <a:schemeClr val="dk1"/>
                </a:solidFill>
                <a:latin typeface="Calibri"/>
                <a:ea typeface="Calibri"/>
                <a:cs typeface="Calibri"/>
                <a:sym typeface="Calibri"/>
              </a:rPr>
              <a:t>deadlock</a:t>
            </a:r>
            <a:r>
              <a:rPr b="0" i="0" lang="pt-BR" sz="2100" u="none" cap="none" strike="noStrike">
                <a:solidFill>
                  <a:schemeClr val="dk1"/>
                </a:solidFill>
                <a:latin typeface="Calibri"/>
                <a:ea typeface="Calibri"/>
                <a:cs typeface="Calibri"/>
                <a:sym typeface="Calibri"/>
              </a:rPr>
              <a:t> ocorram simultaneamente;</a:t>
            </a:r>
            <a:endParaRPr b="0" i="0" sz="2100" u="none" cap="none" strike="noStrike">
              <a:solidFill>
                <a:schemeClr val="dk1"/>
              </a:solidFill>
              <a:latin typeface="Calibri"/>
              <a:ea typeface="Calibri"/>
              <a:cs typeface="Calibri"/>
              <a:sym typeface="Calibri"/>
            </a:endParaRPr>
          </a:p>
          <a:p>
            <a:pPr indent="-342900" lvl="1" marL="800100" marR="0" rtl="0" algn="just">
              <a:spcBef>
                <a:spcPts val="1050"/>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 Evitar que pelo menos uma das condições para </a:t>
            </a:r>
            <a:r>
              <a:rPr b="0" i="1" lang="pt-BR" sz="2100" u="none" cap="none" strike="noStrike">
                <a:solidFill>
                  <a:schemeClr val="dk1"/>
                </a:solidFill>
                <a:latin typeface="Calibri"/>
                <a:ea typeface="Calibri"/>
                <a:cs typeface="Calibri"/>
                <a:sym typeface="Calibri"/>
              </a:rPr>
              <a:t>deadlock</a:t>
            </a:r>
            <a:r>
              <a:rPr b="0" i="0" lang="pt-BR" sz="2100" u="none" cap="none" strike="noStrike">
                <a:solidFill>
                  <a:schemeClr val="dk1"/>
                </a:solidFill>
                <a:latin typeface="Calibri"/>
                <a:ea typeface="Calibri"/>
                <a:cs typeface="Calibri"/>
                <a:sym typeface="Calibri"/>
              </a:rPr>
              <a:t> ocorra:</a:t>
            </a:r>
            <a:endParaRPr b="0" i="0" sz="2100" u="none" cap="none" strike="noStrike">
              <a:solidFill>
                <a:schemeClr val="dk1"/>
              </a:solidFill>
              <a:latin typeface="Calibri"/>
              <a:ea typeface="Calibri"/>
              <a:cs typeface="Calibri"/>
              <a:sym typeface="Calibri"/>
            </a:endParaRPr>
          </a:p>
          <a:p>
            <a:pPr indent="-342900" lvl="3" marL="1714500" marR="0" rtl="0" algn="just">
              <a:spcBef>
                <a:spcPts val="1050"/>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 Forçar o processo a ter apenas um recurso por vez (evita a espera circular);</a:t>
            </a:r>
            <a:endParaRPr b="0" i="0" sz="2100" u="none" cap="none" strike="noStrike">
              <a:solidFill>
                <a:schemeClr val="dk1"/>
              </a:solidFill>
              <a:latin typeface="Calibri"/>
              <a:ea typeface="Calibri"/>
              <a:cs typeface="Calibri"/>
              <a:sym typeface="Calibri"/>
            </a:endParaRPr>
          </a:p>
          <a:p>
            <a:pPr indent="-342900" lvl="3" marL="1714500" marR="0" rtl="0" algn="just">
              <a:spcBef>
                <a:spcPts val="1050"/>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 Permitir preempção;</a:t>
            </a:r>
            <a:endParaRPr b="0" i="0" sz="2100" u="none" cap="none" strike="noStrike">
              <a:solidFill>
                <a:schemeClr val="dk1"/>
              </a:solidFill>
              <a:latin typeface="Calibri"/>
              <a:ea typeface="Calibri"/>
              <a:cs typeface="Calibri"/>
              <a:sym typeface="Calibri"/>
            </a:endParaRPr>
          </a:p>
          <a:p>
            <a:pPr indent="-342900" lvl="3" marL="1714500" marR="0" rtl="0" algn="just">
              <a:spcBef>
                <a:spcPts val="1050"/>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 Processos que possuem recurso não podem solicitar outro recurso;</a:t>
            </a:r>
            <a:endParaRPr b="0" i="0" sz="2100" u="none" cap="none" strike="noStrike">
              <a:solidFill>
                <a:schemeClr val="dk1"/>
              </a:solidFill>
              <a:latin typeface="Calibri"/>
              <a:ea typeface="Calibri"/>
              <a:cs typeface="Calibri"/>
              <a:sym typeface="Calibri"/>
            </a:endParaRPr>
          </a:p>
          <a:p>
            <a:pPr indent="-342900" lvl="3" marL="1714500" marR="0" rtl="0" algn="just">
              <a:spcBef>
                <a:spcPts val="1050"/>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 Compartilhamento de recursos!</a:t>
            </a:r>
            <a:endParaRPr b="0" i="0" sz="1800" u="none" cap="none" strike="noStrike">
              <a:solidFill>
                <a:schemeClr val="dk1"/>
              </a:solidFill>
              <a:latin typeface="Calibri"/>
              <a:ea typeface="Calibri"/>
              <a:cs typeface="Calibri"/>
              <a:sym typeface="Calibri"/>
            </a:endParaRPr>
          </a:p>
          <a:p>
            <a:pPr indent="-209550" lvl="0" marL="342900" marR="0" rtl="0" algn="just">
              <a:lnSpc>
                <a:spcPct val="90000"/>
              </a:lnSpc>
              <a:spcBef>
                <a:spcPts val="750"/>
              </a:spcBef>
              <a:spcAft>
                <a:spcPts val="0"/>
              </a:spcAft>
              <a:buClr>
                <a:schemeClr val="dk1"/>
              </a:buClr>
              <a:buSzPts val="2100"/>
              <a:buFont typeface="Arial"/>
              <a:buNone/>
            </a:pPr>
            <a:r>
              <a:t/>
            </a:r>
            <a:endParaRPr sz="2100">
              <a:solidFill>
                <a:schemeClr val="dk1"/>
              </a:solidFill>
              <a:latin typeface="Calibri"/>
              <a:ea typeface="Calibri"/>
              <a:cs typeface="Calibri"/>
              <a:sym typeface="Calibri"/>
            </a:endParaRPr>
          </a:p>
        </p:txBody>
      </p:sp>
      <p:sp>
        <p:nvSpPr>
          <p:cNvPr id="605" name="Google Shape;605;p17"/>
          <p:cNvSpPr txBox="1"/>
          <p:nvPr/>
        </p:nvSpPr>
        <p:spPr>
          <a:xfrm>
            <a:off x="2610930" y="296176"/>
            <a:ext cx="698452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400">
                <a:solidFill>
                  <a:schemeClr val="dk1"/>
                </a:solidFill>
                <a:latin typeface="Calibri"/>
                <a:ea typeface="Calibri"/>
                <a:cs typeface="Calibri"/>
                <a:sym typeface="Calibri"/>
              </a:rPr>
              <a:t>Comunicação entre Processos</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i="1" lang="pt-BR" sz="2400">
                <a:solidFill>
                  <a:schemeClr val="dk1"/>
                </a:solidFill>
                <a:latin typeface="Calibri"/>
                <a:ea typeface="Calibri"/>
                <a:cs typeface="Calibri"/>
                <a:sym typeface="Calibri"/>
              </a:rPr>
              <a:t>Deadlocks</a:t>
            </a:r>
            <a:endParaRPr/>
          </a:p>
        </p:txBody>
      </p:sp>
      <p:pic>
        <p:nvPicPr>
          <p:cNvPr id="606" name="Google Shape;606;p17" title="sc-arma.png"/>
          <p:cNvPicPr preferRelativeResize="0"/>
          <p:nvPr/>
        </p:nvPicPr>
        <p:blipFill rotWithShape="1">
          <a:blip r:embed="rId3">
            <a:alphaModFix/>
          </a:blip>
          <a:srcRect b="6094" l="25927" r="26370" t="6094"/>
          <a:stretch/>
        </p:blipFill>
        <p:spPr>
          <a:xfrm>
            <a:off x="117900" y="226900"/>
            <a:ext cx="689025" cy="7420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18"/>
          <p:cNvSpPr/>
          <p:nvPr/>
        </p:nvSpPr>
        <p:spPr>
          <a:xfrm>
            <a:off x="117895" y="-4313"/>
            <a:ext cx="11976337" cy="215659"/>
          </a:xfrm>
          <a:prstGeom prst="rect">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2" name="Google Shape;612;p18"/>
          <p:cNvSpPr txBox="1"/>
          <p:nvPr/>
        </p:nvSpPr>
        <p:spPr>
          <a:xfrm>
            <a:off x="109269" y="1906439"/>
            <a:ext cx="11987700" cy="30924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2100">
                <a:solidFill>
                  <a:schemeClr val="dk1"/>
                </a:solidFill>
                <a:latin typeface="Calibri"/>
                <a:ea typeface="Calibri"/>
                <a:cs typeface="Calibri"/>
                <a:sym typeface="Calibri"/>
              </a:rPr>
              <a:t>Detecção de </a:t>
            </a:r>
            <a:r>
              <a:rPr b="1" i="1" lang="pt-BR" sz="2100">
                <a:solidFill>
                  <a:schemeClr val="dk1"/>
                </a:solidFill>
                <a:latin typeface="Calibri"/>
                <a:ea typeface="Calibri"/>
                <a:cs typeface="Calibri"/>
                <a:sym typeface="Calibri"/>
              </a:rPr>
              <a:t>deadlock:</a:t>
            </a:r>
            <a:endParaRPr b="1" i="1" sz="2100">
              <a:solidFill>
                <a:schemeClr val="dk1"/>
              </a:solidFill>
              <a:latin typeface="Calibri"/>
              <a:ea typeface="Calibri"/>
              <a:cs typeface="Calibri"/>
              <a:sym typeface="Calibri"/>
            </a:endParaRPr>
          </a:p>
          <a:p>
            <a:pPr indent="-361950" lvl="1" marL="914400" marR="0" rtl="0" algn="just">
              <a:spcBef>
                <a:spcPts val="1050"/>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Se dá através da verificação de espera circular;</a:t>
            </a:r>
            <a:endParaRPr b="0" i="0" sz="2100" u="none" cap="none" strike="noStrike">
              <a:solidFill>
                <a:schemeClr val="dk1"/>
              </a:solidFill>
              <a:latin typeface="Calibri"/>
              <a:ea typeface="Calibri"/>
              <a:cs typeface="Calibri"/>
              <a:sym typeface="Calibri"/>
            </a:endParaRPr>
          </a:p>
          <a:p>
            <a:pPr indent="0" lvl="0" marL="0" marR="0" rtl="0" algn="just">
              <a:spcBef>
                <a:spcPts val="1050"/>
              </a:spcBef>
              <a:spcAft>
                <a:spcPts val="0"/>
              </a:spcAft>
              <a:buNone/>
            </a:pPr>
            <a:r>
              <a:rPr b="1" lang="pt-BR" sz="2100">
                <a:solidFill>
                  <a:schemeClr val="dk1"/>
                </a:solidFill>
                <a:latin typeface="Calibri"/>
                <a:ea typeface="Calibri"/>
                <a:cs typeface="Calibri"/>
                <a:sym typeface="Calibri"/>
              </a:rPr>
              <a:t>Correção de </a:t>
            </a:r>
            <a:r>
              <a:rPr b="1" i="1" lang="pt-BR" sz="2100">
                <a:solidFill>
                  <a:schemeClr val="dk1"/>
                </a:solidFill>
                <a:latin typeface="Calibri"/>
                <a:ea typeface="Calibri"/>
                <a:cs typeface="Calibri"/>
                <a:sym typeface="Calibri"/>
              </a:rPr>
              <a:t>deadlocks</a:t>
            </a:r>
            <a:r>
              <a:rPr b="1" lang="pt-BR" sz="2100">
                <a:solidFill>
                  <a:schemeClr val="dk1"/>
                </a:solidFill>
                <a:latin typeface="Calibri"/>
                <a:ea typeface="Calibri"/>
                <a:cs typeface="Calibri"/>
                <a:sym typeface="Calibri"/>
              </a:rPr>
              <a:t>:</a:t>
            </a:r>
            <a:endParaRPr sz="2100">
              <a:solidFill>
                <a:schemeClr val="dk1"/>
              </a:solidFill>
              <a:latin typeface="Calibri"/>
              <a:ea typeface="Calibri"/>
              <a:cs typeface="Calibri"/>
              <a:sym typeface="Calibri"/>
            </a:endParaRPr>
          </a:p>
          <a:p>
            <a:pPr indent="-361950" lvl="1" marL="914400" marR="0" rtl="0" algn="just">
              <a:spcBef>
                <a:spcPts val="1050"/>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Eliminar todos os processos envolvidos no </a:t>
            </a:r>
            <a:r>
              <a:rPr b="0" i="1" lang="pt-BR" sz="2100" u="none" cap="none" strike="noStrike">
                <a:solidFill>
                  <a:schemeClr val="dk1"/>
                </a:solidFill>
                <a:latin typeface="Calibri"/>
                <a:ea typeface="Calibri"/>
                <a:cs typeface="Calibri"/>
                <a:sym typeface="Calibri"/>
              </a:rPr>
              <a:t>deadlock;</a:t>
            </a:r>
            <a:endParaRPr b="0" i="1" sz="2100" u="none" cap="none" strike="noStrike">
              <a:solidFill>
                <a:schemeClr val="dk1"/>
              </a:solidFill>
              <a:latin typeface="Calibri"/>
              <a:ea typeface="Calibri"/>
              <a:cs typeface="Calibri"/>
              <a:sym typeface="Calibri"/>
            </a:endParaRPr>
          </a:p>
          <a:p>
            <a:pPr indent="-361950" lvl="1" marL="914400" marR="0" rtl="0" algn="just">
              <a:spcBef>
                <a:spcPts val="1050"/>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Eliminar apenas um dos processos envolvidos no </a:t>
            </a:r>
            <a:r>
              <a:rPr b="0" i="1" lang="pt-BR" sz="2100" u="none" cap="none" strike="noStrike">
                <a:solidFill>
                  <a:schemeClr val="dk1"/>
                </a:solidFill>
                <a:latin typeface="Calibri"/>
                <a:ea typeface="Calibri"/>
                <a:cs typeface="Calibri"/>
                <a:sym typeface="Calibri"/>
              </a:rPr>
              <a:t>deadlock;</a:t>
            </a:r>
            <a:endParaRPr b="0" i="1" sz="2100" u="none" cap="none" strike="noStrike">
              <a:solidFill>
                <a:schemeClr val="dk1"/>
              </a:solidFill>
              <a:latin typeface="Calibri"/>
              <a:ea typeface="Calibri"/>
              <a:cs typeface="Calibri"/>
              <a:sym typeface="Calibri"/>
            </a:endParaRPr>
          </a:p>
          <a:p>
            <a:pPr indent="-361950" lvl="1" marL="914400" marR="0" rtl="0" algn="just">
              <a:spcBef>
                <a:spcPts val="1050"/>
              </a:spcBef>
              <a:spcAft>
                <a:spcPts val="0"/>
              </a:spcAft>
              <a:buClr>
                <a:schemeClr val="dk1"/>
              </a:buClr>
              <a:buSzPts val="2100"/>
              <a:buFont typeface="Arial"/>
              <a:buChar char="○"/>
            </a:pPr>
            <a:r>
              <a:rPr b="0" i="0" lang="pt-BR" sz="2100" u="none" cap="none" strike="noStrike">
                <a:solidFill>
                  <a:schemeClr val="dk1"/>
                </a:solidFill>
                <a:latin typeface="Calibri"/>
                <a:ea typeface="Calibri"/>
                <a:cs typeface="Calibri"/>
                <a:sym typeface="Calibri"/>
              </a:rPr>
              <a:t>Liberar apenas alguns recursos alocados aos processos em </a:t>
            </a:r>
            <a:r>
              <a:rPr b="0" i="1" lang="pt-BR" sz="2100" u="none" cap="none" strike="noStrike">
                <a:solidFill>
                  <a:schemeClr val="dk1"/>
                </a:solidFill>
                <a:latin typeface="Calibri"/>
                <a:ea typeface="Calibri"/>
                <a:cs typeface="Calibri"/>
                <a:sym typeface="Calibri"/>
              </a:rPr>
              <a:t>deadlock.</a:t>
            </a:r>
            <a:endParaRPr b="0" i="0" sz="1800" u="none" cap="none" strike="noStrike">
              <a:solidFill>
                <a:schemeClr val="dk1"/>
              </a:solidFill>
              <a:latin typeface="Calibri"/>
              <a:ea typeface="Calibri"/>
              <a:cs typeface="Calibri"/>
              <a:sym typeface="Calibri"/>
            </a:endParaRPr>
          </a:p>
          <a:p>
            <a:pPr indent="-209550" lvl="0" marL="342900" marR="0" rtl="0" algn="just">
              <a:lnSpc>
                <a:spcPct val="90000"/>
              </a:lnSpc>
              <a:spcBef>
                <a:spcPts val="750"/>
              </a:spcBef>
              <a:spcAft>
                <a:spcPts val="0"/>
              </a:spcAft>
              <a:buClr>
                <a:schemeClr val="dk1"/>
              </a:buClr>
              <a:buSzPts val="2100"/>
              <a:buFont typeface="Arial"/>
              <a:buNone/>
            </a:pPr>
            <a:r>
              <a:t/>
            </a:r>
            <a:endParaRPr sz="2100">
              <a:solidFill>
                <a:schemeClr val="dk1"/>
              </a:solidFill>
              <a:latin typeface="Calibri"/>
              <a:ea typeface="Calibri"/>
              <a:cs typeface="Calibri"/>
              <a:sym typeface="Calibri"/>
            </a:endParaRPr>
          </a:p>
        </p:txBody>
      </p:sp>
      <p:sp>
        <p:nvSpPr>
          <p:cNvPr id="613" name="Google Shape;613;p18"/>
          <p:cNvSpPr txBox="1"/>
          <p:nvPr/>
        </p:nvSpPr>
        <p:spPr>
          <a:xfrm>
            <a:off x="2610930" y="296176"/>
            <a:ext cx="698452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400">
                <a:solidFill>
                  <a:schemeClr val="dk1"/>
                </a:solidFill>
                <a:latin typeface="Calibri"/>
                <a:ea typeface="Calibri"/>
                <a:cs typeface="Calibri"/>
                <a:sym typeface="Calibri"/>
              </a:rPr>
              <a:t>Comunicação entre Processos</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i="1" lang="pt-BR" sz="2400">
                <a:solidFill>
                  <a:schemeClr val="dk1"/>
                </a:solidFill>
                <a:latin typeface="Calibri"/>
                <a:ea typeface="Calibri"/>
                <a:cs typeface="Calibri"/>
                <a:sym typeface="Calibri"/>
              </a:rPr>
              <a:t>Deadlocks</a:t>
            </a:r>
            <a:endParaRPr/>
          </a:p>
        </p:txBody>
      </p:sp>
      <p:pic>
        <p:nvPicPr>
          <p:cNvPr id="614" name="Google Shape;614;p18" title="sc-arma.png"/>
          <p:cNvPicPr preferRelativeResize="0"/>
          <p:nvPr/>
        </p:nvPicPr>
        <p:blipFill rotWithShape="1">
          <a:blip r:embed="rId3">
            <a:alphaModFix/>
          </a:blip>
          <a:srcRect b="6094" l="25927" r="26370" t="6094"/>
          <a:stretch/>
        </p:blipFill>
        <p:spPr>
          <a:xfrm>
            <a:off x="117900" y="226900"/>
            <a:ext cx="689025" cy="7420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19"/>
          <p:cNvSpPr/>
          <p:nvPr/>
        </p:nvSpPr>
        <p:spPr>
          <a:xfrm>
            <a:off x="117895" y="-4313"/>
            <a:ext cx="11976337" cy="215659"/>
          </a:xfrm>
          <a:prstGeom prst="rect">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0" name="Google Shape;620;p19"/>
          <p:cNvSpPr txBox="1"/>
          <p:nvPr/>
        </p:nvSpPr>
        <p:spPr>
          <a:xfrm>
            <a:off x="2610930" y="296176"/>
            <a:ext cx="698452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400">
                <a:solidFill>
                  <a:schemeClr val="dk1"/>
                </a:solidFill>
                <a:latin typeface="Calibri"/>
                <a:ea typeface="Calibri"/>
                <a:cs typeface="Calibri"/>
                <a:sym typeface="Calibri"/>
              </a:rPr>
              <a:t>Comunicação entre Processos</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i="1" lang="pt-BR" sz="2400">
                <a:solidFill>
                  <a:schemeClr val="dk1"/>
                </a:solidFill>
                <a:latin typeface="Calibri"/>
                <a:ea typeface="Calibri"/>
                <a:cs typeface="Calibri"/>
                <a:sym typeface="Calibri"/>
              </a:rPr>
              <a:t>Deadlocks</a:t>
            </a:r>
            <a:endParaRPr/>
          </a:p>
        </p:txBody>
      </p:sp>
      <p:pic>
        <p:nvPicPr>
          <p:cNvPr descr="Uma imagem contendo carro, no interior, caminhão, computador&#10;&#10;Descrição gerada automaticamente" id="621" name="Google Shape;621;p19"/>
          <p:cNvPicPr preferRelativeResize="0"/>
          <p:nvPr/>
        </p:nvPicPr>
        <p:blipFill rotWithShape="1">
          <a:blip r:embed="rId3">
            <a:alphaModFix/>
          </a:blip>
          <a:srcRect b="0" l="0" r="0" t="0"/>
          <a:stretch/>
        </p:blipFill>
        <p:spPr>
          <a:xfrm>
            <a:off x="1978325" y="1377972"/>
            <a:ext cx="8235350" cy="5151601"/>
          </a:xfrm>
          <a:prstGeom prst="rect">
            <a:avLst/>
          </a:prstGeom>
          <a:noFill/>
          <a:ln>
            <a:noFill/>
          </a:ln>
        </p:spPr>
      </p:pic>
      <p:pic>
        <p:nvPicPr>
          <p:cNvPr id="622" name="Google Shape;622;p19" title="sc-arma.png"/>
          <p:cNvPicPr preferRelativeResize="0"/>
          <p:nvPr/>
        </p:nvPicPr>
        <p:blipFill rotWithShape="1">
          <a:blip r:embed="rId4">
            <a:alphaModFix/>
          </a:blip>
          <a:srcRect b="6094" l="25927" r="26370" t="6094"/>
          <a:stretch/>
        </p:blipFill>
        <p:spPr>
          <a:xfrm>
            <a:off x="117900" y="226900"/>
            <a:ext cx="689025" cy="7420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id="627" name="Google Shape;627;p20"/>
          <p:cNvSpPr/>
          <p:nvPr/>
        </p:nvSpPr>
        <p:spPr>
          <a:xfrm>
            <a:off x="1679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ata:image/jpeg;base64,/9j/4AAQSkZJRgABAQAAAQABAAD/2wCEAAkGBhQSERUUExQWFRUVFxQXFBgYFBQUFRYUFRUVFBQUFxUXHCYeFxkkGRQUHy8gIycpLCwsFR4xNTAqNSYrLCkBCQoKDQwNDQ8PFCkYFBgpKSkpKSkpKSkpKSkpKSkpKSkpKSkpKSkpKSkpKSkpKSkpKSkpKSkpKSkpKSkpKSkpKf/AABEIALgA+AMBIgACEQEDEQH/xAAcAAABBQEBAQAAAAAAAAAAAAAEAAECAwUGBwj/xAA/EAABAwEGAwUFBgYCAQUAAAABAAIRAwQFEiExQQZRYRMicYGhMkKRscEHUmLR4fAUI3KCkvEVwhYzNEOjsv/EABYBAQEBAAAAAAAAAAAAAAAAAAABAv/EABcRAQEBAQAAAAAAAAAAAAAAAAABERL/2gAMAwEAAhEDEQA/AOXargqWq4FBY0qSg1TQO0pnJk7swgxi5MStK57kdaC8BwBYJgznr+SE/hjmNwYKzyBiVZZ3AHNENul50Cm26HYohJANMmEfUtIawBgz3O87T+4R1n4Sc4agT6ei6awcBs7MTm46mcjHNaHD2azOqxA1KjbLtex0HyXpthuSjSEMALstBOay+IruB1GY5iEHnr6cIi75DvJNaZaYO3nko2ep3h8EGnjSL02FMUEw9O5yi1OgeUsSZJA5cmlJIoJDRRKSi4oEJSDUgVJAlEhSUYQRe1JScEkALSrWmVU1XAoJhTUGlTCB0pSSlBqcKWctqvfsYA65yU942BjLSY94B0dZMozh50tjkq+JbNgqseJzaZ/tP6oL7JQGqLpWVszCFufvnLNb9Kwga7/BAIySQAFsNs/c7zjHp+qzLwrMpiXGI01zPIAa+Coc2tVAkmiz/wCx30Z6nwRFwv0UngMPe0AAk/DbxVF7vc4EmXOOu+vgtO67lo0xI1PtEnvHxOpQ143lTpOGYGeUmOiK8yvRpxkOEEK+4rvFR5c72WCYEyTsAt7jSjjAqRB0PUIm4rKKdP2Dm3FJGWkkDzQYdoZhcRyO/wC9VUSpVny4k7kn4qsIJtU5VYKmgSSSSBSmJTOTIHnJRlOoFBOVKVWFJA5KdpUU0oJPcmUXFJAGwq0FUAK0ILArAVWFNBIlOCohSQdDwxGZnf6I/iJ1N4bGrJnPIyNPQLmbFaS05FaDq2KG/FB0XDFZrWQRC3KtPH7LgPKVyFO04R4LoLutuJoDf1QT/wCJYx+M953M5kf07N8gh7zvdje7qdgAS4+AGaOtN1vqa1C0bwBPkTp6oejRpUPZGHm45uOe5OqIBoWW0VhkRQZzd3qhHRujfMlO+7KNmOI95273mXHz90eEKwW1z8Ro6DVzsm+XPw+SAddjasmq7tOU+z5N5dUFl6VW12aNwnSBkhrfauzshg7BvLpHoiagEdF0vDNgoV6GbQ8hzmPDgHQ5pygHQQQckI8hxJL2etwVZDrQpjwDgfQoJ32b2V/ste3qHu9AZRXkwKnK9Gtv2VU//jrPB/E1rh6QsC3fZ5aac4Q2oPwuz/xKDmcSaVda7E+kcNRjmHk5pb89VQgdQlTUEDk5KKmoFAlIBRSAQTKZKExCBnFJQeUkA4VocqQVY1BY12asBVQKspsJMDU6IJgqxtEnotGy3cGwXCT6D9VfbKDjhcyS4ZQN+iDLwgbyfJE2UalHXxdZpuYHCCWB+m5JBHkQqabIj1QF0mmM1oXZefZkZeaCpnRSLQUHVf8AIOeO78dkPWsdOmC+r3zr3vZHg3TzOazbJbcAhUW+qa5h5hojuicz1OwRkxvPtSQ2RTB/y/RXmqNtFmWmgdWGD4SD48vFRsNsxEtcIc3USCPEIrQeckR9mt7xbbRQOlSXtH4max4j5IJ5VfD9mwXnQqhw77nNI/sdJQj1/shGing5J4yVVB5gzmQSimqUVW2lIlPWtUA5JqFfugoKLTYGvGF7WuB2IkfArnbd9nlmfOFppk/cJj/EyF1nbgqbXAoPEeIOGatkdDhLD7LwIaeh5HosUr6Hr2Rj2lr2hzTqCJBXnnFP2dAlz7LlGtM/9Dt4FB50XKJVtakWkhwIIJBBEEHlCqQJOEycFA5couKkVAlBB6SZxSQCNcrgVQ1WtQEUqZcQAJOy3rDYezGftHU8ugWlc3D/AGdNrnDvuAPgDmB8ERa7NH0QZFZ7mkA94O05gnQT9F2NwXHhAe/2jMDl+qp4fubLtHifuA9ZzXU06cYckGdfnDwtFINBwvbnTcdM4lrjyOXgvP8Asiwua4FrmmHtORBGx/fVetaIC87lpV/bEOAgOGsbA8wg8zZaFcypOiLv+6xZicfdGoLtCOYO6xrRTqupB1KRMnNpa4jm2dkBF7X0KLcLQHPPlA6nZBXTeVV+TAxg5w+ofLn5lYlmcWvlzZM54sz6rfsvELmbAaImNWlYA7OoS8j70QPBo7o+EqLrPTa/G3LKOWSHZeYfnJPgqauJ56IovtcZy0269VOw5W+ygbOJPmISoMwqi5a+K8mR7pjyyB+aD20KFQQpsOSaoJCAG2t2G/7Kk4QFF7pqf0j1KdxQRxqQdmq4UHuzA6oNRmiCc7vR5jqEXPdWfbXQzF9wg/2zn6FBj8T8JUrW3Fk2oB3Xgejh7wXk163XUoVDTqNwuHwI5g7he6MdnHmFlcScOstdMtIhwzY4atP1HMboPEgU+JEXldz6FR1OoIcPgRsR0QZQWYlFzkwcoOcgT3JKBKSCprlfRdmD1Q7Fp3NYe1qtbqNT4DMoPT6NZtWnI1ESOSOsV14qYqN9vbKcgsc2Q0WNeDn7w2g6LqeHJ7FpI1xGAOZQCXbVmWEQ5pJA6H8lqNClarra7vCGvHsu1jlIGvgVTZqxPdeML+Uggxu0jUICJVNVsokMUjSQY9vsFO0U+zrUxUbMiciD95rtQVn8VXWeyY9re7TEGNmnQnoDv1Wm6occePoOSjeV8ss9ImpmDlh1xSNBzKDy+9atMwD7R3jTxKyW2Oo5xwEzy2/RanZteXDCGiSWCScIOeEE5mFo3Q/s3jE0Obz9747oMKjZKwMFpBGxyR9nY4HvL1Fl22e10RhIkDIj2m9CPouSt3D9SlVFPDJcYYRo7z+aCF0XM+0HC3LLMnQeKVh4fFktoae86WlztMjBMA6BegXDc7aFMAZuObjzP5LD4ksg/i2OzzAnwaURYz7QaOmCodtG/miGcdUCQ3DUk8mg/JyCsnD1I+5A9fijqV2U2uhjQI1O580UYKk5ie8ZzgH0KvVLdTGyu2QVsQ5d/NA8SiaYQFN01vJBo17RACGt9QdjU/od8iqLwtEEflCBvK1xQf8Ai7o/uMINex5sYfwt+SuDsyqrO2GNHJoVzGoOe4s4Wba6eUNqNnA7/qehXklvsL6NR1Oo0tc3UH5jmOq9/axee/atYQOxqAZ95h+bfkUHnKgVNyqJQRcUkzikg6G5OFBUp9pWeWNJyDRJjmeS6y5+G6dnONhc8ubkHADKctOZj/FF3dg7Q02xlBd1On5I6tSIrYoywtjyBHzQRvWlOBm7j3vSfJb1mcWtAAhsQBufyCw8RfWBLS0NE56k7DoJ+S1AXO2hATabH2gzc6RpBgDoB9VjXnctQQ+k4429czzzW1ZwQFcGIMq6OJA89nVHZ1NM8mu8ORW2CqX2dnvtBHVoKsZRn2XDDHiW+HMdEFNqcym1z3QIEuPT8zovOr3qutj5Pdj2G8h+Z5rp+KaNQsa6Zax0uA0M5Yp/eqzP4YMcx40KI5912ubmRota7rkFZuJpg7jVdZaLsbVpmAJIXN3Laexqlp0mCgKsfDVRpllUNI3Eg+iKHEFSllW/mwYYQA0GBBJdGZ28kbe9oLKJc3eAPE6KVG6cVOmD7ogyOYzjqis88b1SQGU2ieeIrWptdUh1TXkBAHRWC7mjbTorJQSxwIAVTnwD1TPqKguxO6BAVSyCte/JUPerm5hAmnJZ9nP84rQcICzqI/mSga2P70wCsa3VcdSnTGmIOPki7xrFtRzTMahZ13MmoXHwCDsqAloVrULYaktRgQJzkBe1107Qw06gkOHwPMHYo4quoRkUHi3E/DL7I+D3mH2HRkehGzunwWC4L3e9TZ6rDTqlrg7LD7RnpGh6oCxcCWQN/wDbg9ahc9xHgTA+CDxJydejcXfZthmpZB1dS182E/8A5+CSAO77U5rsTdfouxu+1NrMh+vQwfEHZcVTZBW9db+SJHVWGwsZu5x5uMlHMpBZFltR3WhTtKmVRUKdMKqk6USWpojUgiFzVS+h2wp03S0HvEaH8I6K69+IKQDmYhs2ZhpJMEDmuGui0RV/fNUekgB7SDoQQQuVtM0yaTvdOR6HRa9K3hokoa+wytSFWnq3J3OOqJRlwW/E3CdtPBZXE924Hiq0ZO9rodUJdlswOB+K62rSbVplp0cEGHZLSKtIMOodTI6jEF0cwuLoU3UqwYT7Lh5tkLsHvkShFzn5IGo7NObXCGNadEU9R6ts7IQ1NpJR7aBhBU56voPVVSiJ116ImhZxzQJ5yWew9/zWx2YhZVrZD5CAS/m5g8wZ8ln2UQFp8QH+UHcjn4HJcTbuJcGTcz8kR29ltmDMxG8mEq/GFBuhLjybn66LzR96vqZvcfDb4Ld4dvSlTd/MYCDvAJHLVFdA/iWtVyo0o6lSpXTWqma1QwfdaYHmdkS/iSiB3c+gGEK6wXo57MUAAzA/DsUF133Qylm0QemZ+JWkAdig6dqcf39Ve22N3dn0MoAryu+s/OlVg7tIAkdHDRJajDi5jrkElMHmlsu9zTMZK668nAKyxX605Py+Sue+niDmuEzmAqNWnUhGUK7SYJz2lY/8SU1V4cNhyI5oOm7QgZLmeNeMDQo4KZh9SQDuB7xCe76ryDmYzXHfaBPbUxByp8ub3ZegQcraKznnE5xJ5kytbhu1k1Idy+qy2Wd50a4/2lF3Yx7Hg4HR4Hmg9SstOW/vkg7ktIFQsPsulpG2assNubgzMGPoufu17u1fPdh0t6jogOt1M0qrmHY5eB0XT3FbsTY5Ln+KKrajG1GwXN7rgCJg6HyzQdwXk5pkggcyCg3OKqWGpTqDQ5Hy/RaRrw2RnmMvFRtbGWikWEgOiROzhof3zWc+iWgYuTTrvlyQGCuXA9FXQqqkWxs8j+SenXH7hErfs4yB6JqluYN58IPlOizX24kBrdI73h4pCm0aaQMtkUTUtYdEesSr2W8gRAQ1GkXTG2auaAEFjrc/kPgqKlVxzKniCaRzQZd6VcTCx0lp1Ex1XA33czaY7SmTh94EyR1ncL0W8KYhctb7N7TTo+Qek5IOMo29reZWjQvBtQhtNri45AZa9PVYL2wSOUj4LqPs/u8utPaFsspg5nTEYgfCUHXXPww9zWGtDYAkDM+ZXUUbMwdVDtwBLnAc5IHqibLhcA4EEbEEEGeqCwMERkpss42AVjWBTL8IkbeH1QVvhoJOUakpkBVxPzfps0ZgdSdymRNebfwknkiaNmcw7RzlDY3H2RKbsnkwTn90ZlFbP/INGpk8hmnsrHVXQBl8vE7fvRU2K5HHN8MHjn5nZbtnvChRae+2WiYBGLLaJQXVwyzUS5x0BGmp5ADdcraLSatTGREAA5DrMzpqfgpW28H1T2jzH3Gaho2iW5nmeoVT6cANHtOOcHL5T/ooItdDS6cz+JvyU3NhrW/e174jrPLX0VrrM4lrQ10NznbyIb+5Uv4d7nklr8hAkETzjuRzQJ1SXtAnu56sPh9FGnWOJz50y0Zt4nwTNsbw1zsDpMwMJJ5aFvyUX2F4YBhdJ/CT1z7nggiaxDD+L+nfprspPZ7DcvPAfUHxT1LA4Fowuga90xl/Z0PxSFmJecnQB93fQ+7nqUE8E1Mg3ujY4dfPr6JqdR0PcJ/yB+euyqayA5xBGsAt8Y1b1Q9a8abGQ4wT0HPnE7IDqI7rZBzBjL5RrkFoitTbkXEDODgJHQQSPDyWdZb0YxzcJMEES04TMQJIzjVWf+U0KboLQSNMpHkT1CJgqgaz/YafGIEeJ+iPp3HWOZe0fEx6Iayccsfk3Cemh+C0KXEzfBDF9iu+rTMirBOvdn5opt3/AHnE5REAIUX60qDr7CA02Rg5nxKnTpNGgWO6+wqv+aPRFa9qsgcuavi73Nz1GWiIr346MvTNYte9nv1nDMQQRI1OZ2QZNW7aUn+WJLjJlwiTJMT4rXs9jeWYGONKmJhrO5ruXDMrPsL+1qFw9kGBpmcpK27RaRTZJQY1bh5k5txHmXOcfUqdiomzmaLnUj+FxjzacitSm4ugqw2drtYRBt1cf4YbbAG7CswHBP426sPXRdPUtoMAGQYdOuRzB+S88vC68QIGYK3OErS59Dsne3ROA9WHNh+HyQ1vBrqhmcLfUlJEsdkkjLyazOc0ZvJnQd0eExCPZaXgBrXYSfu4G+o+qEpZHEZxH2Ry9dUU2WjOcTujv3yRtZWs4qENMv3OIl3zcR/tbth4TaQ091jdYa2Cehzj/axPZECC467884Lf3mj7LeVSlDGOnnMFo9MuaDpaXD9EEEgkjSXOj4SjG2VrdGtHWBPx1WHS4pzwlk8yHRH0RLOJmEkBj8t5bHzQa8JQsqnxLSM5PAG/d16ZphxPSwl2F8CdQ0THLNBrJALI/wDKKWHFhfH9snONJTVOKaYaDgfntLJ+f7yQa5CkwLCtXFQaBhpSTzcMvJue6FtHFVSQGtYJ8XD1KDpoTWiwMeIcBC5OrxDXLwA8AamGjx1woS0W2pVfDnucGjQkkacojU8kG87h+hiM1QOmJkjdCC77DidmXEZEhod8DELDY2Xuy0yGXUdOQ6KNl0ccz4YuRO0oFaaLCXGk1rQJ9prZORPujL9VCzNkYnOj+kA7xoSEqOVM+fPkNsKWE9n+/vDp9UGqzsWtDnGqZjRjG6+JKur2ig2IZUdP3nho2Gw6+ixajP5YMDbl+Ifdn1Vlob3Wnw08AfuhAc+1NDwBSbBG5e8zB/EBrKlQvJ2NwDWAaiKQBiR47FA2nJzT1PI7/wBPVOacVBlqI0GunKOSC6peD3seHuJAmdQNDsIGo3nVYd52nDS1gnujzP6q29Q7tAwABr8ycstDyWVxW4N7IAzBkoOkuSgGsEbD/autLMbg3YQT1Oy5Gx8Rmm3ZwjIaFdXddpDmBx1dmUBRyb1UKDSB3jJOZUS8OfAI7uvjsmqOkwTEmPJEWU68zAMDfmqbBaatC09uabv4dzcNR4EgYSYf4DfoFbbK4Y3JCVLwf2eDG40nNwubMghwzAOGQM/Qoy077puaRUaSWHNpBcWuYc/anOAfXonWNSf2bGsBJpZ4QTiDSQZgubokgBpnVxHh3fHl4hEUIze7yGF0eWf7zTpI2tpAAYjBJ0EO+H18gp4cLdJcebXT8fXzSSQSADGgR3j+F09fGNPipVyGtDRE75OB67+Xkkkga0AANYMMncB0x8fPyULVBLWgCOjXDpnPxSSQNUIL2t7gG8B0fnoPVTcQagHdgZnJ0czI15BMkgnkanu5Dk4gmOWs5qLQDUccspA7ro2Ay9UySB7Lm9xOn9BI19MgVOx54j1HuSNZ55aJJIIWXRx/6A7Hnpqq6Q7jj/V7h5RqDlqkkgamP5Z89n8x1hOP/T+kOPvDyTpIHe3+UMzts/mR4J63sDP7uXe69YTJIFaTLWnFP+XIczzCstJENIM58nDYHWfFMkghedBry1xxGN+83LXnnqgLx4fpuc0nGRp7w3GY8kkkAtq4TpAtHfaDqd+RyJzV1nuJ1JzQ2q/Ccs2iZ3ASSQWWe530quVZ8PMnEwGTn+Ib5Ky1XW51UE1Xgx3YaIz6Z+GqSSIvpUyHYXFz5HdJGojkClRaASxwmdJaSYidMXLNJJEKjoabhzjuucY8J21SSSRH/9k=" id="628" name="Google Shape;628;p20"/>
          <p:cNvSpPr/>
          <p:nvPr/>
        </p:nvSpPr>
        <p:spPr>
          <a:xfrm>
            <a:off x="1679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9" name="Google Shape;629;p20"/>
          <p:cNvSpPr txBox="1"/>
          <p:nvPr/>
        </p:nvSpPr>
        <p:spPr>
          <a:xfrm>
            <a:off x="3646099" y="253043"/>
            <a:ext cx="492855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800">
                <a:solidFill>
                  <a:schemeClr val="dk1"/>
                </a:solidFill>
                <a:latin typeface="Calibri"/>
                <a:ea typeface="Calibri"/>
                <a:cs typeface="Calibri"/>
                <a:sym typeface="Calibri"/>
              </a:rPr>
              <a:t>Wrap-up</a:t>
            </a:r>
            <a:endParaRPr sz="1800">
              <a:solidFill>
                <a:schemeClr val="dk1"/>
              </a:solidFill>
              <a:latin typeface="Calibri"/>
              <a:ea typeface="Calibri"/>
              <a:cs typeface="Calibri"/>
              <a:sym typeface="Calibri"/>
            </a:endParaRPr>
          </a:p>
        </p:txBody>
      </p:sp>
      <p:sp>
        <p:nvSpPr>
          <p:cNvPr id="630" name="Google Shape;630;p20"/>
          <p:cNvSpPr/>
          <p:nvPr/>
        </p:nvSpPr>
        <p:spPr>
          <a:xfrm>
            <a:off x="103518" y="10064"/>
            <a:ext cx="11976337" cy="215659"/>
          </a:xfrm>
          <a:prstGeom prst="rect">
            <a:avLst/>
          </a:prstGeom>
          <a:solidFill>
            <a:srgbClr val="00B050"/>
          </a:solidFill>
          <a:ln cap="flat" cmpd="sng" w="12700">
            <a:solidFill>
              <a:srgbClr val="20AE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Uma imagem contendo água, campo&#10;&#10;Descrição gerada automaticamente" id="631" name="Google Shape;631;p20"/>
          <p:cNvPicPr preferRelativeResize="0"/>
          <p:nvPr/>
        </p:nvPicPr>
        <p:blipFill rotWithShape="1">
          <a:blip r:embed="rId3">
            <a:alphaModFix/>
          </a:blip>
          <a:srcRect b="0" l="0" r="0" t="0"/>
          <a:stretch/>
        </p:blipFill>
        <p:spPr>
          <a:xfrm rot="-1380000">
            <a:off x="8031193" y="2636484"/>
            <a:ext cx="2743200" cy="1268730"/>
          </a:xfrm>
          <a:prstGeom prst="rect">
            <a:avLst/>
          </a:prstGeom>
          <a:noFill/>
          <a:ln>
            <a:noFill/>
          </a:ln>
        </p:spPr>
      </p:pic>
      <p:pic>
        <p:nvPicPr>
          <p:cNvPr id="632" name="Google Shape;632;p20"/>
          <p:cNvPicPr preferRelativeResize="0"/>
          <p:nvPr/>
        </p:nvPicPr>
        <p:blipFill rotWithShape="1">
          <a:blip r:embed="rId4">
            <a:alphaModFix/>
          </a:blip>
          <a:srcRect b="0" l="0" r="0" t="0"/>
          <a:stretch/>
        </p:blipFill>
        <p:spPr>
          <a:xfrm>
            <a:off x="4724400" y="5822189"/>
            <a:ext cx="2743200" cy="964567"/>
          </a:xfrm>
          <a:prstGeom prst="rect">
            <a:avLst/>
          </a:prstGeom>
          <a:noFill/>
          <a:ln>
            <a:noFill/>
          </a:ln>
        </p:spPr>
      </p:pic>
      <p:sp>
        <p:nvSpPr>
          <p:cNvPr id="633" name="Google Shape;633;p20"/>
          <p:cNvSpPr txBox="1"/>
          <p:nvPr/>
        </p:nvSpPr>
        <p:spPr>
          <a:xfrm>
            <a:off x="253041" y="1719533"/>
            <a:ext cx="11700294" cy="4737707"/>
          </a:xfrm>
          <a:prstGeom prst="rect">
            <a:avLst/>
          </a:prstGeom>
          <a:noFill/>
          <a:ln>
            <a:noFill/>
          </a:ln>
        </p:spPr>
        <p:txBody>
          <a:bodyPr anchorCtr="0" anchor="t" bIns="45700" lIns="91425" spcFirstLastPara="1" rIns="91425" wrap="square" tIns="45700">
            <a:spAutoFit/>
          </a:bodyPr>
          <a:lstStyle/>
          <a:p>
            <a:pPr indent="-342900" lvl="0" marL="342900" marR="0" rtl="0" algn="l">
              <a:lnSpc>
                <a:spcPct val="90000"/>
              </a:lnSpc>
              <a:spcBef>
                <a:spcPts val="0"/>
              </a:spcBef>
              <a:spcAft>
                <a:spcPts val="0"/>
              </a:spcAft>
              <a:buClr>
                <a:schemeClr val="dk1"/>
              </a:buClr>
              <a:buSzPts val="2100"/>
              <a:buFont typeface="Arial"/>
              <a:buChar char="•"/>
            </a:pPr>
            <a:r>
              <a:rPr b="1" lang="pt-BR" sz="2100">
                <a:solidFill>
                  <a:schemeClr val="dk1"/>
                </a:solidFill>
                <a:latin typeface="Calibri"/>
                <a:ea typeface="Calibri"/>
                <a:cs typeface="Calibri"/>
                <a:sym typeface="Calibri"/>
              </a:rPr>
              <a:t>Processos Independentes, Subprocessos e Threads</a:t>
            </a:r>
            <a:br>
              <a:rPr b="1" lang="pt-BR" sz="2100">
                <a:solidFill>
                  <a:schemeClr val="dk1"/>
                </a:solidFill>
                <a:latin typeface="Calibri"/>
                <a:ea typeface="Calibri"/>
                <a:cs typeface="Calibri"/>
                <a:sym typeface="Calibri"/>
              </a:rPr>
            </a:br>
            <a:r>
              <a:rPr lang="pt-BR" sz="2100">
                <a:solidFill>
                  <a:schemeClr val="dk1"/>
                </a:solidFill>
                <a:latin typeface="Calibri"/>
                <a:ea typeface="Calibri"/>
                <a:cs typeface="Calibri"/>
                <a:sym typeface="Calibri"/>
              </a:rPr>
              <a:t>=&gt;</a:t>
            </a:r>
            <a:r>
              <a:rPr lang="pt-BR" sz="2000">
                <a:solidFill>
                  <a:schemeClr val="dk1"/>
                </a:solidFill>
                <a:latin typeface="Calibri"/>
                <a:ea typeface="Calibri"/>
                <a:cs typeface="Calibri"/>
                <a:sym typeface="Calibri"/>
              </a:rPr>
              <a:t> </a:t>
            </a:r>
            <a:r>
              <a:rPr lang="pt-BR" sz="2100">
                <a:solidFill>
                  <a:schemeClr val="dk1"/>
                </a:solidFill>
                <a:latin typeface="Calibri"/>
                <a:ea typeface="Calibri"/>
                <a:cs typeface="Calibri"/>
                <a:sym typeface="Calibri"/>
              </a:rPr>
              <a:t>Conceitos gerais</a:t>
            </a:r>
            <a:br>
              <a:rPr lang="pt-BR" sz="2100">
                <a:solidFill>
                  <a:schemeClr val="dk1"/>
                </a:solidFill>
                <a:latin typeface="Calibri"/>
                <a:ea typeface="Calibri"/>
                <a:cs typeface="Calibri"/>
                <a:sym typeface="Calibri"/>
              </a:rPr>
            </a:br>
            <a:r>
              <a:rPr lang="pt-BR" sz="2100">
                <a:solidFill>
                  <a:schemeClr val="dk1"/>
                </a:solidFill>
                <a:latin typeface="Calibri"/>
                <a:ea typeface="Calibri"/>
                <a:cs typeface="Calibri"/>
                <a:sym typeface="Calibri"/>
              </a:rPr>
              <a:t>=&gt; Processos independentes</a:t>
            </a:r>
            <a:br>
              <a:rPr lang="pt-BR" sz="2100">
                <a:solidFill>
                  <a:schemeClr val="dk1"/>
                </a:solidFill>
                <a:latin typeface="Calibri"/>
                <a:ea typeface="Calibri"/>
                <a:cs typeface="Calibri"/>
                <a:sym typeface="Calibri"/>
              </a:rPr>
            </a:br>
            <a:r>
              <a:rPr lang="pt-BR" sz="2100">
                <a:solidFill>
                  <a:schemeClr val="dk1"/>
                </a:solidFill>
                <a:latin typeface="Calibri"/>
                <a:ea typeface="Calibri"/>
                <a:cs typeface="Calibri"/>
                <a:sym typeface="Calibri"/>
              </a:rPr>
              <a:t>=&gt; Subprocessos</a:t>
            </a:r>
            <a:br>
              <a:rPr lang="pt-BR" sz="2100">
                <a:solidFill>
                  <a:schemeClr val="dk1"/>
                </a:solidFill>
                <a:latin typeface="Calibri"/>
                <a:ea typeface="Calibri"/>
                <a:cs typeface="Calibri"/>
                <a:sym typeface="Calibri"/>
              </a:rPr>
            </a:br>
            <a:r>
              <a:rPr lang="pt-BR" sz="2100">
                <a:solidFill>
                  <a:schemeClr val="dk1"/>
                </a:solidFill>
                <a:latin typeface="Calibri"/>
                <a:ea typeface="Calibri"/>
                <a:cs typeface="Calibri"/>
                <a:sym typeface="Calibri"/>
              </a:rPr>
              <a:t>=&gt; </a:t>
            </a:r>
            <a:r>
              <a:rPr i="1" lang="pt-BR" sz="2100">
                <a:solidFill>
                  <a:schemeClr val="dk1"/>
                </a:solidFill>
                <a:latin typeface="Calibri"/>
                <a:ea typeface="Calibri"/>
                <a:cs typeface="Calibri"/>
                <a:sym typeface="Calibri"/>
              </a:rPr>
              <a:t>Threads</a:t>
            </a:r>
            <a:br>
              <a:rPr lang="pt-BR" sz="2100">
                <a:solidFill>
                  <a:schemeClr val="dk1"/>
                </a:solidFill>
                <a:latin typeface="Calibri"/>
                <a:ea typeface="Calibri"/>
                <a:cs typeface="Calibri"/>
                <a:sym typeface="Calibri"/>
              </a:rPr>
            </a:br>
            <a:r>
              <a:rPr lang="pt-BR" sz="2100">
                <a:solidFill>
                  <a:schemeClr val="dk1"/>
                </a:solidFill>
                <a:latin typeface="Calibri"/>
                <a:ea typeface="Calibri"/>
                <a:cs typeface="Calibri"/>
                <a:sym typeface="Calibri"/>
              </a:rPr>
              <a:t>          </a:t>
            </a:r>
            <a:r>
              <a:rPr lang="pt-BR" sz="2000">
                <a:solidFill>
                  <a:schemeClr val="dk1"/>
                </a:solidFill>
                <a:latin typeface="Calibri"/>
                <a:ea typeface="Calibri"/>
                <a:cs typeface="Calibri"/>
                <a:sym typeface="Calibri"/>
              </a:rPr>
              <a:t>- Ambiente </a:t>
            </a:r>
            <a:r>
              <a:rPr i="1" lang="pt-BR" sz="2000">
                <a:solidFill>
                  <a:schemeClr val="dk1"/>
                </a:solidFill>
                <a:latin typeface="Calibri"/>
                <a:ea typeface="Calibri"/>
                <a:cs typeface="Calibri"/>
                <a:sym typeface="Calibri"/>
              </a:rPr>
              <a:t>monothread</a:t>
            </a:r>
            <a:br>
              <a:rPr lang="pt-BR" sz="2000">
                <a:solidFill>
                  <a:schemeClr val="dk1"/>
                </a:solidFill>
                <a:latin typeface="Calibri"/>
                <a:ea typeface="Calibri"/>
                <a:cs typeface="Calibri"/>
                <a:sym typeface="Calibri"/>
              </a:rPr>
            </a:br>
            <a:r>
              <a:rPr lang="pt-BR" sz="2000">
                <a:solidFill>
                  <a:schemeClr val="dk1"/>
                </a:solidFill>
                <a:latin typeface="Calibri"/>
                <a:ea typeface="Calibri"/>
                <a:cs typeface="Calibri"/>
                <a:sym typeface="Calibri"/>
              </a:rPr>
              <a:t>          - Ambiente </a:t>
            </a:r>
            <a:r>
              <a:rPr i="1" lang="pt-BR" sz="2000">
                <a:solidFill>
                  <a:schemeClr val="dk1"/>
                </a:solidFill>
                <a:latin typeface="Calibri"/>
                <a:ea typeface="Calibri"/>
                <a:cs typeface="Calibri"/>
                <a:sym typeface="Calibri"/>
              </a:rPr>
              <a:t>multithread</a:t>
            </a:r>
            <a:br>
              <a:rPr lang="pt-BR" sz="2000">
                <a:solidFill>
                  <a:schemeClr val="dk1"/>
                </a:solidFill>
                <a:latin typeface="Calibri"/>
                <a:ea typeface="Calibri"/>
                <a:cs typeface="Calibri"/>
                <a:sym typeface="Calibri"/>
              </a:rPr>
            </a:br>
            <a:r>
              <a:rPr lang="pt-BR" sz="2000">
                <a:solidFill>
                  <a:schemeClr val="dk1"/>
                </a:solidFill>
                <a:latin typeface="Calibri"/>
                <a:ea typeface="Calibri"/>
                <a:cs typeface="Calibri"/>
                <a:sym typeface="Calibri"/>
              </a:rPr>
              <a:t>          - Espaço de endereçamento</a:t>
            </a:r>
            <a:br>
              <a:rPr lang="pt-BR" sz="2100">
                <a:solidFill>
                  <a:schemeClr val="dk1"/>
                </a:solidFill>
                <a:latin typeface="Calibri"/>
                <a:ea typeface="Calibri"/>
                <a:cs typeface="Calibri"/>
                <a:sym typeface="Calibri"/>
              </a:rPr>
            </a:br>
            <a:r>
              <a:rPr lang="pt-BR" sz="2100">
                <a:solidFill>
                  <a:schemeClr val="dk1"/>
                </a:solidFill>
                <a:latin typeface="Calibri"/>
                <a:ea typeface="Calibri"/>
                <a:cs typeface="Calibri"/>
                <a:sym typeface="Calibri"/>
              </a:rPr>
              <a:t>=&gt; Tipos de Processos</a:t>
            </a:r>
            <a:br>
              <a:rPr lang="pt-BR" sz="2100">
                <a:solidFill>
                  <a:schemeClr val="dk1"/>
                </a:solidFill>
                <a:latin typeface="Calibri"/>
                <a:ea typeface="Calibri"/>
                <a:cs typeface="Calibri"/>
                <a:sym typeface="Calibri"/>
              </a:rPr>
            </a:br>
            <a:r>
              <a:rPr lang="pt-BR" sz="2100">
                <a:solidFill>
                  <a:schemeClr val="dk1"/>
                </a:solidFill>
                <a:latin typeface="Calibri"/>
                <a:ea typeface="Calibri"/>
                <a:cs typeface="Calibri"/>
                <a:sym typeface="Calibri"/>
              </a:rPr>
              <a:t>          </a:t>
            </a:r>
            <a:r>
              <a:rPr lang="pt-BR" sz="2000">
                <a:solidFill>
                  <a:schemeClr val="dk1"/>
                </a:solidFill>
                <a:latin typeface="Calibri"/>
                <a:ea typeface="Calibri"/>
                <a:cs typeface="Calibri"/>
                <a:sym typeface="Calibri"/>
              </a:rPr>
              <a:t>- </a:t>
            </a:r>
            <a:r>
              <a:rPr i="1" lang="pt-BR" sz="2000">
                <a:solidFill>
                  <a:schemeClr val="dk1"/>
                </a:solidFill>
                <a:latin typeface="Calibri"/>
                <a:ea typeface="Calibri"/>
                <a:cs typeface="Calibri"/>
                <a:sym typeface="Calibri"/>
              </a:rPr>
              <a:t>CPU Bound</a:t>
            </a:r>
            <a:br>
              <a:rPr lang="pt-BR" sz="2000">
                <a:solidFill>
                  <a:schemeClr val="dk1"/>
                </a:solidFill>
                <a:latin typeface="Calibri"/>
                <a:ea typeface="Calibri"/>
                <a:cs typeface="Calibri"/>
                <a:sym typeface="Calibri"/>
              </a:rPr>
            </a:br>
            <a:r>
              <a:rPr lang="pt-BR" sz="2000">
                <a:solidFill>
                  <a:schemeClr val="dk1"/>
                </a:solidFill>
                <a:latin typeface="Calibri"/>
                <a:ea typeface="Calibri"/>
                <a:cs typeface="Calibri"/>
                <a:sym typeface="Calibri"/>
              </a:rPr>
              <a:t>          - </a:t>
            </a:r>
            <a:r>
              <a:rPr i="1" lang="pt-BR" sz="2000">
                <a:solidFill>
                  <a:schemeClr val="dk1"/>
                </a:solidFill>
                <a:latin typeface="Calibri"/>
                <a:ea typeface="Calibri"/>
                <a:cs typeface="Calibri"/>
                <a:sym typeface="Calibri"/>
              </a:rPr>
              <a:t>I/O Bound</a:t>
            </a:r>
            <a:endParaRPr i="1" sz="2000">
              <a:solidFill>
                <a:schemeClr val="dk1"/>
              </a:solidFill>
              <a:latin typeface="Calibri"/>
              <a:ea typeface="Calibri"/>
              <a:cs typeface="Calibri"/>
              <a:sym typeface="Calibri"/>
            </a:endParaRPr>
          </a:p>
          <a:p>
            <a:pPr indent="-342900" lvl="0" marL="342900" marR="0" rtl="0" algn="l">
              <a:lnSpc>
                <a:spcPct val="90000"/>
              </a:lnSpc>
              <a:spcBef>
                <a:spcPts val="750"/>
              </a:spcBef>
              <a:spcAft>
                <a:spcPts val="0"/>
              </a:spcAft>
              <a:buClr>
                <a:schemeClr val="dk1"/>
              </a:buClr>
              <a:buSzPts val="2000"/>
              <a:buFont typeface="Arial"/>
              <a:buChar char="•"/>
            </a:pPr>
            <a:r>
              <a:rPr b="1" lang="pt-BR" sz="2000">
                <a:solidFill>
                  <a:schemeClr val="dk1"/>
                </a:solidFill>
                <a:latin typeface="Calibri"/>
                <a:ea typeface="Calibri"/>
                <a:cs typeface="Calibri"/>
                <a:sym typeface="Calibri"/>
              </a:rPr>
              <a:t>Comunicação entre processos</a:t>
            </a:r>
            <a:br>
              <a:rPr b="1" lang="pt-BR" sz="2000">
                <a:solidFill>
                  <a:schemeClr val="dk1"/>
                </a:solidFill>
                <a:latin typeface="Calibri"/>
                <a:ea typeface="Calibri"/>
                <a:cs typeface="Calibri"/>
                <a:sym typeface="Calibri"/>
              </a:rPr>
            </a:br>
            <a:r>
              <a:rPr lang="pt-BR" sz="2000">
                <a:solidFill>
                  <a:schemeClr val="dk1"/>
                </a:solidFill>
                <a:latin typeface="Calibri"/>
                <a:ea typeface="Calibri"/>
                <a:cs typeface="Calibri"/>
                <a:sym typeface="Calibri"/>
              </a:rPr>
              <a:t>=&gt; </a:t>
            </a:r>
            <a:r>
              <a:rPr i="1" lang="pt-BR" sz="2000">
                <a:solidFill>
                  <a:schemeClr val="dk1"/>
                </a:solidFill>
                <a:latin typeface="Calibri"/>
                <a:ea typeface="Calibri"/>
                <a:cs typeface="Calibri"/>
                <a:sym typeface="Calibri"/>
              </a:rPr>
              <a:t>Deadlocks</a:t>
            </a:r>
            <a:br>
              <a:rPr i="1" lang="pt-BR" sz="2000">
                <a:solidFill>
                  <a:schemeClr val="dk1"/>
                </a:solidFill>
                <a:latin typeface="Calibri"/>
                <a:ea typeface="Calibri"/>
                <a:cs typeface="Calibri"/>
                <a:sym typeface="Calibri"/>
              </a:rPr>
            </a:br>
            <a:r>
              <a:rPr i="1" lang="pt-BR" sz="2000">
                <a:solidFill>
                  <a:schemeClr val="dk1"/>
                </a:solidFill>
                <a:latin typeface="Calibri"/>
                <a:ea typeface="Calibri"/>
                <a:cs typeface="Calibri"/>
                <a:sym typeface="Calibri"/>
              </a:rPr>
              <a:t>         </a:t>
            </a:r>
            <a:r>
              <a:rPr lang="pt-BR" sz="2000">
                <a:solidFill>
                  <a:schemeClr val="dk1"/>
                </a:solidFill>
                <a:latin typeface="Calibri"/>
                <a:ea typeface="Calibri"/>
                <a:cs typeface="Calibri"/>
                <a:sym typeface="Calibri"/>
              </a:rPr>
              <a:t>- Ocorrência </a:t>
            </a:r>
            <a:br>
              <a:rPr lang="pt-BR" sz="2000">
                <a:solidFill>
                  <a:schemeClr val="dk1"/>
                </a:solidFill>
                <a:latin typeface="Calibri"/>
                <a:ea typeface="Calibri"/>
                <a:cs typeface="Calibri"/>
                <a:sym typeface="Calibri"/>
              </a:rPr>
            </a:br>
            <a:r>
              <a:rPr lang="pt-BR" sz="2000">
                <a:solidFill>
                  <a:schemeClr val="dk1"/>
                </a:solidFill>
                <a:latin typeface="Calibri"/>
                <a:ea typeface="Calibri"/>
                <a:cs typeface="Calibri"/>
                <a:sym typeface="Calibri"/>
              </a:rPr>
              <a:t>          - Prevenção</a:t>
            </a:r>
            <a:br>
              <a:rPr lang="pt-BR" sz="2000">
                <a:solidFill>
                  <a:schemeClr val="dk1"/>
                </a:solidFill>
                <a:latin typeface="Calibri"/>
                <a:ea typeface="Calibri"/>
                <a:cs typeface="Calibri"/>
                <a:sym typeface="Calibri"/>
              </a:rPr>
            </a:br>
            <a:r>
              <a:rPr lang="pt-BR" sz="2000">
                <a:solidFill>
                  <a:schemeClr val="dk1"/>
                </a:solidFill>
                <a:latin typeface="Calibri"/>
                <a:ea typeface="Calibri"/>
                <a:cs typeface="Calibri"/>
                <a:sym typeface="Calibri"/>
              </a:rPr>
              <a:t>          - Detecção</a:t>
            </a:r>
            <a:endParaRPr i="1" sz="2000">
              <a:solidFill>
                <a:schemeClr val="dk1"/>
              </a:solidFill>
              <a:latin typeface="Calibri"/>
              <a:ea typeface="Calibri"/>
              <a:cs typeface="Calibri"/>
              <a:sym typeface="Calibri"/>
            </a:endParaRPr>
          </a:p>
        </p:txBody>
      </p:sp>
      <p:pic>
        <p:nvPicPr>
          <p:cNvPr id="634" name="Google Shape;634;p20" title="sc-arma.png"/>
          <p:cNvPicPr preferRelativeResize="0"/>
          <p:nvPr/>
        </p:nvPicPr>
        <p:blipFill rotWithShape="1">
          <a:blip r:embed="rId5">
            <a:alphaModFix/>
          </a:blip>
          <a:srcRect b="6094" l="25927" r="26370" t="6094"/>
          <a:stretch/>
        </p:blipFill>
        <p:spPr>
          <a:xfrm>
            <a:off x="117900" y="226900"/>
            <a:ext cx="689025" cy="7420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21"/>
          <p:cNvSpPr/>
          <p:nvPr/>
        </p:nvSpPr>
        <p:spPr>
          <a:xfrm>
            <a:off x="117895" y="-4313"/>
            <a:ext cx="11976337" cy="215659"/>
          </a:xfrm>
          <a:prstGeom prst="rect">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0" name="Google Shape;640;p21"/>
          <p:cNvSpPr txBox="1"/>
          <p:nvPr/>
        </p:nvSpPr>
        <p:spPr>
          <a:xfrm>
            <a:off x="3631722" y="281798"/>
            <a:ext cx="4928558"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400">
                <a:solidFill>
                  <a:schemeClr val="dk1"/>
                </a:solidFill>
                <a:latin typeface="Calibri"/>
                <a:ea typeface="Calibri"/>
                <a:cs typeface="Calibri"/>
                <a:sym typeface="Calibri"/>
              </a:rPr>
              <a:t>Referências</a:t>
            </a:r>
            <a:endParaRPr sz="1800">
              <a:solidFill>
                <a:schemeClr val="dk1"/>
              </a:solidFill>
              <a:latin typeface="Calibri"/>
              <a:ea typeface="Calibri"/>
              <a:cs typeface="Calibri"/>
              <a:sym typeface="Calibri"/>
            </a:endParaRPr>
          </a:p>
        </p:txBody>
      </p:sp>
      <p:sp>
        <p:nvSpPr>
          <p:cNvPr id="641" name="Google Shape;641;p21"/>
          <p:cNvSpPr/>
          <p:nvPr/>
        </p:nvSpPr>
        <p:spPr>
          <a:xfrm>
            <a:off x="110985" y="1088365"/>
            <a:ext cx="11990100" cy="5439300"/>
          </a:xfrm>
          <a:prstGeom prst="rect">
            <a:avLst/>
          </a:prstGeom>
          <a:solidFill>
            <a:schemeClr val="lt1"/>
          </a:solidFill>
          <a:ln cap="flat" cmpd="sng" w="12700">
            <a:solidFill>
              <a:srgbClr val="03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None/>
            </a:pPr>
            <a:r>
              <a:rPr b="1" lang="pt-BR" sz="1600">
                <a:solidFill>
                  <a:srgbClr val="000000"/>
                </a:solidFill>
                <a:latin typeface="Calibri"/>
                <a:ea typeface="Calibri"/>
                <a:cs typeface="Calibri"/>
                <a:sym typeface="Calibri"/>
              </a:rPr>
              <a:t>BÁSICA</a:t>
            </a:r>
            <a:endParaRPr sz="1600">
              <a:solidFill>
                <a:srgbClr val="000000"/>
              </a:solidFill>
              <a:latin typeface="Calibri"/>
              <a:ea typeface="Calibri"/>
              <a:cs typeface="Calibri"/>
              <a:sym typeface="Calibri"/>
            </a:endParaRPr>
          </a:p>
          <a:p>
            <a:pPr indent="0" lvl="0" marL="457200" marR="0" rtl="0" algn="just">
              <a:lnSpc>
                <a:spcPct val="90000"/>
              </a:lnSpc>
              <a:spcBef>
                <a:spcPts val="375"/>
              </a:spcBef>
              <a:spcAft>
                <a:spcPts val="0"/>
              </a:spcAft>
              <a:buNone/>
            </a:pPr>
            <a:r>
              <a:rPr b="0" i="0" lang="pt-BR" sz="1600" u="none" cap="none" strike="noStrike">
                <a:solidFill>
                  <a:srgbClr val="000000"/>
                </a:solidFill>
                <a:latin typeface="Calibri"/>
                <a:ea typeface="Calibri"/>
                <a:cs typeface="Calibri"/>
                <a:sym typeface="Calibri"/>
              </a:rPr>
              <a:t>DEITEL, Harvey M.; DEITEL, Paul J.; CHOFFNES, David R. </a:t>
            </a:r>
            <a:r>
              <a:rPr b="1" i="0" lang="pt-BR" sz="1600" u="none" cap="none" strike="noStrike">
                <a:solidFill>
                  <a:srgbClr val="000000"/>
                </a:solidFill>
                <a:latin typeface="Calibri"/>
                <a:ea typeface="Calibri"/>
                <a:cs typeface="Calibri"/>
                <a:sym typeface="Calibri"/>
              </a:rPr>
              <a:t>Sistemas Operacionais</a:t>
            </a:r>
            <a:r>
              <a:rPr b="0" i="0" lang="pt-BR" sz="1600" u="none" cap="none" strike="noStrike">
                <a:solidFill>
                  <a:srgbClr val="000000"/>
                </a:solidFill>
                <a:latin typeface="Calibri"/>
                <a:ea typeface="Calibri"/>
                <a:cs typeface="Calibri"/>
                <a:sym typeface="Calibri"/>
              </a:rPr>
              <a:t>. 3ª Edição. São Paulo: Pearson Prentice Hall, 2005. {681.31:519.687 D325s} (5 exemplares)</a:t>
            </a:r>
            <a:endParaRPr b="0" i="0" sz="1600" u="none" cap="none" strike="noStrike">
              <a:solidFill>
                <a:srgbClr val="000000"/>
              </a:solidFill>
              <a:latin typeface="Calibri"/>
              <a:ea typeface="Calibri"/>
              <a:cs typeface="Calibri"/>
              <a:sym typeface="Calibri"/>
            </a:endParaRPr>
          </a:p>
          <a:p>
            <a:pPr indent="0" lvl="0" marL="457200" marR="0" rtl="0" algn="just">
              <a:lnSpc>
                <a:spcPct val="90000"/>
              </a:lnSpc>
              <a:spcBef>
                <a:spcPts val="375"/>
              </a:spcBef>
              <a:spcAft>
                <a:spcPts val="0"/>
              </a:spcAft>
              <a:buNone/>
            </a:pPr>
            <a:r>
              <a:rPr b="0" i="0" lang="pt-BR" sz="1600" u="none" cap="none" strike="noStrike">
                <a:solidFill>
                  <a:srgbClr val="000000"/>
                </a:solidFill>
                <a:latin typeface="Calibri"/>
                <a:ea typeface="Calibri"/>
                <a:cs typeface="Calibri"/>
                <a:sym typeface="Calibri"/>
              </a:rPr>
              <a:t>SILBERSCHATZ, Abraham; GALVIN, Peter Baer; GAGNE, Greg. </a:t>
            </a:r>
            <a:r>
              <a:rPr b="1" i="0" lang="pt-BR" sz="1600" u="none" cap="none" strike="noStrike">
                <a:solidFill>
                  <a:srgbClr val="000000"/>
                </a:solidFill>
                <a:latin typeface="Calibri"/>
                <a:ea typeface="Calibri"/>
                <a:cs typeface="Calibri"/>
                <a:sym typeface="Calibri"/>
              </a:rPr>
              <a:t>Fundamentos de Sistemas Operacionais</a:t>
            </a:r>
            <a:r>
              <a:rPr b="0" i="0" lang="pt-BR" sz="1600" u="none" cap="none" strike="noStrike">
                <a:solidFill>
                  <a:srgbClr val="000000"/>
                </a:solidFill>
                <a:latin typeface="Calibri"/>
                <a:ea typeface="Calibri"/>
                <a:cs typeface="Calibri"/>
                <a:sym typeface="Calibri"/>
              </a:rPr>
              <a:t>. 6ª edição. Rio de Janeiro: LTC, 2004. {681.31:519.687 S582f}(4 exemplares)</a:t>
            </a:r>
            <a:endParaRPr b="0" i="0" sz="1600" u="none" cap="none" strike="noStrike">
              <a:solidFill>
                <a:srgbClr val="000000"/>
              </a:solidFill>
              <a:latin typeface="Calibri"/>
              <a:ea typeface="Calibri"/>
              <a:cs typeface="Calibri"/>
              <a:sym typeface="Calibri"/>
            </a:endParaRPr>
          </a:p>
          <a:p>
            <a:pPr indent="0" lvl="0" marL="457200" marR="0" rtl="0" algn="just">
              <a:lnSpc>
                <a:spcPct val="90000"/>
              </a:lnSpc>
              <a:spcBef>
                <a:spcPts val="375"/>
              </a:spcBef>
              <a:spcAft>
                <a:spcPts val="0"/>
              </a:spcAft>
              <a:buNone/>
            </a:pPr>
            <a:r>
              <a:rPr b="0" i="0" lang="pt-BR" sz="1600" u="none" cap="none" strike="noStrike">
                <a:solidFill>
                  <a:srgbClr val="000000"/>
                </a:solidFill>
                <a:latin typeface="Calibri"/>
                <a:ea typeface="Calibri"/>
                <a:cs typeface="Calibri"/>
                <a:sym typeface="Calibri"/>
              </a:rPr>
              <a:t>TANENBAUM, Andrew S.  </a:t>
            </a:r>
            <a:r>
              <a:rPr b="1" i="0" lang="pt-BR" sz="1600" u="none" cap="none" strike="noStrike">
                <a:solidFill>
                  <a:srgbClr val="000000"/>
                </a:solidFill>
                <a:latin typeface="Calibri"/>
                <a:ea typeface="Calibri"/>
                <a:cs typeface="Calibri"/>
                <a:sym typeface="Calibri"/>
              </a:rPr>
              <a:t>Sistemas operacionais modernos</a:t>
            </a:r>
            <a:r>
              <a:rPr b="0" i="0" lang="pt-BR" sz="1600" u="none" cap="none" strike="noStrike">
                <a:solidFill>
                  <a:srgbClr val="000000"/>
                </a:solidFill>
                <a:latin typeface="Calibri"/>
                <a:ea typeface="Calibri"/>
                <a:cs typeface="Calibri"/>
                <a:sym typeface="Calibri"/>
              </a:rPr>
              <a:t>.  São Paulo: Pearson Prentice Hall, 2009. 5ex.</a:t>
            </a:r>
            <a:endParaRPr b="0" i="0" sz="1600" u="none" cap="none" strike="noStrike">
              <a:solidFill>
                <a:srgbClr val="000000"/>
              </a:solidFill>
              <a:latin typeface="Calibri"/>
              <a:ea typeface="Calibri"/>
              <a:cs typeface="Calibri"/>
              <a:sym typeface="Calibri"/>
            </a:endParaRPr>
          </a:p>
          <a:p>
            <a:pPr indent="0" lvl="0" marL="457200" marR="0" rtl="0" algn="just">
              <a:lnSpc>
                <a:spcPct val="90000"/>
              </a:lnSpc>
              <a:spcBef>
                <a:spcPts val="375"/>
              </a:spcBef>
              <a:spcAft>
                <a:spcPts val="0"/>
              </a:spcAft>
              <a:buNone/>
            </a:pPr>
            <a:r>
              <a:t/>
            </a:r>
            <a:endParaRPr b="0" i="0" sz="1600" u="none" cap="none" strike="noStrike">
              <a:solidFill>
                <a:srgbClr val="000000"/>
              </a:solidFill>
              <a:latin typeface="Calibri"/>
              <a:ea typeface="Calibri"/>
              <a:cs typeface="Calibri"/>
              <a:sym typeface="Calibri"/>
            </a:endParaRPr>
          </a:p>
          <a:p>
            <a:pPr indent="0" lvl="0" marL="0" marR="0" rtl="0" algn="just">
              <a:lnSpc>
                <a:spcPct val="90000"/>
              </a:lnSpc>
              <a:spcBef>
                <a:spcPts val="750"/>
              </a:spcBef>
              <a:spcAft>
                <a:spcPts val="0"/>
              </a:spcAft>
              <a:buNone/>
            </a:pPr>
            <a:r>
              <a:rPr b="1" lang="pt-BR" sz="1600">
                <a:solidFill>
                  <a:srgbClr val="000000"/>
                </a:solidFill>
                <a:latin typeface="Calibri"/>
                <a:ea typeface="Calibri"/>
                <a:cs typeface="Calibri"/>
                <a:sym typeface="Calibri"/>
              </a:rPr>
              <a:t>COMPLEMENTAR</a:t>
            </a:r>
            <a:r>
              <a:rPr lang="pt-BR" sz="1600">
                <a:solidFill>
                  <a:srgbClr val="000000"/>
                </a:solidFill>
                <a:latin typeface="Calibri"/>
                <a:ea typeface="Calibri"/>
                <a:cs typeface="Calibri"/>
                <a:sym typeface="Calibri"/>
              </a:rPr>
              <a:t> </a:t>
            </a:r>
            <a:endParaRPr sz="1600">
              <a:solidFill>
                <a:srgbClr val="000000"/>
              </a:solidFill>
              <a:latin typeface="Calibri"/>
              <a:ea typeface="Calibri"/>
              <a:cs typeface="Calibri"/>
              <a:sym typeface="Calibri"/>
            </a:endParaRPr>
          </a:p>
          <a:p>
            <a:pPr indent="0" lvl="0" marL="457200" marR="0" rtl="0" algn="just">
              <a:lnSpc>
                <a:spcPct val="90000"/>
              </a:lnSpc>
              <a:spcBef>
                <a:spcPts val="375"/>
              </a:spcBef>
              <a:spcAft>
                <a:spcPts val="0"/>
              </a:spcAft>
              <a:buNone/>
            </a:pPr>
            <a:r>
              <a:rPr b="0" i="0" lang="pt-BR" sz="1600" u="none" cap="none" strike="noStrike">
                <a:solidFill>
                  <a:srgbClr val="000000"/>
                </a:solidFill>
                <a:latin typeface="Calibri"/>
                <a:ea typeface="Calibri"/>
                <a:cs typeface="Calibri"/>
                <a:sym typeface="Calibri"/>
              </a:rPr>
              <a:t>HILL, Benjamin Mako; BACON, Jono. </a:t>
            </a:r>
            <a:r>
              <a:rPr b="1" i="0" lang="pt-BR" sz="1600" u="none" cap="none" strike="noStrike">
                <a:solidFill>
                  <a:srgbClr val="000000"/>
                </a:solidFill>
                <a:latin typeface="Calibri"/>
                <a:ea typeface="Calibri"/>
                <a:cs typeface="Calibri"/>
                <a:sym typeface="Calibri"/>
              </a:rPr>
              <a:t>O livro oficial de ubuntu</a:t>
            </a:r>
            <a:r>
              <a:rPr b="0" i="0" lang="pt-BR" sz="1600" u="none" cap="none" strike="noStrike">
                <a:solidFill>
                  <a:srgbClr val="000000"/>
                </a:solidFill>
                <a:latin typeface="Calibri"/>
                <a:ea typeface="Calibri"/>
                <a:cs typeface="Calibri"/>
                <a:sym typeface="Calibri"/>
              </a:rPr>
              <a:t>. Porto Alegre: Artmed, 2008. 3ex.</a:t>
            </a:r>
            <a:endParaRPr b="0" i="0" sz="1600" u="none" cap="none" strike="noStrike">
              <a:solidFill>
                <a:srgbClr val="000000"/>
              </a:solidFill>
              <a:latin typeface="Calibri"/>
              <a:ea typeface="Calibri"/>
              <a:cs typeface="Calibri"/>
              <a:sym typeface="Calibri"/>
            </a:endParaRPr>
          </a:p>
          <a:p>
            <a:pPr indent="0" lvl="0" marL="457200" marR="0" rtl="0" algn="just">
              <a:lnSpc>
                <a:spcPct val="90000"/>
              </a:lnSpc>
              <a:spcBef>
                <a:spcPts val="375"/>
              </a:spcBef>
              <a:spcAft>
                <a:spcPts val="0"/>
              </a:spcAft>
              <a:buNone/>
            </a:pPr>
            <a:r>
              <a:rPr b="0" i="0" lang="pt-BR" sz="1600" u="none" cap="none" strike="noStrike">
                <a:solidFill>
                  <a:srgbClr val="000000"/>
                </a:solidFill>
                <a:latin typeface="Calibri"/>
                <a:ea typeface="Calibri"/>
                <a:cs typeface="Calibri"/>
                <a:sym typeface="Calibri"/>
              </a:rPr>
              <a:t>MACHADO, Francis Berenger; MAIA, Luiz Paulo. </a:t>
            </a:r>
            <a:r>
              <a:rPr b="1" i="0" lang="pt-BR" sz="1600" u="none" cap="none" strike="noStrike">
                <a:solidFill>
                  <a:srgbClr val="000000"/>
                </a:solidFill>
                <a:latin typeface="Calibri"/>
                <a:ea typeface="Calibri"/>
                <a:cs typeface="Calibri"/>
                <a:sym typeface="Calibri"/>
              </a:rPr>
              <a:t>Arquitetura de sistemas operacionais</a:t>
            </a:r>
            <a:r>
              <a:rPr b="0" i="0" lang="pt-BR" sz="1600" u="none" cap="none" strike="noStrike">
                <a:solidFill>
                  <a:srgbClr val="000000"/>
                </a:solidFill>
                <a:latin typeface="Calibri"/>
                <a:ea typeface="Calibri"/>
                <a:cs typeface="Calibri"/>
                <a:sym typeface="Calibri"/>
              </a:rPr>
              <a:t>. Rio de Janeiro: LTC,2007. 10ex.</a:t>
            </a:r>
            <a:endParaRPr b="0" i="0" sz="1600" u="none" cap="none" strike="noStrike">
              <a:solidFill>
                <a:srgbClr val="000000"/>
              </a:solidFill>
              <a:latin typeface="Calibri"/>
              <a:ea typeface="Calibri"/>
              <a:cs typeface="Calibri"/>
              <a:sym typeface="Calibri"/>
            </a:endParaRPr>
          </a:p>
          <a:p>
            <a:pPr indent="0" lvl="0" marL="457200" marR="0" rtl="0" algn="just">
              <a:lnSpc>
                <a:spcPct val="90000"/>
              </a:lnSpc>
              <a:spcBef>
                <a:spcPts val="375"/>
              </a:spcBef>
              <a:spcAft>
                <a:spcPts val="0"/>
              </a:spcAft>
              <a:buNone/>
            </a:pPr>
            <a:r>
              <a:rPr b="0" i="0" lang="pt-BR" sz="1600" u="none" cap="none" strike="noStrike">
                <a:solidFill>
                  <a:srgbClr val="000000"/>
                </a:solidFill>
                <a:latin typeface="Calibri"/>
                <a:ea typeface="Calibri"/>
                <a:cs typeface="Calibri"/>
                <a:sym typeface="Calibri"/>
              </a:rPr>
              <a:t>MACHADO, Francis B.; MAIA, Luiz Paulo</a:t>
            </a:r>
            <a:r>
              <a:rPr b="1" i="0" lang="pt-BR" sz="1600" u="none" cap="none" strike="noStrike">
                <a:solidFill>
                  <a:srgbClr val="000000"/>
                </a:solidFill>
                <a:latin typeface="Calibri"/>
                <a:ea typeface="Calibri"/>
                <a:cs typeface="Calibri"/>
                <a:sym typeface="Calibri"/>
              </a:rPr>
              <a:t>. Arquitetura de Sistemas Operacionais</a:t>
            </a:r>
            <a:r>
              <a:rPr b="0" i="0" lang="pt-BR" sz="1600" u="none" cap="none" strike="noStrike">
                <a:solidFill>
                  <a:srgbClr val="000000"/>
                </a:solidFill>
                <a:latin typeface="Calibri"/>
                <a:ea typeface="Calibri"/>
                <a:cs typeface="Calibri"/>
                <a:sym typeface="Calibri"/>
              </a:rPr>
              <a:t>. 5ª  Edição. Rio de Janeiro: Editora Livros Técnicos e Científicos, 2013. {681.31:519.687  M149a}(8 exemplares)</a:t>
            </a:r>
            <a:endParaRPr b="0" i="0" sz="1600" u="none" cap="none" strike="noStrike">
              <a:solidFill>
                <a:srgbClr val="000000"/>
              </a:solidFill>
              <a:latin typeface="Calibri"/>
              <a:ea typeface="Calibri"/>
              <a:cs typeface="Calibri"/>
              <a:sym typeface="Calibri"/>
            </a:endParaRPr>
          </a:p>
          <a:p>
            <a:pPr indent="0" lvl="0" marL="457200" marR="0" rtl="0" algn="just">
              <a:lnSpc>
                <a:spcPct val="90000"/>
              </a:lnSpc>
              <a:spcBef>
                <a:spcPts val="375"/>
              </a:spcBef>
              <a:spcAft>
                <a:spcPts val="0"/>
              </a:spcAft>
              <a:buNone/>
            </a:pPr>
            <a:r>
              <a:rPr b="0" i="0" lang="pt-BR" sz="1600" u="none" cap="none" strike="noStrike">
                <a:solidFill>
                  <a:srgbClr val="000000"/>
                </a:solidFill>
                <a:latin typeface="Calibri"/>
                <a:ea typeface="Calibri"/>
                <a:cs typeface="Calibri"/>
                <a:sym typeface="Calibri"/>
              </a:rPr>
              <a:t>NEGUS, Christopher. </a:t>
            </a:r>
            <a:r>
              <a:rPr b="1" i="0" lang="pt-BR" sz="1600" u="none" cap="none" strike="noStrike">
                <a:solidFill>
                  <a:srgbClr val="000000"/>
                </a:solidFill>
                <a:latin typeface="Calibri"/>
                <a:ea typeface="Calibri"/>
                <a:cs typeface="Calibri"/>
                <a:sym typeface="Calibri"/>
              </a:rPr>
              <a:t>Linux edição especial: a bíblia</a:t>
            </a:r>
            <a:r>
              <a:rPr b="0" i="0" lang="pt-BR" sz="1600" u="none" cap="none" strike="noStrike">
                <a:solidFill>
                  <a:srgbClr val="000000"/>
                </a:solidFill>
                <a:latin typeface="Calibri"/>
                <a:ea typeface="Calibri"/>
                <a:cs typeface="Calibri"/>
                <a:sym typeface="Calibri"/>
              </a:rPr>
              <a:t>. Rio de Janeiro: Alta Books, 2007. 2ex.</a:t>
            </a:r>
            <a:endParaRPr b="0" i="0" sz="1600" u="none" cap="none" strike="noStrike">
              <a:solidFill>
                <a:srgbClr val="000000"/>
              </a:solidFill>
              <a:latin typeface="Calibri"/>
              <a:ea typeface="Calibri"/>
              <a:cs typeface="Calibri"/>
              <a:sym typeface="Calibri"/>
            </a:endParaRPr>
          </a:p>
          <a:p>
            <a:pPr indent="0" lvl="0" marL="457200" marR="0" rtl="0" algn="just">
              <a:lnSpc>
                <a:spcPct val="90000"/>
              </a:lnSpc>
              <a:spcBef>
                <a:spcPts val="375"/>
              </a:spcBef>
              <a:spcAft>
                <a:spcPts val="0"/>
              </a:spcAft>
              <a:buNone/>
            </a:pPr>
            <a:r>
              <a:rPr b="0" i="0" lang="pt-BR" sz="1600" u="none" cap="none" strike="noStrike">
                <a:solidFill>
                  <a:srgbClr val="000000"/>
                </a:solidFill>
                <a:latin typeface="Calibri"/>
                <a:ea typeface="Calibri"/>
                <a:cs typeface="Calibri"/>
                <a:sym typeface="Calibri"/>
              </a:rPr>
              <a:t>OLIVEIRA, Rômulo Silva de; CARISSIMI, Alexandre da Silva; TOSCANI, Simão. Sistemas operacionais. Porto Alegre: Bookman, 2010. 5ex.</a:t>
            </a:r>
            <a:endParaRPr b="0" i="0" sz="1600" u="none" cap="none" strike="noStrike">
              <a:solidFill>
                <a:srgbClr val="000000"/>
              </a:solidFill>
              <a:latin typeface="Calibri"/>
              <a:ea typeface="Calibri"/>
              <a:cs typeface="Calibri"/>
              <a:sym typeface="Calibri"/>
            </a:endParaRPr>
          </a:p>
          <a:p>
            <a:pPr indent="0" lvl="0" marL="457200" marR="0" rtl="0" algn="just">
              <a:lnSpc>
                <a:spcPct val="90000"/>
              </a:lnSpc>
              <a:spcBef>
                <a:spcPts val="375"/>
              </a:spcBef>
              <a:spcAft>
                <a:spcPts val="0"/>
              </a:spcAft>
              <a:buNone/>
            </a:pPr>
            <a:r>
              <a:rPr b="0" i="0" lang="pt-BR" sz="1600" u="none" cap="none" strike="noStrike">
                <a:solidFill>
                  <a:srgbClr val="000000"/>
                </a:solidFill>
                <a:latin typeface="Calibri"/>
                <a:ea typeface="Calibri"/>
                <a:cs typeface="Calibri"/>
                <a:sym typeface="Calibri"/>
              </a:rPr>
              <a:t>AHO, Alfred V. et al. </a:t>
            </a:r>
            <a:r>
              <a:rPr b="1" i="0" lang="pt-BR" sz="1600" u="none" cap="none" strike="noStrike">
                <a:solidFill>
                  <a:srgbClr val="000000"/>
                </a:solidFill>
                <a:latin typeface="Calibri"/>
                <a:ea typeface="Calibri"/>
                <a:cs typeface="Calibri"/>
                <a:sym typeface="Calibri"/>
              </a:rPr>
              <a:t>Compiladores: princípios, técnicas e ferramentas</a:t>
            </a:r>
            <a:r>
              <a:rPr b="0" i="0" lang="pt-BR" sz="1600" u="none" cap="none" strike="noStrike">
                <a:solidFill>
                  <a:srgbClr val="000000"/>
                </a:solidFill>
                <a:latin typeface="Calibri"/>
                <a:ea typeface="Calibri"/>
                <a:cs typeface="Calibri"/>
                <a:sym typeface="Calibri"/>
              </a:rPr>
              <a:t>. 2. ed. São Paulo, SP: Pearson Addison Wesley, 2008. {005.453 C737}</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DOfficeLightV0">
  <a:themeElements>
    <a:clrScheme name="Personalizada 12">
      <a:dk1>
        <a:srgbClr val="000000"/>
      </a:dk1>
      <a:lt1>
        <a:srgbClr val="FFFFFF"/>
      </a:lt1>
      <a:dk2>
        <a:srgbClr val="44546A"/>
      </a:dk2>
      <a:lt2>
        <a:srgbClr val="E7E6E6"/>
      </a:lt2>
      <a:accent1>
        <a:srgbClr val="2DEF32"/>
      </a:accent1>
      <a:accent2>
        <a:srgbClr val="ED7D31"/>
      </a:accent2>
      <a:accent3>
        <a:srgbClr val="A5A5A5"/>
      </a:accent3>
      <a:accent4>
        <a:srgbClr val="FFC000"/>
      </a:accent4>
      <a:accent5>
        <a:srgbClr val="2DEF32"/>
      </a:accent5>
      <a:accent6>
        <a:srgbClr val="0FC513"/>
      </a:accent6>
      <a:hlink>
        <a:srgbClr val="2DEF32"/>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o Office">
  <a:themeElements>
    <a:clrScheme name="Escritório">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2012-07-30T23:50:35Z</dcterms:created>
</cp:coreProperties>
</file>